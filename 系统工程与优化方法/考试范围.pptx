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handoutMasterIdLst>
    <p:handoutMasterId r:id="rId5"/>
  </p:handoutMasterIdLst>
  <p:sldIdLst>
    <p:sldId id="257" r:id="rId2"/>
    <p:sldId id="401" r:id="rId3"/>
  </p:sldIdLst>
  <p:sldSz cx="9144000" cy="6858000" type="screen4x3"/>
  <p:notesSz cx="6858000" cy="9144000"/>
  <p:defaultTextStyle>
    <a:defPPr>
      <a:defRPr lang="en-GB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iaowei feng" initials="xf" lastIdx="2" clrIdx="0">
    <p:extLst>
      <p:ext uri="{19B8F6BF-5375-455C-9EA6-DF929625EA0E}">
        <p15:presenceInfo xmlns:p15="http://schemas.microsoft.com/office/powerpoint/2012/main" userId="debece9f93017db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4B93"/>
    <a:srgbClr val="0000FF"/>
    <a:srgbClr val="FF00FF"/>
    <a:srgbClr val="002060"/>
    <a:srgbClr val="FF6699"/>
    <a:srgbClr val="993300"/>
    <a:srgbClr val="FFBD00"/>
    <a:srgbClr val="72CCE6"/>
    <a:srgbClr val="00FF00"/>
    <a:srgbClr val="FFC9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156" autoAdjust="0"/>
  </p:normalViewPr>
  <p:slideViewPr>
    <p:cSldViewPr snapToGrid="0">
      <p:cViewPr>
        <p:scale>
          <a:sx n="100" d="100"/>
          <a:sy n="100" d="100"/>
        </p:scale>
        <p:origin x="1212" y="97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9" d="100"/>
          <a:sy n="49" d="100"/>
        </p:scale>
        <p:origin x="1812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316C952-C2E6-462E-9047-52194D24B8C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7B8B92-40F2-47A7-B84A-4ED7F33F74C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12F970E5-5D9C-4AAB-960E-0C0EF87BB3CA}" type="datetimeFigureOut">
              <a:rPr lang="en-GB"/>
              <a:pPr>
                <a:defRPr/>
              </a:pPr>
              <a:t>09/12/2024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39F2FD-4037-44A7-9945-0426E51E654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6AC223-00DE-41AE-BA75-D854DA82140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D589FD6B-4E34-4EC1-A05D-9177432EF2C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738DB55-411A-4A1D-8A47-7E8A73F61B0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1BF304-5DC3-430B-9DB7-244B14AD549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C29DA949-A471-4087-8EDD-C862DF8196EE}" type="datetimeFigureOut">
              <a:rPr lang="en-AU"/>
              <a:pPr>
                <a:defRPr/>
              </a:pPr>
              <a:t>9/12/2024</a:t>
            </a:fld>
            <a:endParaRPr lang="en-AU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61A83D2-F15C-415C-B17D-99F6E75803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AU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04EFAB7-A2E6-407C-969B-D467747AF0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9378-58CD-4491-81C2-E7CC06B9FF6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FB652-4D4E-4DF7-BF2C-A954D04886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BA72C73-1665-4D68-B778-8385BBC3DC4E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BA72C73-1665-4D68-B778-8385BBC3DC4E}" type="slidenum">
              <a:rPr lang="en-AU" smtClean="0"/>
              <a:pPr>
                <a:defRPr/>
              </a:pPr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7675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D9780-DF79-42B3-9843-5AA8AE775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EC1E22-33DE-40CB-85CE-DF41CE3D011E}" type="datetime1">
              <a:rPr lang="en-AU"/>
              <a:pPr>
                <a:defRPr/>
              </a:pPr>
              <a:t>9/12/2024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124F88-A524-430E-A51C-69CB82F19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0D3068-7E8F-4969-99FF-812296603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11FFAB-13DE-4D34-BF84-57E608D627A8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2004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DC27F23-62B7-43F4-BE05-FDF9F9566252}"/>
              </a:ext>
            </a:extLst>
          </p:cNvPr>
          <p:cNvSpPr/>
          <p:nvPr userDrawn="1"/>
        </p:nvSpPr>
        <p:spPr>
          <a:xfrm>
            <a:off x="0" y="6426000"/>
            <a:ext cx="9153625" cy="432000"/>
          </a:xfrm>
          <a:prstGeom prst="rect">
            <a:avLst/>
          </a:prstGeom>
          <a:solidFill>
            <a:srgbClr val="124B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F23FE9-B0CF-4A37-BF7F-38EE03224A95}"/>
              </a:ext>
            </a:extLst>
          </p:cNvPr>
          <p:cNvSpPr/>
          <p:nvPr/>
        </p:nvSpPr>
        <p:spPr>
          <a:xfrm>
            <a:off x="0" y="866132"/>
            <a:ext cx="9144000" cy="54000"/>
          </a:xfrm>
          <a:prstGeom prst="rect">
            <a:avLst/>
          </a:prstGeom>
          <a:solidFill>
            <a:srgbClr val="FFC9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000" y="180000"/>
            <a:ext cx="7886700" cy="684000"/>
          </a:xfrm>
        </p:spPr>
        <p:txBody>
          <a:bodyPr>
            <a:normAutofit/>
          </a:bodyPr>
          <a:lstStyle>
            <a:lvl1pPr>
              <a:defRPr sz="3400">
                <a:solidFill>
                  <a:srgbClr val="0000FF"/>
                </a:solidFill>
                <a:latin typeface="SimHei" panose="02010609060101010101" pitchFamily="49" charset="-122"/>
                <a:ea typeface="SimHei" panose="02010609060101010101" pitchFamily="49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3D3940C-BDEF-41EF-B2F2-933DAE491A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408738"/>
            <a:ext cx="20574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2AC2ED1A-BD40-4A30-AC09-95057F66EDBC}" type="datetime1">
              <a:rPr lang="en-AU" smtClean="0"/>
              <a:pPr>
                <a:defRPr/>
              </a:pPr>
              <a:t>9/12/2024</a:t>
            </a:fld>
            <a:endParaRPr lang="en-AU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73A7850-C647-46BF-8216-7B75FE2DE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408738"/>
            <a:ext cx="3086100" cy="365125"/>
          </a:xfrm>
        </p:spPr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AE40A8B-C915-4013-8FA2-2709B563A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9925" y="6408738"/>
            <a:ext cx="20574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251DF096-BCBC-42D6-83C2-054571CFFF07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D5F7CD-E3BB-49A0-BB61-B8FA2D5B0C4F}"/>
              </a:ext>
            </a:extLst>
          </p:cNvPr>
          <p:cNvSpPr/>
          <p:nvPr userDrawn="1"/>
        </p:nvSpPr>
        <p:spPr>
          <a:xfrm>
            <a:off x="0" y="0"/>
            <a:ext cx="9144000" cy="867267"/>
          </a:xfrm>
          <a:prstGeom prst="rect">
            <a:avLst/>
          </a:prstGeom>
          <a:solidFill>
            <a:srgbClr val="124B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AF7D303-E969-4102-BBD5-D52A7AA62B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83" r="22730" b="15333"/>
          <a:stretch/>
        </p:blipFill>
        <p:spPr>
          <a:xfrm>
            <a:off x="6352060" y="28875"/>
            <a:ext cx="2498464" cy="7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917597"/>
      </p:ext>
    </p:extLst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DB7C3-D13A-45FE-94B6-CAC8F02DF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7B2FE2-5385-4405-AF36-CEBE57D3237C}" type="datetime1">
              <a:rPr lang="en-AU"/>
              <a:pPr>
                <a:defRPr/>
              </a:pPr>
              <a:t>9/12/2024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601D8B-E88D-4214-87EE-21BA85DCF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6DC4E-17B0-46B2-A956-07AB39D65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599F7B-A32F-4F1D-80D8-CCB0F6C1E0AE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1721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3A63D41-8D6E-4677-8729-3EF1E95CC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2C5A62-34D6-47A2-8F89-BA6D0ACFD430}" type="datetime1">
              <a:rPr lang="en-AU"/>
              <a:pPr>
                <a:defRPr/>
              </a:pPr>
              <a:t>9/12/2024</a:t>
            </a:fld>
            <a:endParaRPr lang="en-AU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CA0AA48-7FC8-481C-AC40-BF197C327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4C3ECB7-523F-4F58-8AE9-78E8DB253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6DA756-6857-4A13-B952-A2E9D8EC6F36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8840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10731777-F756-4F52-8958-ADE760983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FD326C-8E77-4F08-93D9-29FB505132AC}" type="datetime1">
              <a:rPr lang="en-AU"/>
              <a:pPr>
                <a:defRPr/>
              </a:pPr>
              <a:t>9/12/2024</a:t>
            </a:fld>
            <a:endParaRPr lang="en-AU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E7999B6-0CE7-498A-8AB0-BC88B3449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5D7C02C-CBE4-4855-95D7-611F35AA4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B3B72D-03A4-46CD-A085-18460E48C5F0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2022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B628476-E214-4DA3-8836-D60222C42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36431F-2066-4300-A0E3-63A6EC546447}" type="datetime1">
              <a:rPr lang="en-AU"/>
              <a:pPr>
                <a:defRPr/>
              </a:pPr>
              <a:t>9/12/2024</a:t>
            </a:fld>
            <a:endParaRPr lang="en-AU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4494B3B-B27E-4889-86CD-C84E479D7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A191641-4D0F-40A9-A384-3EC3A9956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FF184E-2A29-45F4-A735-F35346F1919B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1296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CE48CD6-CE63-478A-8A4D-3C8A965A1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6DE37C-05D5-4F74-890D-24C197FAD918}" type="datetime1">
              <a:rPr lang="en-AU"/>
              <a:pPr>
                <a:defRPr/>
              </a:pPr>
              <a:t>9/12/2024</a:t>
            </a:fld>
            <a:endParaRPr lang="en-AU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47C5A45-3808-4F02-93DA-17D717624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73A8AF2-30D7-440B-BD2B-14A0F078F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7EA89A-BCF4-4AAC-ACC4-E8A97E8D3A1B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2059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1C1299F-05BF-48E0-8872-AAF8FD4BF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852387-7A51-4D59-B1AA-7CD87D6F9C9A}" type="datetime1">
              <a:rPr lang="en-AU"/>
              <a:pPr>
                <a:defRPr/>
              </a:pPr>
              <a:t>9/12/2024</a:t>
            </a:fld>
            <a:endParaRPr lang="en-AU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02681ED-D2AA-4AEB-8656-1FF238639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797119E-2534-4074-9115-D810A2A8D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9FC825-20FB-4C7B-8DCF-9CF9AAD8842F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1905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BC4D12F-A7CC-4EE1-AF35-D5701F2D1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CFB57-CE81-40AF-9CD6-9BAD3ED3CA17}" type="datetime1">
              <a:rPr lang="en-AU"/>
              <a:pPr>
                <a:defRPr/>
              </a:pPr>
              <a:t>9/12/2024</a:t>
            </a:fld>
            <a:endParaRPr lang="en-AU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6A3D1BB-EF7C-4A22-819C-916F5CDE3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C20733E-F4ED-43BA-A9F9-0233F1254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FD8402-E31B-49EB-9364-088933061681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0757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B7DE3-476D-4644-B9D4-9A598EB08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C52ACC-8DC4-46C8-90DE-18821A12F167}" type="datetime1">
              <a:rPr lang="en-AU"/>
              <a:pPr>
                <a:defRPr/>
              </a:pPr>
              <a:t>9/12/2024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F8E6BD-C6B8-47F1-B85E-19FFD980B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2BE75-03AA-4082-938F-6CCB0B9ED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147FC5-5902-427D-A812-E4686656DCEB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4394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0674C3-75E4-4A78-8025-08BAA7E1F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8C1BEE-658C-4D0F-86CF-1B89D79F2AAF}" type="datetime1">
              <a:rPr lang="en-AU"/>
              <a:pPr>
                <a:defRPr/>
              </a:pPr>
              <a:t>9/12/2024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6DF3E-CA14-4F62-9BAA-70872FB5E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F0D86-6A11-4034-8356-CCA76CA0A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DA32DB-FA58-4FE8-B7EC-9430CE737749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3964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D1A0A4A5-FF73-477A-AEE9-6A05948F2B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4B9518D0-570B-4488-82A2-23B951B97B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5E31F-9D11-4D21-8E19-283D3FD579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E158DDEE-5B40-4947-A2C4-AC7A6074BB0A}" type="datetime1">
              <a:rPr lang="en-AU"/>
              <a:pPr>
                <a:defRPr/>
              </a:pPr>
              <a:t>9/12/2024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1DEAC-1D5F-46BD-BC9B-38B620ABF9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A04CA-817D-4455-B1FA-21FC03CB0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A56419EB-2F1E-44BA-BC75-E0932E007241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9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hf hdr="0" ftr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3C51E-CE91-46C6-AA26-57ED4964E4C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6D337AC-0FDD-4945-9525-84AE032FFDBF}" type="datetime1">
              <a:rPr lang="en-AU" b="1"/>
              <a:pPr>
                <a:defRPr/>
              </a:pPr>
              <a:t>9/12/2024</a:t>
            </a:fld>
            <a:endParaRPr lang="en-AU" b="1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11E081E-E115-4823-BC4D-322B1C8CE9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5132" y="4611529"/>
            <a:ext cx="2511397" cy="152680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algn="ctr" eaLnBrk="1" hangingPunct="1">
              <a:lnSpc>
                <a:spcPct val="150000"/>
              </a:lnSpc>
              <a:spcBef>
                <a:spcPts val="0"/>
              </a:spcBef>
              <a:defRPr/>
            </a:pPr>
            <a:r>
              <a:rPr lang="zh-CN" altLang="en-US" sz="2000" b="1" kern="0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唐冲</a:t>
            </a:r>
            <a:r>
              <a:rPr lang="zh-CN" altLang="en-US" sz="2000" b="1" kern="0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教授</a:t>
            </a:r>
            <a:endParaRPr lang="en-GB" altLang="zh-CN" sz="2000" b="1" kern="0" dirty="0">
              <a:solidFill>
                <a:srgbClr val="0000FF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 eaLnBrk="1" hangingPunct="1">
              <a:lnSpc>
                <a:spcPct val="150000"/>
              </a:lnSpc>
              <a:spcBef>
                <a:spcPts val="0"/>
              </a:spcBef>
              <a:defRPr/>
            </a:pPr>
            <a:r>
              <a:rPr lang="zh-CN" altLang="en-US" sz="2000" b="1" kern="0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工程抗震研究所</a:t>
            </a:r>
            <a:endParaRPr lang="en-US" altLang="zh-CN" sz="2000" b="1" kern="0" dirty="0">
              <a:solidFill>
                <a:srgbClr val="0000FF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 eaLnBrk="1" hangingPunct="1">
              <a:lnSpc>
                <a:spcPct val="150000"/>
              </a:lnSpc>
              <a:spcBef>
                <a:spcPts val="0"/>
              </a:spcBef>
              <a:defRPr/>
            </a:pPr>
            <a:r>
              <a:rPr lang="zh-CN" altLang="en-US" sz="2000" b="1" kern="0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建设工程学院</a:t>
            </a:r>
            <a:endParaRPr lang="en-US" altLang="zh-CN" sz="2000" b="1" kern="0" dirty="0">
              <a:solidFill>
                <a:srgbClr val="0000FF"/>
              </a:solidFill>
              <a:latin typeface="Arial" panose="020B0604020202020204" pitchFamily="34" charset="0"/>
              <a:ea typeface="微软雅黑" panose="020B0503020204020204" pitchFamily="34" charset="-122"/>
              <a:cs typeface="Arial" charset="0"/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371E14C9-76F1-4D1F-85FD-384AC922F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09417"/>
            <a:ext cx="91440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3600" b="1" dirty="0">
                <a:solidFill>
                  <a:srgbClr val="0000FF"/>
                </a:solidFill>
                <a:ea typeface="微软雅黑" panose="020B0503020204020204" pitchFamily="34" charset="-122"/>
              </a:rPr>
              <a:t>考试要点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53515-2BCE-410A-B5B5-06B04925B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考试要点</a:t>
            </a:r>
            <a:endParaRPr lang="en-GB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483CA5-1828-4418-967B-43DAD9DFE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AC2ED1A-BD40-4A30-AC09-95057F66EDBC}" type="datetime1">
              <a:rPr lang="en-AU" smtClean="0"/>
              <a:pPr>
                <a:defRPr/>
              </a:pPr>
              <a:t>9/12/2024</a:t>
            </a:fld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C01BAE-72BD-4FC2-9A0B-CDD713899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1DF096-BCBC-42D6-83C2-054571CFFF07}" type="slidenum">
              <a:rPr lang="en-AU" smtClean="0"/>
              <a:pPr>
                <a:defRPr/>
              </a:pPr>
              <a:t>2</a:t>
            </a:fld>
            <a:endParaRPr lang="en-AU" dirty="0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7395E8B7-CD55-7124-553B-88A3A166AD83}"/>
              </a:ext>
            </a:extLst>
          </p:cNvPr>
          <p:cNvSpPr txBox="1">
            <a:spLocks/>
          </p:cNvSpPr>
          <p:nvPr/>
        </p:nvSpPr>
        <p:spPr>
          <a:xfrm>
            <a:off x="457199" y="1600207"/>
            <a:ext cx="8392695" cy="3982446"/>
          </a:xfrm>
          <a:prstGeom prst="rect">
            <a:avLst/>
          </a:prstGeom>
        </p:spPr>
        <p:txBody>
          <a:bodyPr anchor="t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5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685800" indent="0" algn="l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35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028700" indent="0" algn="l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2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1371600" indent="0" algn="l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2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1714500" indent="0" algn="l" rtl="0" fontAlgn="base">
              <a:spcBef>
                <a:spcPct val="20000"/>
              </a:spcBef>
              <a:spcAft>
                <a:spcPct val="0"/>
              </a:spcAft>
              <a:buNone/>
              <a:defRPr sz="12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057400" indent="0" algn="l" rtl="0" fontAlgn="base">
              <a:spcBef>
                <a:spcPct val="20000"/>
              </a:spcBef>
              <a:spcAft>
                <a:spcPct val="0"/>
              </a:spcAft>
              <a:buNone/>
              <a:defRPr sz="12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2400300" indent="0" algn="l" rtl="0" fontAlgn="base">
              <a:spcBef>
                <a:spcPct val="20000"/>
              </a:spcBef>
              <a:spcAft>
                <a:spcPct val="0"/>
              </a:spcAft>
              <a:buNone/>
              <a:defRPr sz="12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2743200" indent="0" algn="l" rtl="0" fontAlgn="base">
              <a:spcBef>
                <a:spcPct val="20000"/>
              </a:spcBef>
              <a:spcAft>
                <a:spcPct val="0"/>
              </a:spcAft>
              <a:buNone/>
              <a:defRPr sz="12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57200" indent="-457200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kumimoji="1" lang="zh-CN" altLang="en-US" sz="2000" dirty="0">
                <a:solidFill>
                  <a:srgbClr val="0000FF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系统工程概论 </a:t>
            </a:r>
            <a:r>
              <a:rPr kumimoji="1"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(</a:t>
            </a:r>
            <a:r>
              <a:rPr kumimoji="1" lang="zh-CN" altLang="en-US" sz="2000" dirty="0">
                <a:solidFill>
                  <a:srgbClr val="0000FF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简答题</a:t>
            </a:r>
            <a:r>
              <a:rPr kumimoji="1"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30</a:t>
            </a:r>
            <a:r>
              <a:rPr kumimoji="1" lang="zh-CN" altLang="en-US" sz="2000" dirty="0">
                <a:solidFill>
                  <a:srgbClr val="0000FF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分</a:t>
            </a:r>
            <a:r>
              <a:rPr kumimoji="1"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)</a:t>
            </a:r>
          </a:p>
          <a:p>
            <a:pPr marL="914400" indent="-457200">
              <a:spcBef>
                <a:spcPts val="0"/>
              </a:spcBef>
              <a:spcAft>
                <a:spcPts val="1200"/>
              </a:spcAft>
              <a:buFont typeface="+mj-ea"/>
              <a:buAutoNum type="circleNumDbPlain"/>
            </a:pPr>
            <a:r>
              <a:rPr kumimoji="1" lang="zh-CN" altLang="en-US" dirty="0">
                <a:solidFill>
                  <a:srgbClr val="124B9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系统的特性、分类</a:t>
            </a:r>
            <a:endParaRPr kumimoji="1" lang="en-US" altLang="zh-CN" dirty="0">
              <a:solidFill>
                <a:srgbClr val="124B93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914400" indent="-457200">
              <a:spcBef>
                <a:spcPts val="0"/>
              </a:spcBef>
              <a:spcAft>
                <a:spcPts val="1200"/>
              </a:spcAft>
              <a:buFont typeface="+mj-ea"/>
              <a:buAutoNum type="circleNumDbPlain"/>
            </a:pPr>
            <a:r>
              <a:rPr kumimoji="1" lang="zh-CN" altLang="en-US" dirty="0">
                <a:solidFill>
                  <a:srgbClr val="124B9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系统工程方法论与建模</a:t>
            </a:r>
            <a:endParaRPr kumimoji="1" lang="en-US" altLang="zh-CN" dirty="0">
              <a:solidFill>
                <a:srgbClr val="124B93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457200" indent="-457200">
              <a:spcBef>
                <a:spcPts val="0"/>
              </a:spcBef>
              <a:spcAft>
                <a:spcPts val="1200"/>
              </a:spcAft>
              <a:buFont typeface="+mj-lt"/>
              <a:buAutoNum type="arabicPeriod" startAt="2"/>
            </a:pPr>
            <a:r>
              <a:rPr kumimoji="1" lang="zh-CN" altLang="en-US" sz="2000" dirty="0">
                <a:solidFill>
                  <a:srgbClr val="0000FF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优化方法 </a:t>
            </a:r>
            <a:r>
              <a:rPr kumimoji="1"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(</a:t>
            </a:r>
            <a:r>
              <a:rPr kumimoji="1" lang="zh-CN" altLang="en-US" sz="2000" dirty="0">
                <a:solidFill>
                  <a:srgbClr val="0000FF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计算题</a:t>
            </a:r>
            <a:r>
              <a:rPr kumimoji="1"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70</a:t>
            </a:r>
            <a:r>
              <a:rPr kumimoji="1" lang="zh-CN" altLang="en-US" sz="2000" dirty="0">
                <a:solidFill>
                  <a:srgbClr val="0000FF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分</a:t>
            </a:r>
            <a:r>
              <a:rPr kumimoji="1"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)</a:t>
            </a:r>
          </a:p>
          <a:p>
            <a:pPr marL="914400" indent="-457200">
              <a:spcBef>
                <a:spcPts val="0"/>
              </a:spcBef>
              <a:spcAft>
                <a:spcPts val="1200"/>
              </a:spcAft>
              <a:buFont typeface="+mj-ea"/>
              <a:buAutoNum type="circleNumDbPlain"/>
            </a:pPr>
            <a:r>
              <a:rPr kumimoji="1" lang="zh-CN" altLang="en-US" dirty="0">
                <a:solidFill>
                  <a:srgbClr val="124B9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线性规划 </a:t>
            </a:r>
            <a:r>
              <a:rPr kumimoji="1" lang="en-US" altLang="zh-CN" dirty="0">
                <a:solidFill>
                  <a:srgbClr val="124B9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– </a:t>
            </a:r>
            <a:r>
              <a:rPr kumimoji="1" lang="zh-CN" altLang="en-US" dirty="0">
                <a:solidFill>
                  <a:srgbClr val="124B9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图解法、单纯形法 </a:t>
            </a:r>
            <a:r>
              <a:rPr kumimoji="1" lang="en-US" altLang="zh-CN" dirty="0">
                <a:solidFill>
                  <a:srgbClr val="124B9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(30</a:t>
            </a:r>
            <a:r>
              <a:rPr kumimoji="1" lang="zh-CN" altLang="en-US" dirty="0">
                <a:solidFill>
                  <a:srgbClr val="124B9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分</a:t>
            </a:r>
            <a:r>
              <a:rPr kumimoji="1" lang="en-US" altLang="zh-CN" dirty="0">
                <a:solidFill>
                  <a:srgbClr val="124B9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)</a:t>
            </a:r>
          </a:p>
          <a:p>
            <a:pPr marL="914400" indent="-457200">
              <a:spcBef>
                <a:spcPts val="0"/>
              </a:spcBef>
              <a:spcAft>
                <a:spcPts val="1200"/>
              </a:spcAft>
              <a:buFont typeface="+mj-ea"/>
              <a:buAutoNum type="circleNumDbPlain"/>
            </a:pPr>
            <a:r>
              <a:rPr kumimoji="1" lang="zh-CN" altLang="en-US" dirty="0">
                <a:solidFill>
                  <a:srgbClr val="124B9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无约束优化方法 </a:t>
            </a:r>
            <a:r>
              <a:rPr kumimoji="1" lang="en-US" altLang="zh-CN" dirty="0">
                <a:solidFill>
                  <a:srgbClr val="124B9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– </a:t>
            </a:r>
            <a:r>
              <a:rPr kumimoji="1" lang="zh-CN" altLang="en-US" dirty="0">
                <a:solidFill>
                  <a:srgbClr val="124B9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最速下降法、牛顿法、共轭梯度法 </a:t>
            </a:r>
            <a:r>
              <a:rPr kumimoji="1" lang="en-US" altLang="zh-CN" dirty="0">
                <a:solidFill>
                  <a:srgbClr val="124B9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(30</a:t>
            </a:r>
            <a:r>
              <a:rPr kumimoji="1" lang="zh-CN" altLang="en-US" dirty="0">
                <a:solidFill>
                  <a:srgbClr val="124B9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分</a:t>
            </a:r>
            <a:r>
              <a:rPr kumimoji="1" lang="en-US" altLang="zh-CN" dirty="0">
                <a:solidFill>
                  <a:srgbClr val="124B9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)</a:t>
            </a:r>
          </a:p>
          <a:p>
            <a:pPr marL="914400" indent="-457200">
              <a:spcBef>
                <a:spcPts val="0"/>
              </a:spcBef>
              <a:spcAft>
                <a:spcPts val="1200"/>
              </a:spcAft>
              <a:buFont typeface="+mj-ea"/>
              <a:buAutoNum type="circleNumDbPlain"/>
            </a:pPr>
            <a:r>
              <a:rPr kumimoji="1" lang="zh-CN" altLang="en-US" dirty="0">
                <a:solidFill>
                  <a:srgbClr val="124B9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机器学习与优化方法 </a:t>
            </a:r>
            <a:r>
              <a:rPr kumimoji="1" lang="en-US" altLang="zh-CN" dirty="0">
                <a:solidFill>
                  <a:srgbClr val="124B9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(10</a:t>
            </a:r>
            <a:r>
              <a:rPr kumimoji="1" lang="zh-CN" altLang="en-US" dirty="0">
                <a:solidFill>
                  <a:srgbClr val="124B9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分</a:t>
            </a:r>
            <a:r>
              <a:rPr kumimoji="1" lang="en-US" altLang="zh-CN" dirty="0">
                <a:solidFill>
                  <a:srgbClr val="124B93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550562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</a:objectDefaults>
  <a:extraClrSchemeLst/>
  <a:extLst>
    <a:ext uri="{05A4C25C-085E-4340-85A3-A5531E510DB2}">
      <thm15:themeFamily xmlns:thm15="http://schemas.microsoft.com/office/thememl/2012/main" name="template.pptx" id="{A5AFA3B5-42C5-442D-9346-A9F336FC175E}" vid="{4A7DF0AD-0880-45F0-89F1-6544CF65E9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15898</TotalTime>
  <Words>70</Words>
  <Application>Microsoft Office PowerPoint</Application>
  <PresentationFormat>全屏显示(4:3)</PresentationFormat>
  <Paragraphs>16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SimHei</vt:lpstr>
      <vt:lpstr>Arial</vt:lpstr>
      <vt:lpstr>Calibri</vt:lpstr>
      <vt:lpstr>Calibri Light</vt:lpstr>
      <vt:lpstr>Office Theme</vt:lpstr>
      <vt:lpstr>PowerPoint 演示文稿</vt:lpstr>
      <vt:lpstr>考试要点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Feng, Xiaowei</dc:creator>
  <cp:lastModifiedBy>Tang Chong</cp:lastModifiedBy>
  <cp:revision>1079</cp:revision>
  <dcterms:created xsi:type="dcterms:W3CDTF">2020-02-17T05:49:38Z</dcterms:created>
  <dcterms:modified xsi:type="dcterms:W3CDTF">2024-12-09T11:40:09Z</dcterms:modified>
</cp:coreProperties>
</file>