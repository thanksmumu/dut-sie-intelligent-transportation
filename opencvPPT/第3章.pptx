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9" r:id="rId3"/>
  </p:sldMasterIdLst>
  <p:notesMasterIdLst>
    <p:notesMasterId r:id="rId5"/>
  </p:notesMasterIdLst>
  <p:handoutMasterIdLst>
    <p:handoutMasterId r:id="rId31"/>
  </p:handoutMasterIdLst>
  <p:sldIdLst>
    <p:sldId id="257" r:id="rId4"/>
    <p:sldId id="275" r:id="rId6"/>
    <p:sldId id="325" r:id="rId7"/>
    <p:sldId id="334" r:id="rId8"/>
    <p:sldId id="335" r:id="rId9"/>
    <p:sldId id="336" r:id="rId10"/>
    <p:sldId id="337" r:id="rId11"/>
    <p:sldId id="326" r:id="rId12"/>
    <p:sldId id="338" r:id="rId13"/>
    <p:sldId id="339" r:id="rId14"/>
    <p:sldId id="340" r:id="rId15"/>
    <p:sldId id="341" r:id="rId16"/>
    <p:sldId id="342" r:id="rId17"/>
    <p:sldId id="343" r:id="rId18"/>
    <p:sldId id="344" r:id="rId19"/>
    <p:sldId id="354" r:id="rId20"/>
    <p:sldId id="355" r:id="rId21"/>
    <p:sldId id="356" r:id="rId22"/>
    <p:sldId id="327" r:id="rId23"/>
    <p:sldId id="357" r:id="rId24"/>
    <p:sldId id="328" r:id="rId25"/>
    <p:sldId id="345" r:id="rId26"/>
    <p:sldId id="358" r:id="rId27"/>
    <p:sldId id="346" r:id="rId28"/>
    <p:sldId id="347" r:id="rId29"/>
    <p:sldId id="333" r:id="rId30"/>
  </p:sldIdLst>
  <p:sldSz cx="12188825" cy="6858000"/>
  <p:notesSz cx="6858000" cy="9144000"/>
  <p:embeddedFontLst>
    <p:embeddedFont>
      <p:font typeface="微软雅黑" panose="020B0503020204020204" charset="-122"/>
      <p:regular r:id="rId36"/>
    </p:embeddedFont>
    <p:embeddedFont>
      <p:font typeface="汉仪旗黑-75S" panose="00020600040101010101" charset="-122"/>
      <p:bold r:id="rId37"/>
    </p:embeddedFont>
    <p:embeddedFont>
      <p:font typeface="方正姚体" panose="02010601030101010101" pitchFamily="2" charset="-122"/>
      <p:regular r:id="rId38"/>
    </p:embeddedFont>
    <p:embeddedFont>
      <p:font typeface="Palatino Linotype" panose="02040502050505030304" charset="0"/>
      <p:regular r:id="rId39"/>
      <p:bold r:id="rId40"/>
      <p:italic r:id="rId41"/>
      <p:boldItalic r:id="rId4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F5AB1C69-6EDB-4FF4-983F-18BD219EF322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615" autoAdjust="0"/>
  </p:normalViewPr>
  <p:slideViewPr>
    <p:cSldViewPr>
      <p:cViewPr varScale="1">
        <p:scale>
          <a:sx n="75" d="100"/>
          <a:sy n="75" d="100"/>
        </p:scale>
        <p:origin x="82" y="110"/>
      </p:cViewPr>
      <p:guideLst>
        <p:guide orient="horz" pos="2160"/>
        <p:guide orient="horz" pos="1008"/>
        <p:guide orient="horz" pos="3792"/>
        <p:guide orient="horz" pos="1152"/>
        <p:guide orient="horz" pos="3360"/>
        <p:guide orient="horz" pos="3072"/>
        <p:guide orient="horz" pos="864"/>
        <p:guide orient="horz" pos="557"/>
        <p:guide orient="horz" pos="2784"/>
        <p:guide pos="3839"/>
        <p:guide pos="959"/>
        <p:guide pos="7007"/>
        <p:guide pos="6719"/>
        <p:guide pos="6143"/>
        <p:guide pos="3983"/>
        <p:guide pos="527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3840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2" Type="http://schemas.openxmlformats.org/officeDocument/2006/relationships/font" Target="fonts/font7.fntdata"/><Relationship Id="rId41" Type="http://schemas.openxmlformats.org/officeDocument/2006/relationships/font" Target="fonts/font6.fntdata"/><Relationship Id="rId40" Type="http://schemas.openxmlformats.org/officeDocument/2006/relationships/font" Target="fonts/font5.fntdata"/><Relationship Id="rId4" Type="http://schemas.openxmlformats.org/officeDocument/2006/relationships/slide" Target="slides/slide1.xml"/><Relationship Id="rId39" Type="http://schemas.openxmlformats.org/officeDocument/2006/relationships/font" Target="fonts/font4.fntdata"/><Relationship Id="rId38" Type="http://schemas.openxmlformats.org/officeDocument/2006/relationships/font" Target="fonts/font3.fntdata"/><Relationship Id="rId37" Type="http://schemas.openxmlformats.org/officeDocument/2006/relationships/font" Target="fonts/font2.fntdata"/><Relationship Id="rId36" Type="http://schemas.openxmlformats.org/officeDocument/2006/relationships/font" Target="fonts/font1.fntdata"/><Relationship Id="rId35" Type="http://schemas.openxmlformats.org/officeDocument/2006/relationships/commentAuthors" Target="commentAuthors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BE8D551-EAFC-440E-BE76-FE90AA8B3E59}" type="datetime1"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</a:fld>
            <a:endParaRPr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C119DBA-4540-49B3-8FA9-6259387ECF9E}" type="slidenum"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</a:fld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0A1D97-EEB6-429B-AC02-D2212B4618C4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3B36274-F2B9-4C45-BBB4-0EDF4CD651A7}" type="slidenum">
              <a:rPr lang="en-US" altLang="zh-CN" noProof="0" smtClean="0"/>
            </a:fld>
            <a:endParaRPr lang="en-US" altLang="zh-CN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E3B36274-F2B9-4C45-BBB4-0EDF4CD651A7}" type="slidenum">
              <a:rPr lang="en-US" altLang="zh-CN" smtClean="0">
                <a:latin typeface="+mj-ea"/>
                <a:ea typeface="+mj-ea"/>
              </a:rPr>
            </a:fld>
            <a:endParaRPr lang="zh-CN" altLang="en-US" dirty="0">
              <a:latin typeface="+mj-ea"/>
              <a:ea typeface="+mj-ea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36B37-480C-4C68-8BAA-2F772309D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9" Type="http://schemas.openxmlformats.org/officeDocument/2006/relationships/tags" Target="../tags/tag67.xml"/><Relationship Id="rId68" Type="http://schemas.openxmlformats.org/officeDocument/2006/relationships/tags" Target="../tags/tag66.xml"/><Relationship Id="rId67" Type="http://schemas.openxmlformats.org/officeDocument/2006/relationships/tags" Target="../tags/tag65.xml"/><Relationship Id="rId66" Type="http://schemas.openxmlformats.org/officeDocument/2006/relationships/tags" Target="../tags/tag64.xml"/><Relationship Id="rId65" Type="http://schemas.openxmlformats.org/officeDocument/2006/relationships/tags" Target="../tags/tag63.xml"/><Relationship Id="rId64" Type="http://schemas.openxmlformats.org/officeDocument/2006/relationships/tags" Target="../tags/tag62.xml"/><Relationship Id="rId63" Type="http://schemas.openxmlformats.org/officeDocument/2006/relationships/tags" Target="../tags/tag61.xml"/><Relationship Id="rId62" Type="http://schemas.openxmlformats.org/officeDocument/2006/relationships/tags" Target="../tags/tag60.xml"/><Relationship Id="rId61" Type="http://schemas.openxmlformats.org/officeDocument/2006/relationships/tags" Target="../tags/tag59.xml"/><Relationship Id="rId60" Type="http://schemas.openxmlformats.org/officeDocument/2006/relationships/tags" Target="../tags/tag58.xml"/><Relationship Id="rId6" Type="http://schemas.openxmlformats.org/officeDocument/2006/relationships/tags" Target="../tags/tag4.xml"/><Relationship Id="rId59" Type="http://schemas.openxmlformats.org/officeDocument/2006/relationships/tags" Target="../tags/tag57.xml"/><Relationship Id="rId58" Type="http://schemas.openxmlformats.org/officeDocument/2006/relationships/tags" Target="../tags/tag56.xml"/><Relationship Id="rId57" Type="http://schemas.openxmlformats.org/officeDocument/2006/relationships/tags" Target="../tags/tag55.xml"/><Relationship Id="rId56" Type="http://schemas.openxmlformats.org/officeDocument/2006/relationships/tags" Target="../tags/tag54.xml"/><Relationship Id="rId55" Type="http://schemas.openxmlformats.org/officeDocument/2006/relationships/tags" Target="../tags/tag53.xml"/><Relationship Id="rId54" Type="http://schemas.openxmlformats.org/officeDocument/2006/relationships/tags" Target="../tags/tag52.xml"/><Relationship Id="rId53" Type="http://schemas.openxmlformats.org/officeDocument/2006/relationships/tags" Target="../tags/tag51.xml"/><Relationship Id="rId52" Type="http://schemas.openxmlformats.org/officeDocument/2006/relationships/tags" Target="../tags/tag50.xml"/><Relationship Id="rId51" Type="http://schemas.openxmlformats.org/officeDocument/2006/relationships/tags" Target="../tags/tag49.xml"/><Relationship Id="rId50" Type="http://schemas.openxmlformats.org/officeDocument/2006/relationships/tags" Target="../tags/tag48.xml"/><Relationship Id="rId5" Type="http://schemas.openxmlformats.org/officeDocument/2006/relationships/tags" Target="../tags/tag3.xml"/><Relationship Id="rId49" Type="http://schemas.openxmlformats.org/officeDocument/2006/relationships/tags" Target="../tags/tag47.xml"/><Relationship Id="rId48" Type="http://schemas.openxmlformats.org/officeDocument/2006/relationships/tags" Target="../tags/tag46.xml"/><Relationship Id="rId47" Type="http://schemas.openxmlformats.org/officeDocument/2006/relationships/tags" Target="../tags/tag45.xml"/><Relationship Id="rId46" Type="http://schemas.openxmlformats.org/officeDocument/2006/relationships/tags" Target="../tags/tag44.xml"/><Relationship Id="rId45" Type="http://schemas.openxmlformats.org/officeDocument/2006/relationships/tags" Target="../tags/tag43.xml"/><Relationship Id="rId44" Type="http://schemas.openxmlformats.org/officeDocument/2006/relationships/tags" Target="../tags/tag42.xml"/><Relationship Id="rId43" Type="http://schemas.openxmlformats.org/officeDocument/2006/relationships/tags" Target="../tags/tag41.xml"/><Relationship Id="rId42" Type="http://schemas.openxmlformats.org/officeDocument/2006/relationships/tags" Target="../tags/tag40.xml"/><Relationship Id="rId41" Type="http://schemas.openxmlformats.org/officeDocument/2006/relationships/tags" Target="../tags/tag39.xml"/><Relationship Id="rId40" Type="http://schemas.openxmlformats.org/officeDocument/2006/relationships/tags" Target="../tags/tag38.xml"/><Relationship Id="rId4" Type="http://schemas.openxmlformats.org/officeDocument/2006/relationships/tags" Target="../tags/tag2.xml"/><Relationship Id="rId39" Type="http://schemas.openxmlformats.org/officeDocument/2006/relationships/tags" Target="../tags/tag37.xml"/><Relationship Id="rId38" Type="http://schemas.openxmlformats.org/officeDocument/2006/relationships/tags" Target="../tags/tag36.xml"/><Relationship Id="rId37" Type="http://schemas.openxmlformats.org/officeDocument/2006/relationships/tags" Target="../tags/tag35.xml"/><Relationship Id="rId36" Type="http://schemas.openxmlformats.org/officeDocument/2006/relationships/tags" Target="../tags/tag34.xml"/><Relationship Id="rId35" Type="http://schemas.openxmlformats.org/officeDocument/2006/relationships/tags" Target="../tags/tag33.xml"/><Relationship Id="rId34" Type="http://schemas.openxmlformats.org/officeDocument/2006/relationships/tags" Target="../tags/tag32.xml"/><Relationship Id="rId33" Type="http://schemas.openxmlformats.org/officeDocument/2006/relationships/tags" Target="../tags/tag31.xml"/><Relationship Id="rId32" Type="http://schemas.openxmlformats.org/officeDocument/2006/relationships/tags" Target="../tags/tag30.xml"/><Relationship Id="rId31" Type="http://schemas.openxmlformats.org/officeDocument/2006/relationships/tags" Target="../tags/tag29.xml"/><Relationship Id="rId30" Type="http://schemas.openxmlformats.org/officeDocument/2006/relationships/tags" Target="../tags/tag28.xml"/><Relationship Id="rId3" Type="http://schemas.openxmlformats.org/officeDocument/2006/relationships/image" Target="../media/image1.jpeg"/><Relationship Id="rId29" Type="http://schemas.openxmlformats.org/officeDocument/2006/relationships/tags" Target="../tags/tag27.xml"/><Relationship Id="rId28" Type="http://schemas.openxmlformats.org/officeDocument/2006/relationships/tags" Target="../tags/tag26.xml"/><Relationship Id="rId27" Type="http://schemas.openxmlformats.org/officeDocument/2006/relationships/tags" Target="../tags/tag25.xml"/><Relationship Id="rId26" Type="http://schemas.openxmlformats.org/officeDocument/2006/relationships/tags" Target="../tags/tag24.xml"/><Relationship Id="rId25" Type="http://schemas.openxmlformats.org/officeDocument/2006/relationships/tags" Target="../tags/tag23.xml"/><Relationship Id="rId24" Type="http://schemas.openxmlformats.org/officeDocument/2006/relationships/tags" Target="../tags/tag22.xml"/><Relationship Id="rId23" Type="http://schemas.openxmlformats.org/officeDocument/2006/relationships/tags" Target="../tags/tag21.xml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tags" Target="../tags/tag1.xml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0" Type="http://schemas.openxmlformats.org/officeDocument/2006/relationships/tags" Target="../tags/tag97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112.xml"/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118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4" Type="http://schemas.openxmlformats.org/officeDocument/2006/relationships/tags" Target="../tags/tag115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129.xml"/><Relationship Id="rId8" Type="http://schemas.openxmlformats.org/officeDocument/2006/relationships/tags" Target="../tags/tag128.xml"/><Relationship Id="rId70" Type="http://schemas.openxmlformats.org/officeDocument/2006/relationships/tags" Target="../tags/tag190.xml"/><Relationship Id="rId7" Type="http://schemas.openxmlformats.org/officeDocument/2006/relationships/tags" Target="../tags/tag127.xml"/><Relationship Id="rId69" Type="http://schemas.openxmlformats.org/officeDocument/2006/relationships/tags" Target="../tags/tag189.xml"/><Relationship Id="rId68" Type="http://schemas.openxmlformats.org/officeDocument/2006/relationships/tags" Target="../tags/tag188.xml"/><Relationship Id="rId67" Type="http://schemas.openxmlformats.org/officeDocument/2006/relationships/tags" Target="../tags/tag187.xml"/><Relationship Id="rId66" Type="http://schemas.openxmlformats.org/officeDocument/2006/relationships/tags" Target="../tags/tag186.xml"/><Relationship Id="rId65" Type="http://schemas.openxmlformats.org/officeDocument/2006/relationships/tags" Target="../tags/tag185.xml"/><Relationship Id="rId64" Type="http://schemas.openxmlformats.org/officeDocument/2006/relationships/tags" Target="../tags/tag184.xml"/><Relationship Id="rId63" Type="http://schemas.openxmlformats.org/officeDocument/2006/relationships/tags" Target="../tags/tag183.xml"/><Relationship Id="rId62" Type="http://schemas.openxmlformats.org/officeDocument/2006/relationships/tags" Target="../tags/tag182.xml"/><Relationship Id="rId61" Type="http://schemas.openxmlformats.org/officeDocument/2006/relationships/tags" Target="../tags/tag181.xml"/><Relationship Id="rId60" Type="http://schemas.openxmlformats.org/officeDocument/2006/relationships/tags" Target="../tags/tag180.xml"/><Relationship Id="rId6" Type="http://schemas.openxmlformats.org/officeDocument/2006/relationships/tags" Target="../tags/tag126.xml"/><Relationship Id="rId59" Type="http://schemas.openxmlformats.org/officeDocument/2006/relationships/tags" Target="../tags/tag179.xml"/><Relationship Id="rId58" Type="http://schemas.openxmlformats.org/officeDocument/2006/relationships/tags" Target="../tags/tag178.xml"/><Relationship Id="rId57" Type="http://schemas.openxmlformats.org/officeDocument/2006/relationships/tags" Target="../tags/tag177.xml"/><Relationship Id="rId56" Type="http://schemas.openxmlformats.org/officeDocument/2006/relationships/tags" Target="../tags/tag176.xml"/><Relationship Id="rId55" Type="http://schemas.openxmlformats.org/officeDocument/2006/relationships/tags" Target="../tags/tag175.xml"/><Relationship Id="rId54" Type="http://schemas.openxmlformats.org/officeDocument/2006/relationships/tags" Target="../tags/tag174.xml"/><Relationship Id="rId53" Type="http://schemas.openxmlformats.org/officeDocument/2006/relationships/tags" Target="../tags/tag173.xml"/><Relationship Id="rId52" Type="http://schemas.openxmlformats.org/officeDocument/2006/relationships/tags" Target="../tags/tag172.xml"/><Relationship Id="rId51" Type="http://schemas.openxmlformats.org/officeDocument/2006/relationships/tags" Target="../tags/tag171.xml"/><Relationship Id="rId50" Type="http://schemas.openxmlformats.org/officeDocument/2006/relationships/tags" Target="../tags/tag170.xml"/><Relationship Id="rId5" Type="http://schemas.openxmlformats.org/officeDocument/2006/relationships/image" Target="../media/image2.jpeg"/><Relationship Id="rId49" Type="http://schemas.openxmlformats.org/officeDocument/2006/relationships/tags" Target="../tags/tag169.xml"/><Relationship Id="rId48" Type="http://schemas.openxmlformats.org/officeDocument/2006/relationships/tags" Target="../tags/tag168.xml"/><Relationship Id="rId47" Type="http://schemas.openxmlformats.org/officeDocument/2006/relationships/tags" Target="../tags/tag167.xml"/><Relationship Id="rId46" Type="http://schemas.openxmlformats.org/officeDocument/2006/relationships/tags" Target="../tags/tag166.xml"/><Relationship Id="rId45" Type="http://schemas.openxmlformats.org/officeDocument/2006/relationships/tags" Target="../tags/tag165.xml"/><Relationship Id="rId44" Type="http://schemas.openxmlformats.org/officeDocument/2006/relationships/tags" Target="../tags/tag164.xml"/><Relationship Id="rId43" Type="http://schemas.openxmlformats.org/officeDocument/2006/relationships/tags" Target="../tags/tag163.xml"/><Relationship Id="rId42" Type="http://schemas.openxmlformats.org/officeDocument/2006/relationships/tags" Target="../tags/tag162.xml"/><Relationship Id="rId41" Type="http://schemas.openxmlformats.org/officeDocument/2006/relationships/tags" Target="../tags/tag161.xml"/><Relationship Id="rId40" Type="http://schemas.openxmlformats.org/officeDocument/2006/relationships/tags" Target="../tags/tag160.xml"/><Relationship Id="rId4" Type="http://schemas.openxmlformats.org/officeDocument/2006/relationships/tags" Target="../tags/tag125.xml"/><Relationship Id="rId39" Type="http://schemas.openxmlformats.org/officeDocument/2006/relationships/tags" Target="../tags/tag159.xml"/><Relationship Id="rId38" Type="http://schemas.openxmlformats.org/officeDocument/2006/relationships/tags" Target="../tags/tag158.xml"/><Relationship Id="rId37" Type="http://schemas.openxmlformats.org/officeDocument/2006/relationships/tags" Target="../tags/tag157.xml"/><Relationship Id="rId36" Type="http://schemas.openxmlformats.org/officeDocument/2006/relationships/tags" Target="../tags/tag156.xml"/><Relationship Id="rId35" Type="http://schemas.openxmlformats.org/officeDocument/2006/relationships/tags" Target="../tags/tag155.xml"/><Relationship Id="rId34" Type="http://schemas.openxmlformats.org/officeDocument/2006/relationships/tags" Target="../tags/tag154.xml"/><Relationship Id="rId33" Type="http://schemas.openxmlformats.org/officeDocument/2006/relationships/tags" Target="../tags/tag153.xml"/><Relationship Id="rId32" Type="http://schemas.openxmlformats.org/officeDocument/2006/relationships/tags" Target="../tags/tag152.xml"/><Relationship Id="rId31" Type="http://schemas.openxmlformats.org/officeDocument/2006/relationships/tags" Target="../tags/tag151.xml"/><Relationship Id="rId30" Type="http://schemas.openxmlformats.org/officeDocument/2006/relationships/tags" Target="../tags/tag150.xml"/><Relationship Id="rId3" Type="http://schemas.openxmlformats.org/officeDocument/2006/relationships/image" Target="../media/image1.jpeg"/><Relationship Id="rId29" Type="http://schemas.openxmlformats.org/officeDocument/2006/relationships/tags" Target="../tags/tag149.xml"/><Relationship Id="rId28" Type="http://schemas.openxmlformats.org/officeDocument/2006/relationships/tags" Target="../tags/tag148.xml"/><Relationship Id="rId27" Type="http://schemas.openxmlformats.org/officeDocument/2006/relationships/tags" Target="../tags/tag147.xml"/><Relationship Id="rId26" Type="http://schemas.openxmlformats.org/officeDocument/2006/relationships/tags" Target="../tags/tag146.xml"/><Relationship Id="rId25" Type="http://schemas.openxmlformats.org/officeDocument/2006/relationships/tags" Target="../tags/tag145.xml"/><Relationship Id="rId24" Type="http://schemas.openxmlformats.org/officeDocument/2006/relationships/tags" Target="../tags/tag144.xml"/><Relationship Id="rId23" Type="http://schemas.openxmlformats.org/officeDocument/2006/relationships/tags" Target="../tags/tag143.xml"/><Relationship Id="rId22" Type="http://schemas.openxmlformats.org/officeDocument/2006/relationships/tags" Target="../tags/tag142.xml"/><Relationship Id="rId21" Type="http://schemas.openxmlformats.org/officeDocument/2006/relationships/tags" Target="../tags/tag141.xml"/><Relationship Id="rId20" Type="http://schemas.openxmlformats.org/officeDocument/2006/relationships/tags" Target="../tags/tag140.xml"/><Relationship Id="rId2" Type="http://schemas.openxmlformats.org/officeDocument/2006/relationships/tags" Target="../tags/tag124.xml"/><Relationship Id="rId19" Type="http://schemas.openxmlformats.org/officeDocument/2006/relationships/tags" Target="../tags/tag139.xml"/><Relationship Id="rId18" Type="http://schemas.openxmlformats.org/officeDocument/2006/relationships/tags" Target="../tags/tag138.xml"/><Relationship Id="rId17" Type="http://schemas.openxmlformats.org/officeDocument/2006/relationships/tags" Target="../tags/tag137.xml"/><Relationship Id="rId16" Type="http://schemas.openxmlformats.org/officeDocument/2006/relationships/tags" Target="../tags/tag136.xml"/><Relationship Id="rId15" Type="http://schemas.openxmlformats.org/officeDocument/2006/relationships/tags" Target="../tags/tag135.xml"/><Relationship Id="rId14" Type="http://schemas.openxmlformats.org/officeDocument/2006/relationships/tags" Target="../tags/tag134.xml"/><Relationship Id="rId13" Type="http://schemas.openxmlformats.org/officeDocument/2006/relationships/tags" Target="../tags/tag133.xml"/><Relationship Id="rId12" Type="http://schemas.openxmlformats.org/officeDocument/2006/relationships/tags" Target="../tags/tag132.xml"/><Relationship Id="rId11" Type="http://schemas.openxmlformats.org/officeDocument/2006/relationships/tags" Target="../tags/tag131.xml"/><Relationship Id="rId10" Type="http://schemas.openxmlformats.org/officeDocument/2006/relationships/tags" Target="../tags/tag130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195.xml"/><Relationship Id="rId5" Type="http://schemas.openxmlformats.org/officeDocument/2006/relationships/tags" Target="../tags/tag194.xml"/><Relationship Id="rId4" Type="http://schemas.openxmlformats.org/officeDocument/2006/relationships/tags" Target="../tags/tag193.xml"/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201.xml"/><Relationship Id="rId6" Type="http://schemas.openxmlformats.org/officeDocument/2006/relationships/tags" Target="../tags/tag200.xml"/><Relationship Id="rId5" Type="http://schemas.openxmlformats.org/officeDocument/2006/relationships/tags" Target="../tags/tag199.xml"/><Relationship Id="rId4" Type="http://schemas.openxmlformats.org/officeDocument/2006/relationships/tags" Target="../tags/tag198.xml"/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09.xml"/><Relationship Id="rId8" Type="http://schemas.openxmlformats.org/officeDocument/2006/relationships/tags" Target="../tags/tag208.xml"/><Relationship Id="rId7" Type="http://schemas.openxmlformats.org/officeDocument/2006/relationships/tags" Target="../tags/tag207.xml"/><Relationship Id="rId6" Type="http://schemas.openxmlformats.org/officeDocument/2006/relationships/tags" Target="../tags/tag206.xml"/><Relationship Id="rId5" Type="http://schemas.openxmlformats.org/officeDocument/2006/relationships/tags" Target="../tags/tag205.xml"/><Relationship Id="rId4" Type="http://schemas.openxmlformats.org/officeDocument/2006/relationships/tags" Target="../tags/tag204.xml"/><Relationship Id="rId3" Type="http://schemas.openxmlformats.org/officeDocument/2006/relationships/tags" Target="../tags/tag203.xml"/><Relationship Id="rId2" Type="http://schemas.openxmlformats.org/officeDocument/2006/relationships/tags" Target="../tags/tag202.xml"/><Relationship Id="rId10" Type="http://schemas.openxmlformats.org/officeDocument/2006/relationships/tags" Target="../tags/tag210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18.xml"/><Relationship Id="rId8" Type="http://schemas.openxmlformats.org/officeDocument/2006/relationships/tags" Target="../tags/tag217.xml"/><Relationship Id="rId7" Type="http://schemas.openxmlformats.org/officeDocument/2006/relationships/tags" Target="../tags/tag216.xml"/><Relationship Id="rId6" Type="http://schemas.openxmlformats.org/officeDocument/2006/relationships/tags" Target="../tags/tag215.xml"/><Relationship Id="rId5" Type="http://schemas.openxmlformats.org/officeDocument/2006/relationships/tags" Target="../tags/tag214.xml"/><Relationship Id="rId4" Type="http://schemas.openxmlformats.org/officeDocument/2006/relationships/tags" Target="../tags/tag213.xml"/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0" Type="http://schemas.openxmlformats.org/officeDocument/2006/relationships/tags" Target="../tags/tag219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227.xml"/><Relationship Id="rId8" Type="http://schemas.openxmlformats.org/officeDocument/2006/relationships/tags" Target="../tags/tag226.xml"/><Relationship Id="rId7" Type="http://schemas.openxmlformats.org/officeDocument/2006/relationships/tags" Target="../tags/tag225.xml"/><Relationship Id="rId6" Type="http://schemas.openxmlformats.org/officeDocument/2006/relationships/tags" Target="../tags/tag224.xml"/><Relationship Id="rId5" Type="http://schemas.openxmlformats.org/officeDocument/2006/relationships/tags" Target="../tags/tag223.xml"/><Relationship Id="rId4" Type="http://schemas.openxmlformats.org/officeDocument/2006/relationships/tags" Target="../tags/tag222.xml"/><Relationship Id="rId3" Type="http://schemas.openxmlformats.org/officeDocument/2006/relationships/tags" Target="../tags/tag221.xml"/><Relationship Id="rId2" Type="http://schemas.openxmlformats.org/officeDocument/2006/relationships/tags" Target="../tags/tag220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235.xml"/><Relationship Id="rId8" Type="http://schemas.openxmlformats.org/officeDocument/2006/relationships/tags" Target="../tags/tag234.xml"/><Relationship Id="rId7" Type="http://schemas.openxmlformats.org/officeDocument/2006/relationships/tags" Target="../tags/tag233.xml"/><Relationship Id="rId6" Type="http://schemas.openxmlformats.org/officeDocument/2006/relationships/tags" Target="../tags/tag232.xml"/><Relationship Id="rId5" Type="http://schemas.openxmlformats.org/officeDocument/2006/relationships/tags" Target="../tags/tag231.xml"/><Relationship Id="rId4" Type="http://schemas.openxmlformats.org/officeDocument/2006/relationships/tags" Target="../tags/tag230.xml"/><Relationship Id="rId3" Type="http://schemas.openxmlformats.org/officeDocument/2006/relationships/tags" Target="../tags/tag229.xml"/><Relationship Id="rId2" Type="http://schemas.openxmlformats.org/officeDocument/2006/relationships/tags" Target="../tags/tag228.xml"/><Relationship Id="rId11" Type="http://schemas.openxmlformats.org/officeDocument/2006/relationships/tags" Target="../tags/tag237.xml"/><Relationship Id="rId10" Type="http://schemas.openxmlformats.org/officeDocument/2006/relationships/tags" Target="../tags/tag236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245.xml"/><Relationship Id="rId8" Type="http://schemas.openxmlformats.org/officeDocument/2006/relationships/tags" Target="../tags/tag244.xml"/><Relationship Id="rId7" Type="http://schemas.openxmlformats.org/officeDocument/2006/relationships/tags" Target="../tags/tag243.xml"/><Relationship Id="rId6" Type="http://schemas.openxmlformats.org/officeDocument/2006/relationships/tags" Target="../tags/tag242.xml"/><Relationship Id="rId5" Type="http://schemas.openxmlformats.org/officeDocument/2006/relationships/tags" Target="../tags/tag241.xml"/><Relationship Id="rId4" Type="http://schemas.openxmlformats.org/officeDocument/2006/relationships/tags" Target="../tags/tag240.xml"/><Relationship Id="rId3" Type="http://schemas.openxmlformats.org/officeDocument/2006/relationships/tags" Target="../tags/tag239.xml"/><Relationship Id="rId2" Type="http://schemas.openxmlformats.org/officeDocument/2006/relationships/tags" Target="../tags/tag238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258.xml"/><Relationship Id="rId8" Type="http://schemas.openxmlformats.org/officeDocument/2006/relationships/tags" Target="../tags/tag257.xml"/><Relationship Id="rId7" Type="http://schemas.openxmlformats.org/officeDocument/2006/relationships/tags" Target="../tags/tag256.xml"/><Relationship Id="rId69" Type="http://schemas.openxmlformats.org/officeDocument/2006/relationships/tags" Target="../tags/tag318.xml"/><Relationship Id="rId68" Type="http://schemas.openxmlformats.org/officeDocument/2006/relationships/tags" Target="../tags/tag317.xml"/><Relationship Id="rId67" Type="http://schemas.openxmlformats.org/officeDocument/2006/relationships/tags" Target="../tags/tag316.xml"/><Relationship Id="rId66" Type="http://schemas.openxmlformats.org/officeDocument/2006/relationships/tags" Target="../tags/tag315.xml"/><Relationship Id="rId65" Type="http://schemas.openxmlformats.org/officeDocument/2006/relationships/tags" Target="../tags/tag314.xml"/><Relationship Id="rId64" Type="http://schemas.openxmlformats.org/officeDocument/2006/relationships/tags" Target="../tags/tag313.xml"/><Relationship Id="rId63" Type="http://schemas.openxmlformats.org/officeDocument/2006/relationships/tags" Target="../tags/tag312.xml"/><Relationship Id="rId62" Type="http://schemas.openxmlformats.org/officeDocument/2006/relationships/tags" Target="../tags/tag311.xml"/><Relationship Id="rId61" Type="http://schemas.openxmlformats.org/officeDocument/2006/relationships/tags" Target="../tags/tag310.xml"/><Relationship Id="rId60" Type="http://schemas.openxmlformats.org/officeDocument/2006/relationships/tags" Target="../tags/tag309.xml"/><Relationship Id="rId6" Type="http://schemas.openxmlformats.org/officeDocument/2006/relationships/tags" Target="../tags/tag255.xml"/><Relationship Id="rId59" Type="http://schemas.openxmlformats.org/officeDocument/2006/relationships/tags" Target="../tags/tag308.xml"/><Relationship Id="rId58" Type="http://schemas.openxmlformats.org/officeDocument/2006/relationships/tags" Target="../tags/tag307.xml"/><Relationship Id="rId57" Type="http://schemas.openxmlformats.org/officeDocument/2006/relationships/tags" Target="../tags/tag306.xml"/><Relationship Id="rId56" Type="http://schemas.openxmlformats.org/officeDocument/2006/relationships/tags" Target="../tags/tag305.xml"/><Relationship Id="rId55" Type="http://schemas.openxmlformats.org/officeDocument/2006/relationships/tags" Target="../tags/tag304.xml"/><Relationship Id="rId54" Type="http://schemas.openxmlformats.org/officeDocument/2006/relationships/tags" Target="../tags/tag303.xml"/><Relationship Id="rId53" Type="http://schemas.openxmlformats.org/officeDocument/2006/relationships/tags" Target="../tags/tag302.xml"/><Relationship Id="rId52" Type="http://schemas.openxmlformats.org/officeDocument/2006/relationships/tags" Target="../tags/tag301.xml"/><Relationship Id="rId51" Type="http://schemas.openxmlformats.org/officeDocument/2006/relationships/tags" Target="../tags/tag300.xml"/><Relationship Id="rId50" Type="http://schemas.openxmlformats.org/officeDocument/2006/relationships/tags" Target="../tags/tag299.xml"/><Relationship Id="rId5" Type="http://schemas.openxmlformats.org/officeDocument/2006/relationships/tags" Target="../tags/tag254.xml"/><Relationship Id="rId49" Type="http://schemas.openxmlformats.org/officeDocument/2006/relationships/tags" Target="../tags/tag298.xml"/><Relationship Id="rId48" Type="http://schemas.openxmlformats.org/officeDocument/2006/relationships/tags" Target="../tags/tag297.xml"/><Relationship Id="rId47" Type="http://schemas.openxmlformats.org/officeDocument/2006/relationships/tags" Target="../tags/tag296.xml"/><Relationship Id="rId46" Type="http://schemas.openxmlformats.org/officeDocument/2006/relationships/tags" Target="../tags/tag295.xml"/><Relationship Id="rId45" Type="http://schemas.openxmlformats.org/officeDocument/2006/relationships/tags" Target="../tags/tag294.xml"/><Relationship Id="rId44" Type="http://schemas.openxmlformats.org/officeDocument/2006/relationships/tags" Target="../tags/tag293.xml"/><Relationship Id="rId43" Type="http://schemas.openxmlformats.org/officeDocument/2006/relationships/tags" Target="../tags/tag292.xml"/><Relationship Id="rId42" Type="http://schemas.openxmlformats.org/officeDocument/2006/relationships/tags" Target="../tags/tag291.xml"/><Relationship Id="rId41" Type="http://schemas.openxmlformats.org/officeDocument/2006/relationships/tags" Target="../tags/tag290.xml"/><Relationship Id="rId40" Type="http://schemas.openxmlformats.org/officeDocument/2006/relationships/tags" Target="../tags/tag289.xml"/><Relationship Id="rId4" Type="http://schemas.openxmlformats.org/officeDocument/2006/relationships/tags" Target="../tags/tag253.xml"/><Relationship Id="rId39" Type="http://schemas.openxmlformats.org/officeDocument/2006/relationships/tags" Target="../tags/tag288.xml"/><Relationship Id="rId38" Type="http://schemas.openxmlformats.org/officeDocument/2006/relationships/tags" Target="../tags/tag287.xml"/><Relationship Id="rId37" Type="http://schemas.openxmlformats.org/officeDocument/2006/relationships/tags" Target="../tags/tag286.xml"/><Relationship Id="rId36" Type="http://schemas.openxmlformats.org/officeDocument/2006/relationships/tags" Target="../tags/tag285.xml"/><Relationship Id="rId35" Type="http://schemas.openxmlformats.org/officeDocument/2006/relationships/tags" Target="../tags/tag284.xml"/><Relationship Id="rId34" Type="http://schemas.openxmlformats.org/officeDocument/2006/relationships/tags" Target="../tags/tag283.xml"/><Relationship Id="rId33" Type="http://schemas.openxmlformats.org/officeDocument/2006/relationships/tags" Target="../tags/tag282.xml"/><Relationship Id="rId32" Type="http://schemas.openxmlformats.org/officeDocument/2006/relationships/tags" Target="../tags/tag281.xml"/><Relationship Id="rId31" Type="http://schemas.openxmlformats.org/officeDocument/2006/relationships/tags" Target="../tags/tag280.xml"/><Relationship Id="rId30" Type="http://schemas.openxmlformats.org/officeDocument/2006/relationships/tags" Target="../tags/tag279.xml"/><Relationship Id="rId3" Type="http://schemas.openxmlformats.org/officeDocument/2006/relationships/image" Target="../media/image1.jpeg"/><Relationship Id="rId29" Type="http://schemas.openxmlformats.org/officeDocument/2006/relationships/tags" Target="../tags/tag278.xml"/><Relationship Id="rId28" Type="http://schemas.openxmlformats.org/officeDocument/2006/relationships/tags" Target="../tags/tag277.xml"/><Relationship Id="rId27" Type="http://schemas.openxmlformats.org/officeDocument/2006/relationships/tags" Target="../tags/tag276.xml"/><Relationship Id="rId26" Type="http://schemas.openxmlformats.org/officeDocument/2006/relationships/tags" Target="../tags/tag275.xml"/><Relationship Id="rId25" Type="http://schemas.openxmlformats.org/officeDocument/2006/relationships/tags" Target="../tags/tag274.xml"/><Relationship Id="rId24" Type="http://schemas.openxmlformats.org/officeDocument/2006/relationships/tags" Target="../tags/tag273.xml"/><Relationship Id="rId23" Type="http://schemas.openxmlformats.org/officeDocument/2006/relationships/tags" Target="../tags/tag272.xml"/><Relationship Id="rId22" Type="http://schemas.openxmlformats.org/officeDocument/2006/relationships/tags" Target="../tags/tag271.xml"/><Relationship Id="rId21" Type="http://schemas.openxmlformats.org/officeDocument/2006/relationships/tags" Target="../tags/tag270.xml"/><Relationship Id="rId20" Type="http://schemas.openxmlformats.org/officeDocument/2006/relationships/tags" Target="../tags/tag269.xml"/><Relationship Id="rId2" Type="http://schemas.openxmlformats.org/officeDocument/2006/relationships/tags" Target="../tags/tag252.xml"/><Relationship Id="rId19" Type="http://schemas.openxmlformats.org/officeDocument/2006/relationships/tags" Target="../tags/tag268.xml"/><Relationship Id="rId18" Type="http://schemas.openxmlformats.org/officeDocument/2006/relationships/tags" Target="../tags/tag267.xml"/><Relationship Id="rId17" Type="http://schemas.openxmlformats.org/officeDocument/2006/relationships/tags" Target="../tags/tag266.xml"/><Relationship Id="rId16" Type="http://schemas.openxmlformats.org/officeDocument/2006/relationships/tags" Target="../tags/tag265.xml"/><Relationship Id="rId15" Type="http://schemas.openxmlformats.org/officeDocument/2006/relationships/tags" Target="../tags/tag264.xml"/><Relationship Id="rId14" Type="http://schemas.openxmlformats.org/officeDocument/2006/relationships/tags" Target="../tags/tag263.xml"/><Relationship Id="rId13" Type="http://schemas.openxmlformats.org/officeDocument/2006/relationships/tags" Target="../tags/tag262.xml"/><Relationship Id="rId12" Type="http://schemas.openxmlformats.org/officeDocument/2006/relationships/tags" Target="../tags/tag261.xml"/><Relationship Id="rId11" Type="http://schemas.openxmlformats.org/officeDocument/2006/relationships/tags" Target="../tags/tag260.xml"/><Relationship Id="rId10" Type="http://schemas.openxmlformats.org/officeDocument/2006/relationships/tags" Target="../tags/tag259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324.xml"/><Relationship Id="rId6" Type="http://schemas.openxmlformats.org/officeDocument/2006/relationships/tags" Target="../tags/tag323.xml"/><Relationship Id="rId5" Type="http://schemas.openxmlformats.org/officeDocument/2006/relationships/tags" Target="../tags/tag322.xml"/><Relationship Id="rId4" Type="http://schemas.openxmlformats.org/officeDocument/2006/relationships/tags" Target="../tags/tag321.xml"/><Relationship Id="rId3" Type="http://schemas.openxmlformats.org/officeDocument/2006/relationships/tags" Target="../tags/tag320.xml"/><Relationship Id="rId2" Type="http://schemas.openxmlformats.org/officeDocument/2006/relationships/tags" Target="../tags/tag31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332.xml"/><Relationship Id="rId8" Type="http://schemas.openxmlformats.org/officeDocument/2006/relationships/tags" Target="../tags/tag331.xml"/><Relationship Id="rId7" Type="http://schemas.openxmlformats.org/officeDocument/2006/relationships/tags" Target="../tags/tag330.xml"/><Relationship Id="rId6" Type="http://schemas.openxmlformats.org/officeDocument/2006/relationships/tags" Target="../tags/tag329.xml"/><Relationship Id="rId5" Type="http://schemas.openxmlformats.org/officeDocument/2006/relationships/tags" Target="../tags/tag328.xml"/><Relationship Id="rId4" Type="http://schemas.openxmlformats.org/officeDocument/2006/relationships/tags" Target="../tags/tag327.xml"/><Relationship Id="rId3" Type="http://schemas.openxmlformats.org/officeDocument/2006/relationships/tags" Target="../tags/tag326.xml"/><Relationship Id="rId2" Type="http://schemas.openxmlformats.org/officeDocument/2006/relationships/tags" Target="../tags/tag325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339.xml"/><Relationship Id="rId7" Type="http://schemas.openxmlformats.org/officeDocument/2006/relationships/tags" Target="../tags/tag338.xml"/><Relationship Id="rId6" Type="http://schemas.openxmlformats.org/officeDocument/2006/relationships/tags" Target="../tags/tag337.xml"/><Relationship Id="rId5" Type="http://schemas.openxmlformats.org/officeDocument/2006/relationships/tags" Target="../tags/tag336.xml"/><Relationship Id="rId4" Type="http://schemas.openxmlformats.org/officeDocument/2006/relationships/tags" Target="../tags/tag335.xml"/><Relationship Id="rId3" Type="http://schemas.openxmlformats.org/officeDocument/2006/relationships/tags" Target="../tags/tag334.xml"/><Relationship Id="rId2" Type="http://schemas.openxmlformats.org/officeDocument/2006/relationships/tags" Target="../tags/tag333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347.xml"/><Relationship Id="rId8" Type="http://schemas.openxmlformats.org/officeDocument/2006/relationships/tags" Target="../tags/tag346.xml"/><Relationship Id="rId7" Type="http://schemas.openxmlformats.org/officeDocument/2006/relationships/tags" Target="../tags/tag345.xml"/><Relationship Id="rId6" Type="http://schemas.openxmlformats.org/officeDocument/2006/relationships/tags" Target="../tags/tag344.xml"/><Relationship Id="rId5" Type="http://schemas.openxmlformats.org/officeDocument/2006/relationships/tags" Target="../tags/tag343.xml"/><Relationship Id="rId4" Type="http://schemas.openxmlformats.org/officeDocument/2006/relationships/tags" Target="../tags/tag342.xml"/><Relationship Id="rId3" Type="http://schemas.openxmlformats.org/officeDocument/2006/relationships/tags" Target="../tags/tag341.xml"/><Relationship Id="rId2" Type="http://schemas.openxmlformats.org/officeDocument/2006/relationships/tags" Target="../tags/tag340.xml"/><Relationship Id="rId10" Type="http://schemas.openxmlformats.org/officeDocument/2006/relationships/tags" Target="../tags/tag348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6" Type="http://schemas.openxmlformats.org/officeDocument/2006/relationships/tags" Target="../tags/tag353.xml"/><Relationship Id="rId5" Type="http://schemas.openxmlformats.org/officeDocument/2006/relationships/tags" Target="../tags/tag352.xml"/><Relationship Id="rId4" Type="http://schemas.openxmlformats.org/officeDocument/2006/relationships/tags" Target="../tags/tag351.xml"/><Relationship Id="rId3" Type="http://schemas.openxmlformats.org/officeDocument/2006/relationships/tags" Target="../tags/tag350.xml"/><Relationship Id="rId2" Type="http://schemas.openxmlformats.org/officeDocument/2006/relationships/tags" Target="../tags/tag349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4" Type="http://schemas.openxmlformats.org/officeDocument/2006/relationships/tags" Target="../tags/tag356.xml"/><Relationship Id="rId3" Type="http://schemas.openxmlformats.org/officeDocument/2006/relationships/tags" Target="../tags/tag355.xml"/><Relationship Id="rId2" Type="http://schemas.openxmlformats.org/officeDocument/2006/relationships/tags" Target="../tags/tag354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363.xml"/><Relationship Id="rId7" Type="http://schemas.openxmlformats.org/officeDocument/2006/relationships/tags" Target="../tags/tag362.xml"/><Relationship Id="rId6" Type="http://schemas.openxmlformats.org/officeDocument/2006/relationships/tags" Target="../tags/tag361.xml"/><Relationship Id="rId5" Type="http://schemas.openxmlformats.org/officeDocument/2006/relationships/tags" Target="../tags/tag360.xml"/><Relationship Id="rId4" Type="http://schemas.openxmlformats.org/officeDocument/2006/relationships/tags" Target="../tags/tag359.xml"/><Relationship Id="rId3" Type="http://schemas.openxmlformats.org/officeDocument/2006/relationships/tags" Target="../tags/tag358.xml"/><Relationship Id="rId2" Type="http://schemas.openxmlformats.org/officeDocument/2006/relationships/tags" Target="../tags/tag357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7" Type="http://schemas.openxmlformats.org/officeDocument/2006/relationships/tags" Target="../tags/tag369.xml"/><Relationship Id="rId6" Type="http://schemas.openxmlformats.org/officeDocument/2006/relationships/tags" Target="../tags/tag368.xml"/><Relationship Id="rId5" Type="http://schemas.openxmlformats.org/officeDocument/2006/relationships/tags" Target="../tags/tag367.xml"/><Relationship Id="rId4" Type="http://schemas.openxmlformats.org/officeDocument/2006/relationships/tags" Target="../tags/tag366.xml"/><Relationship Id="rId3" Type="http://schemas.openxmlformats.org/officeDocument/2006/relationships/tags" Target="../tags/tag365.xml"/><Relationship Id="rId2" Type="http://schemas.openxmlformats.org/officeDocument/2006/relationships/tags" Target="../tags/tag364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6" Type="http://schemas.openxmlformats.org/officeDocument/2006/relationships/tags" Target="../tags/tag374.xml"/><Relationship Id="rId5" Type="http://schemas.openxmlformats.org/officeDocument/2006/relationships/tags" Target="../tags/tag373.xml"/><Relationship Id="rId4" Type="http://schemas.openxmlformats.org/officeDocument/2006/relationships/tags" Target="../tags/tag372.xml"/><Relationship Id="rId3" Type="http://schemas.openxmlformats.org/officeDocument/2006/relationships/tags" Target="../tags/tag371.xml"/><Relationship Id="rId2" Type="http://schemas.openxmlformats.org/officeDocument/2006/relationships/tags" Target="../tags/tag370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380.xml"/><Relationship Id="rId8" Type="http://schemas.openxmlformats.org/officeDocument/2006/relationships/tags" Target="../tags/tag379.xml"/><Relationship Id="rId70" Type="http://schemas.openxmlformats.org/officeDocument/2006/relationships/tags" Target="../tags/tag441.xml"/><Relationship Id="rId7" Type="http://schemas.openxmlformats.org/officeDocument/2006/relationships/tags" Target="../tags/tag378.xml"/><Relationship Id="rId69" Type="http://schemas.openxmlformats.org/officeDocument/2006/relationships/tags" Target="../tags/tag440.xml"/><Relationship Id="rId68" Type="http://schemas.openxmlformats.org/officeDocument/2006/relationships/tags" Target="../tags/tag439.xml"/><Relationship Id="rId67" Type="http://schemas.openxmlformats.org/officeDocument/2006/relationships/tags" Target="../tags/tag438.xml"/><Relationship Id="rId66" Type="http://schemas.openxmlformats.org/officeDocument/2006/relationships/tags" Target="../tags/tag437.xml"/><Relationship Id="rId65" Type="http://schemas.openxmlformats.org/officeDocument/2006/relationships/tags" Target="../tags/tag436.xml"/><Relationship Id="rId64" Type="http://schemas.openxmlformats.org/officeDocument/2006/relationships/tags" Target="../tags/tag435.xml"/><Relationship Id="rId63" Type="http://schemas.openxmlformats.org/officeDocument/2006/relationships/tags" Target="../tags/tag434.xml"/><Relationship Id="rId62" Type="http://schemas.openxmlformats.org/officeDocument/2006/relationships/tags" Target="../tags/tag433.xml"/><Relationship Id="rId61" Type="http://schemas.openxmlformats.org/officeDocument/2006/relationships/tags" Target="../tags/tag432.xml"/><Relationship Id="rId60" Type="http://schemas.openxmlformats.org/officeDocument/2006/relationships/tags" Target="../tags/tag431.xml"/><Relationship Id="rId6" Type="http://schemas.openxmlformats.org/officeDocument/2006/relationships/tags" Target="../tags/tag377.xml"/><Relationship Id="rId59" Type="http://schemas.openxmlformats.org/officeDocument/2006/relationships/tags" Target="../tags/tag430.xml"/><Relationship Id="rId58" Type="http://schemas.openxmlformats.org/officeDocument/2006/relationships/tags" Target="../tags/tag429.xml"/><Relationship Id="rId57" Type="http://schemas.openxmlformats.org/officeDocument/2006/relationships/tags" Target="../tags/tag428.xml"/><Relationship Id="rId56" Type="http://schemas.openxmlformats.org/officeDocument/2006/relationships/tags" Target="../tags/tag427.xml"/><Relationship Id="rId55" Type="http://schemas.openxmlformats.org/officeDocument/2006/relationships/tags" Target="../tags/tag426.xml"/><Relationship Id="rId54" Type="http://schemas.openxmlformats.org/officeDocument/2006/relationships/tags" Target="../tags/tag425.xml"/><Relationship Id="rId53" Type="http://schemas.openxmlformats.org/officeDocument/2006/relationships/tags" Target="../tags/tag424.xml"/><Relationship Id="rId52" Type="http://schemas.openxmlformats.org/officeDocument/2006/relationships/tags" Target="../tags/tag423.xml"/><Relationship Id="rId51" Type="http://schemas.openxmlformats.org/officeDocument/2006/relationships/tags" Target="../tags/tag422.xml"/><Relationship Id="rId50" Type="http://schemas.openxmlformats.org/officeDocument/2006/relationships/tags" Target="../tags/tag421.xml"/><Relationship Id="rId5" Type="http://schemas.openxmlformats.org/officeDocument/2006/relationships/image" Target="../media/image2.jpeg"/><Relationship Id="rId49" Type="http://schemas.openxmlformats.org/officeDocument/2006/relationships/tags" Target="../tags/tag420.xml"/><Relationship Id="rId48" Type="http://schemas.openxmlformats.org/officeDocument/2006/relationships/tags" Target="../tags/tag419.xml"/><Relationship Id="rId47" Type="http://schemas.openxmlformats.org/officeDocument/2006/relationships/tags" Target="../tags/tag418.xml"/><Relationship Id="rId46" Type="http://schemas.openxmlformats.org/officeDocument/2006/relationships/tags" Target="../tags/tag417.xml"/><Relationship Id="rId45" Type="http://schemas.openxmlformats.org/officeDocument/2006/relationships/tags" Target="../tags/tag416.xml"/><Relationship Id="rId44" Type="http://schemas.openxmlformats.org/officeDocument/2006/relationships/tags" Target="../tags/tag415.xml"/><Relationship Id="rId43" Type="http://schemas.openxmlformats.org/officeDocument/2006/relationships/tags" Target="../tags/tag414.xml"/><Relationship Id="rId42" Type="http://schemas.openxmlformats.org/officeDocument/2006/relationships/tags" Target="../tags/tag413.xml"/><Relationship Id="rId41" Type="http://schemas.openxmlformats.org/officeDocument/2006/relationships/tags" Target="../tags/tag412.xml"/><Relationship Id="rId40" Type="http://schemas.openxmlformats.org/officeDocument/2006/relationships/tags" Target="../tags/tag411.xml"/><Relationship Id="rId4" Type="http://schemas.openxmlformats.org/officeDocument/2006/relationships/tags" Target="../tags/tag376.xml"/><Relationship Id="rId39" Type="http://schemas.openxmlformats.org/officeDocument/2006/relationships/tags" Target="../tags/tag410.xml"/><Relationship Id="rId38" Type="http://schemas.openxmlformats.org/officeDocument/2006/relationships/tags" Target="../tags/tag409.xml"/><Relationship Id="rId37" Type="http://schemas.openxmlformats.org/officeDocument/2006/relationships/tags" Target="../tags/tag408.xml"/><Relationship Id="rId36" Type="http://schemas.openxmlformats.org/officeDocument/2006/relationships/tags" Target="../tags/tag407.xml"/><Relationship Id="rId35" Type="http://schemas.openxmlformats.org/officeDocument/2006/relationships/tags" Target="../tags/tag406.xml"/><Relationship Id="rId34" Type="http://schemas.openxmlformats.org/officeDocument/2006/relationships/tags" Target="../tags/tag405.xml"/><Relationship Id="rId33" Type="http://schemas.openxmlformats.org/officeDocument/2006/relationships/tags" Target="../tags/tag404.xml"/><Relationship Id="rId32" Type="http://schemas.openxmlformats.org/officeDocument/2006/relationships/tags" Target="../tags/tag403.xml"/><Relationship Id="rId31" Type="http://schemas.openxmlformats.org/officeDocument/2006/relationships/tags" Target="../tags/tag402.xml"/><Relationship Id="rId30" Type="http://schemas.openxmlformats.org/officeDocument/2006/relationships/tags" Target="../tags/tag401.xml"/><Relationship Id="rId3" Type="http://schemas.openxmlformats.org/officeDocument/2006/relationships/image" Target="../media/image1.jpeg"/><Relationship Id="rId29" Type="http://schemas.openxmlformats.org/officeDocument/2006/relationships/tags" Target="../tags/tag400.xml"/><Relationship Id="rId28" Type="http://schemas.openxmlformats.org/officeDocument/2006/relationships/tags" Target="../tags/tag399.xml"/><Relationship Id="rId27" Type="http://schemas.openxmlformats.org/officeDocument/2006/relationships/tags" Target="../tags/tag398.xml"/><Relationship Id="rId26" Type="http://schemas.openxmlformats.org/officeDocument/2006/relationships/tags" Target="../tags/tag397.xml"/><Relationship Id="rId25" Type="http://schemas.openxmlformats.org/officeDocument/2006/relationships/tags" Target="../tags/tag396.xml"/><Relationship Id="rId24" Type="http://schemas.openxmlformats.org/officeDocument/2006/relationships/tags" Target="../tags/tag395.xml"/><Relationship Id="rId23" Type="http://schemas.openxmlformats.org/officeDocument/2006/relationships/tags" Target="../tags/tag394.xml"/><Relationship Id="rId22" Type="http://schemas.openxmlformats.org/officeDocument/2006/relationships/tags" Target="../tags/tag393.xml"/><Relationship Id="rId21" Type="http://schemas.openxmlformats.org/officeDocument/2006/relationships/tags" Target="../tags/tag392.xml"/><Relationship Id="rId20" Type="http://schemas.openxmlformats.org/officeDocument/2006/relationships/tags" Target="../tags/tag391.xml"/><Relationship Id="rId2" Type="http://schemas.openxmlformats.org/officeDocument/2006/relationships/tags" Target="../tags/tag375.xml"/><Relationship Id="rId19" Type="http://schemas.openxmlformats.org/officeDocument/2006/relationships/tags" Target="../tags/tag390.xml"/><Relationship Id="rId18" Type="http://schemas.openxmlformats.org/officeDocument/2006/relationships/tags" Target="../tags/tag389.xml"/><Relationship Id="rId17" Type="http://schemas.openxmlformats.org/officeDocument/2006/relationships/tags" Target="../tags/tag388.xml"/><Relationship Id="rId16" Type="http://schemas.openxmlformats.org/officeDocument/2006/relationships/tags" Target="../tags/tag387.xml"/><Relationship Id="rId15" Type="http://schemas.openxmlformats.org/officeDocument/2006/relationships/tags" Target="../tags/tag386.xml"/><Relationship Id="rId14" Type="http://schemas.openxmlformats.org/officeDocument/2006/relationships/tags" Target="../tags/tag385.xml"/><Relationship Id="rId13" Type="http://schemas.openxmlformats.org/officeDocument/2006/relationships/tags" Target="../tags/tag384.xml"/><Relationship Id="rId12" Type="http://schemas.openxmlformats.org/officeDocument/2006/relationships/tags" Target="../tags/tag383.xml"/><Relationship Id="rId11" Type="http://schemas.openxmlformats.org/officeDocument/2006/relationships/tags" Target="../tags/tag382.xml"/><Relationship Id="rId10" Type="http://schemas.openxmlformats.org/officeDocument/2006/relationships/tags" Target="../tags/tag381.xml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446.xml"/><Relationship Id="rId5" Type="http://schemas.openxmlformats.org/officeDocument/2006/relationships/tags" Target="../tags/tag445.xml"/><Relationship Id="rId4" Type="http://schemas.openxmlformats.org/officeDocument/2006/relationships/tags" Target="../tags/tag444.xml"/><Relationship Id="rId3" Type="http://schemas.openxmlformats.org/officeDocument/2006/relationships/tags" Target="../tags/tag443.xml"/><Relationship Id="rId2" Type="http://schemas.openxmlformats.org/officeDocument/2006/relationships/tags" Target="../tags/tag442.xml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" Type="http://schemas.openxmlformats.org/officeDocument/2006/relationships/tags" Target="../tags/tag447.xml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460.xml"/><Relationship Id="rId8" Type="http://schemas.openxmlformats.org/officeDocument/2006/relationships/tags" Target="../tags/tag459.xml"/><Relationship Id="rId7" Type="http://schemas.openxmlformats.org/officeDocument/2006/relationships/tags" Target="../tags/tag458.xml"/><Relationship Id="rId6" Type="http://schemas.openxmlformats.org/officeDocument/2006/relationships/tags" Target="../tags/tag457.xml"/><Relationship Id="rId5" Type="http://schemas.openxmlformats.org/officeDocument/2006/relationships/tags" Target="../tags/tag456.xml"/><Relationship Id="rId4" Type="http://schemas.openxmlformats.org/officeDocument/2006/relationships/tags" Target="../tags/tag455.xml"/><Relationship Id="rId3" Type="http://schemas.openxmlformats.org/officeDocument/2006/relationships/tags" Target="../tags/tag454.xml"/><Relationship Id="rId2" Type="http://schemas.openxmlformats.org/officeDocument/2006/relationships/tags" Target="../tags/tag453.xml"/><Relationship Id="rId10" Type="http://schemas.openxmlformats.org/officeDocument/2006/relationships/tags" Target="../tags/tag461.xml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469.xml"/><Relationship Id="rId8" Type="http://schemas.openxmlformats.org/officeDocument/2006/relationships/tags" Target="../tags/tag468.xml"/><Relationship Id="rId7" Type="http://schemas.openxmlformats.org/officeDocument/2006/relationships/tags" Target="../tags/tag467.xml"/><Relationship Id="rId6" Type="http://schemas.openxmlformats.org/officeDocument/2006/relationships/tags" Target="../tags/tag466.xml"/><Relationship Id="rId5" Type="http://schemas.openxmlformats.org/officeDocument/2006/relationships/tags" Target="../tags/tag465.xml"/><Relationship Id="rId4" Type="http://schemas.openxmlformats.org/officeDocument/2006/relationships/tags" Target="../tags/tag464.xml"/><Relationship Id="rId3" Type="http://schemas.openxmlformats.org/officeDocument/2006/relationships/tags" Target="../tags/tag463.xml"/><Relationship Id="rId2" Type="http://schemas.openxmlformats.org/officeDocument/2006/relationships/tags" Target="../tags/tag462.xml"/><Relationship Id="rId10" Type="http://schemas.openxmlformats.org/officeDocument/2006/relationships/tags" Target="../tags/tag470.xml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9" Type="http://schemas.openxmlformats.org/officeDocument/2006/relationships/tags" Target="../tags/tag478.xml"/><Relationship Id="rId8" Type="http://schemas.openxmlformats.org/officeDocument/2006/relationships/tags" Target="../tags/tag477.xml"/><Relationship Id="rId7" Type="http://schemas.openxmlformats.org/officeDocument/2006/relationships/tags" Target="../tags/tag476.xml"/><Relationship Id="rId6" Type="http://schemas.openxmlformats.org/officeDocument/2006/relationships/tags" Target="../tags/tag475.xml"/><Relationship Id="rId5" Type="http://schemas.openxmlformats.org/officeDocument/2006/relationships/tags" Target="../tags/tag474.xml"/><Relationship Id="rId4" Type="http://schemas.openxmlformats.org/officeDocument/2006/relationships/tags" Target="../tags/tag473.xml"/><Relationship Id="rId3" Type="http://schemas.openxmlformats.org/officeDocument/2006/relationships/tags" Target="../tags/tag472.xml"/><Relationship Id="rId2" Type="http://schemas.openxmlformats.org/officeDocument/2006/relationships/tags" Target="../tags/tag471.xml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9" Type="http://schemas.openxmlformats.org/officeDocument/2006/relationships/tags" Target="../tags/tag486.xml"/><Relationship Id="rId8" Type="http://schemas.openxmlformats.org/officeDocument/2006/relationships/tags" Target="../tags/tag485.xml"/><Relationship Id="rId7" Type="http://schemas.openxmlformats.org/officeDocument/2006/relationships/tags" Target="../tags/tag484.xml"/><Relationship Id="rId6" Type="http://schemas.openxmlformats.org/officeDocument/2006/relationships/tags" Target="../tags/tag483.xml"/><Relationship Id="rId5" Type="http://schemas.openxmlformats.org/officeDocument/2006/relationships/tags" Target="../tags/tag482.xml"/><Relationship Id="rId4" Type="http://schemas.openxmlformats.org/officeDocument/2006/relationships/tags" Target="../tags/tag481.xml"/><Relationship Id="rId3" Type="http://schemas.openxmlformats.org/officeDocument/2006/relationships/tags" Target="../tags/tag480.xml"/><Relationship Id="rId2" Type="http://schemas.openxmlformats.org/officeDocument/2006/relationships/tags" Target="../tags/tag479.xml"/><Relationship Id="rId11" Type="http://schemas.openxmlformats.org/officeDocument/2006/relationships/tags" Target="../tags/tag488.xml"/><Relationship Id="rId10" Type="http://schemas.openxmlformats.org/officeDocument/2006/relationships/tags" Target="../tags/tag487.xml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9" Type="http://schemas.openxmlformats.org/officeDocument/2006/relationships/tags" Target="../tags/tag496.xml"/><Relationship Id="rId8" Type="http://schemas.openxmlformats.org/officeDocument/2006/relationships/tags" Target="../tags/tag495.xml"/><Relationship Id="rId7" Type="http://schemas.openxmlformats.org/officeDocument/2006/relationships/tags" Target="../tags/tag494.xml"/><Relationship Id="rId6" Type="http://schemas.openxmlformats.org/officeDocument/2006/relationships/tags" Target="../tags/tag493.xml"/><Relationship Id="rId5" Type="http://schemas.openxmlformats.org/officeDocument/2006/relationships/tags" Target="../tags/tag492.xml"/><Relationship Id="rId4" Type="http://schemas.openxmlformats.org/officeDocument/2006/relationships/tags" Target="../tags/tag491.xml"/><Relationship Id="rId3" Type="http://schemas.openxmlformats.org/officeDocument/2006/relationships/tags" Target="../tags/tag490.xml"/><Relationship Id="rId2" Type="http://schemas.openxmlformats.org/officeDocument/2006/relationships/tags" Target="../tags/tag489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动物&#10;&#10;已生成高可信度的说明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 flipH="1">
            <a:off x="0" y="0"/>
            <a:ext cx="12188824" cy="6858000"/>
          </a:xfrm>
          <a:prstGeom prst="rect">
            <a:avLst/>
          </a:prstGeom>
        </p:spPr>
      </p:pic>
      <p:grpSp>
        <p:nvGrpSpPr>
          <p:cNvPr id="13" name="组合 12"/>
          <p:cNvGrpSpPr/>
          <p:nvPr>
            <p:custDataLst>
              <p:tags r:id="rId4"/>
            </p:custDataLst>
          </p:nvPr>
        </p:nvGrpSpPr>
        <p:grpSpPr>
          <a:xfrm>
            <a:off x="428513" y="419100"/>
            <a:ext cx="333288" cy="165100"/>
            <a:chOff x="428625" y="419100"/>
            <a:chExt cx="333375" cy="165100"/>
          </a:xfrm>
        </p:grpSpPr>
        <p:cxnSp>
          <p:nvCxnSpPr>
            <p:cNvPr id="7" name="直接连接符 6"/>
            <p:cNvCxnSpPr/>
            <p:nvPr userDrawn="1">
              <p:custDataLst>
                <p:tags r:id="rId5"/>
              </p:custDataLst>
            </p:nvPr>
          </p:nvCxnSpPr>
          <p:spPr>
            <a:xfrm>
              <a:off x="428625" y="419100"/>
              <a:ext cx="33337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 userDrawn="1">
              <p:custDataLst>
                <p:tags r:id="rId6"/>
              </p:custDataLst>
            </p:nvPr>
          </p:nvCxnSpPr>
          <p:spPr>
            <a:xfrm>
              <a:off x="428625" y="501650"/>
              <a:ext cx="33337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 userDrawn="1">
              <p:custDataLst>
                <p:tags r:id="rId7"/>
              </p:custDataLst>
            </p:nvPr>
          </p:nvCxnSpPr>
          <p:spPr>
            <a:xfrm>
              <a:off x="428625" y="584200"/>
              <a:ext cx="33337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直接连接符 13"/>
          <p:cNvCxnSpPr/>
          <p:nvPr>
            <p:custDataLst>
              <p:tags r:id="rId8"/>
            </p:custDataLst>
          </p:nvPr>
        </p:nvCxnSpPr>
        <p:spPr>
          <a:xfrm>
            <a:off x="7244861" y="6375400"/>
            <a:ext cx="3642174" cy="0"/>
          </a:xfrm>
          <a:prstGeom prst="line">
            <a:avLst/>
          </a:prstGeom>
          <a:ln w="3175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/>
          <p:cNvGrpSpPr/>
          <p:nvPr>
            <p:custDataLst>
              <p:tags r:id="rId9"/>
            </p:custDataLst>
          </p:nvPr>
        </p:nvGrpSpPr>
        <p:grpSpPr>
          <a:xfrm>
            <a:off x="910988" y="4845050"/>
            <a:ext cx="1807689" cy="319882"/>
            <a:chOff x="911225" y="4845050"/>
            <a:chExt cx="1808160" cy="319882"/>
          </a:xfrm>
          <a:solidFill>
            <a:schemeClr val="bg1"/>
          </a:solidFill>
        </p:grpSpPr>
        <p:sp>
          <p:nvSpPr>
            <p:cNvPr id="127" name="椭圆 126"/>
            <p:cNvSpPr/>
            <p:nvPr>
              <p:custDataLst>
                <p:tags r:id="rId10"/>
              </p:custDataLst>
            </p:nvPr>
          </p:nvSpPr>
          <p:spPr>
            <a:xfrm>
              <a:off x="911225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椭圆 127"/>
            <p:cNvSpPr/>
            <p:nvPr>
              <p:custDataLst>
                <p:tags r:id="rId11"/>
              </p:custDataLst>
            </p:nvPr>
          </p:nvSpPr>
          <p:spPr>
            <a:xfrm>
              <a:off x="911225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椭圆 128"/>
            <p:cNvSpPr/>
            <p:nvPr>
              <p:custDataLst>
                <p:tags r:id="rId12"/>
              </p:custDataLst>
            </p:nvPr>
          </p:nvSpPr>
          <p:spPr>
            <a:xfrm>
              <a:off x="1085056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椭圆 129"/>
            <p:cNvSpPr/>
            <p:nvPr>
              <p:custDataLst>
                <p:tags r:id="rId13"/>
              </p:custDataLst>
            </p:nvPr>
          </p:nvSpPr>
          <p:spPr>
            <a:xfrm>
              <a:off x="1085056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椭圆 130"/>
            <p:cNvSpPr/>
            <p:nvPr>
              <p:custDataLst>
                <p:tags r:id="rId14"/>
              </p:custDataLst>
            </p:nvPr>
          </p:nvSpPr>
          <p:spPr>
            <a:xfrm>
              <a:off x="1258887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椭圆 131"/>
            <p:cNvSpPr/>
            <p:nvPr>
              <p:custDataLst>
                <p:tags r:id="rId15"/>
              </p:custDataLst>
            </p:nvPr>
          </p:nvSpPr>
          <p:spPr>
            <a:xfrm>
              <a:off x="1258887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椭圆 132"/>
            <p:cNvSpPr/>
            <p:nvPr>
              <p:custDataLst>
                <p:tags r:id="rId16"/>
              </p:custDataLst>
            </p:nvPr>
          </p:nvSpPr>
          <p:spPr>
            <a:xfrm>
              <a:off x="1432718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椭圆 133"/>
            <p:cNvSpPr/>
            <p:nvPr>
              <p:custDataLst>
                <p:tags r:id="rId17"/>
              </p:custDataLst>
            </p:nvPr>
          </p:nvSpPr>
          <p:spPr>
            <a:xfrm>
              <a:off x="1432718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椭圆 134"/>
            <p:cNvSpPr/>
            <p:nvPr>
              <p:custDataLst>
                <p:tags r:id="rId18"/>
              </p:custDataLst>
            </p:nvPr>
          </p:nvSpPr>
          <p:spPr>
            <a:xfrm>
              <a:off x="1606549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椭圆 135"/>
            <p:cNvSpPr/>
            <p:nvPr>
              <p:custDataLst>
                <p:tags r:id="rId19"/>
              </p:custDataLst>
            </p:nvPr>
          </p:nvSpPr>
          <p:spPr>
            <a:xfrm>
              <a:off x="1606549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椭圆 136"/>
            <p:cNvSpPr/>
            <p:nvPr>
              <p:custDataLst>
                <p:tags r:id="rId20"/>
              </p:custDataLst>
            </p:nvPr>
          </p:nvSpPr>
          <p:spPr>
            <a:xfrm>
              <a:off x="1780380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椭圆 137"/>
            <p:cNvSpPr/>
            <p:nvPr>
              <p:custDataLst>
                <p:tags r:id="rId21"/>
              </p:custDataLst>
            </p:nvPr>
          </p:nvSpPr>
          <p:spPr>
            <a:xfrm>
              <a:off x="1780380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椭圆 138"/>
            <p:cNvSpPr/>
            <p:nvPr>
              <p:custDataLst>
                <p:tags r:id="rId22"/>
              </p:custDataLst>
            </p:nvPr>
          </p:nvSpPr>
          <p:spPr>
            <a:xfrm>
              <a:off x="1954211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椭圆 139"/>
            <p:cNvSpPr/>
            <p:nvPr>
              <p:custDataLst>
                <p:tags r:id="rId23"/>
              </p:custDataLst>
            </p:nvPr>
          </p:nvSpPr>
          <p:spPr>
            <a:xfrm>
              <a:off x="1954211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椭圆 140"/>
            <p:cNvSpPr/>
            <p:nvPr>
              <p:custDataLst>
                <p:tags r:id="rId24"/>
              </p:custDataLst>
            </p:nvPr>
          </p:nvSpPr>
          <p:spPr>
            <a:xfrm>
              <a:off x="2128042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2" name="椭圆 141"/>
            <p:cNvSpPr/>
            <p:nvPr>
              <p:custDataLst>
                <p:tags r:id="rId25"/>
              </p:custDataLst>
            </p:nvPr>
          </p:nvSpPr>
          <p:spPr>
            <a:xfrm>
              <a:off x="2128042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椭圆 142"/>
            <p:cNvSpPr/>
            <p:nvPr>
              <p:custDataLst>
                <p:tags r:id="rId26"/>
              </p:custDataLst>
            </p:nvPr>
          </p:nvSpPr>
          <p:spPr>
            <a:xfrm>
              <a:off x="2301873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椭圆 143"/>
            <p:cNvSpPr/>
            <p:nvPr>
              <p:custDataLst>
                <p:tags r:id="rId27"/>
              </p:custDataLst>
            </p:nvPr>
          </p:nvSpPr>
          <p:spPr>
            <a:xfrm>
              <a:off x="2301873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5" name="椭圆 144"/>
            <p:cNvSpPr/>
            <p:nvPr>
              <p:custDataLst>
                <p:tags r:id="rId28"/>
              </p:custDataLst>
            </p:nvPr>
          </p:nvSpPr>
          <p:spPr>
            <a:xfrm>
              <a:off x="2475704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椭圆 145"/>
            <p:cNvSpPr/>
            <p:nvPr>
              <p:custDataLst>
                <p:tags r:id="rId29"/>
              </p:custDataLst>
            </p:nvPr>
          </p:nvSpPr>
          <p:spPr>
            <a:xfrm>
              <a:off x="2475704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椭圆 146"/>
            <p:cNvSpPr/>
            <p:nvPr>
              <p:custDataLst>
                <p:tags r:id="rId30"/>
              </p:custDataLst>
            </p:nvPr>
          </p:nvSpPr>
          <p:spPr>
            <a:xfrm>
              <a:off x="2649535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椭圆 147"/>
            <p:cNvSpPr/>
            <p:nvPr>
              <p:custDataLst>
                <p:tags r:id="rId31"/>
              </p:custDataLst>
            </p:nvPr>
          </p:nvSpPr>
          <p:spPr>
            <a:xfrm>
              <a:off x="2649535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9" name="组合 218"/>
          <p:cNvGrpSpPr/>
          <p:nvPr>
            <p:custDataLst>
              <p:tags r:id="rId32"/>
            </p:custDataLst>
          </p:nvPr>
        </p:nvGrpSpPr>
        <p:grpSpPr>
          <a:xfrm>
            <a:off x="10219095" y="488763"/>
            <a:ext cx="1286332" cy="891382"/>
            <a:chOff x="9265447" y="481778"/>
            <a:chExt cx="1286667" cy="891382"/>
          </a:xfrm>
          <a:solidFill>
            <a:schemeClr val="bg1"/>
          </a:solidFill>
        </p:grpSpPr>
        <p:sp>
          <p:nvSpPr>
            <p:cNvPr id="151" name="椭圆 150"/>
            <p:cNvSpPr/>
            <p:nvPr>
              <p:custDataLst>
                <p:tags r:id="rId33"/>
              </p:custDataLst>
            </p:nvPr>
          </p:nvSpPr>
          <p:spPr>
            <a:xfrm>
              <a:off x="9265447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椭圆 151"/>
            <p:cNvSpPr/>
            <p:nvPr>
              <p:custDataLst>
                <p:tags r:id="rId34"/>
              </p:custDataLst>
            </p:nvPr>
          </p:nvSpPr>
          <p:spPr>
            <a:xfrm>
              <a:off x="9265447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椭圆 152"/>
            <p:cNvSpPr/>
            <p:nvPr>
              <p:custDataLst>
                <p:tags r:id="rId35"/>
              </p:custDataLst>
            </p:nvPr>
          </p:nvSpPr>
          <p:spPr>
            <a:xfrm>
              <a:off x="9439278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椭圆 153"/>
            <p:cNvSpPr/>
            <p:nvPr>
              <p:custDataLst>
                <p:tags r:id="rId36"/>
              </p:custDataLst>
            </p:nvPr>
          </p:nvSpPr>
          <p:spPr>
            <a:xfrm>
              <a:off x="9439278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5" name="椭圆 154"/>
            <p:cNvSpPr/>
            <p:nvPr>
              <p:custDataLst>
                <p:tags r:id="rId37"/>
              </p:custDataLst>
            </p:nvPr>
          </p:nvSpPr>
          <p:spPr>
            <a:xfrm>
              <a:off x="9613109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6" name="椭圆 155"/>
            <p:cNvSpPr/>
            <p:nvPr>
              <p:custDataLst>
                <p:tags r:id="rId38"/>
              </p:custDataLst>
            </p:nvPr>
          </p:nvSpPr>
          <p:spPr>
            <a:xfrm>
              <a:off x="9613109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7" name="椭圆 156"/>
            <p:cNvSpPr/>
            <p:nvPr>
              <p:custDataLst>
                <p:tags r:id="rId39"/>
              </p:custDataLst>
            </p:nvPr>
          </p:nvSpPr>
          <p:spPr>
            <a:xfrm>
              <a:off x="9786940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8" name="椭圆 157"/>
            <p:cNvSpPr/>
            <p:nvPr>
              <p:custDataLst>
                <p:tags r:id="rId40"/>
              </p:custDataLst>
            </p:nvPr>
          </p:nvSpPr>
          <p:spPr>
            <a:xfrm>
              <a:off x="9786940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9" name="椭圆 158"/>
            <p:cNvSpPr/>
            <p:nvPr>
              <p:custDataLst>
                <p:tags r:id="rId41"/>
              </p:custDataLst>
            </p:nvPr>
          </p:nvSpPr>
          <p:spPr>
            <a:xfrm>
              <a:off x="9960771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椭圆 159"/>
            <p:cNvSpPr/>
            <p:nvPr>
              <p:custDataLst>
                <p:tags r:id="rId42"/>
              </p:custDataLst>
            </p:nvPr>
          </p:nvSpPr>
          <p:spPr>
            <a:xfrm>
              <a:off x="9960771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1" name="椭圆 160"/>
            <p:cNvSpPr/>
            <p:nvPr>
              <p:custDataLst>
                <p:tags r:id="rId43"/>
              </p:custDataLst>
            </p:nvPr>
          </p:nvSpPr>
          <p:spPr>
            <a:xfrm>
              <a:off x="10134602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2" name="椭圆 161"/>
            <p:cNvSpPr/>
            <p:nvPr>
              <p:custDataLst>
                <p:tags r:id="rId44"/>
              </p:custDataLst>
            </p:nvPr>
          </p:nvSpPr>
          <p:spPr>
            <a:xfrm>
              <a:off x="10134602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3" name="椭圆 162"/>
            <p:cNvSpPr/>
            <p:nvPr>
              <p:custDataLst>
                <p:tags r:id="rId45"/>
              </p:custDataLst>
            </p:nvPr>
          </p:nvSpPr>
          <p:spPr>
            <a:xfrm>
              <a:off x="10308433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4" name="椭圆 163"/>
            <p:cNvSpPr/>
            <p:nvPr>
              <p:custDataLst>
                <p:tags r:id="rId46"/>
              </p:custDataLst>
            </p:nvPr>
          </p:nvSpPr>
          <p:spPr>
            <a:xfrm>
              <a:off x="10308433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5" name="椭圆 164"/>
            <p:cNvSpPr/>
            <p:nvPr>
              <p:custDataLst>
                <p:tags r:id="rId47"/>
              </p:custDataLst>
            </p:nvPr>
          </p:nvSpPr>
          <p:spPr>
            <a:xfrm>
              <a:off x="10482264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6" name="椭圆 165"/>
            <p:cNvSpPr/>
            <p:nvPr>
              <p:custDataLst>
                <p:tags r:id="rId48"/>
              </p:custDataLst>
            </p:nvPr>
          </p:nvSpPr>
          <p:spPr>
            <a:xfrm>
              <a:off x="10482264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椭圆 173"/>
            <p:cNvSpPr/>
            <p:nvPr>
              <p:custDataLst>
                <p:tags r:id="rId49"/>
              </p:custDataLst>
            </p:nvPr>
          </p:nvSpPr>
          <p:spPr>
            <a:xfrm>
              <a:off x="9265447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5" name="椭圆 174"/>
            <p:cNvSpPr/>
            <p:nvPr>
              <p:custDataLst>
                <p:tags r:id="rId50"/>
              </p:custDataLst>
            </p:nvPr>
          </p:nvSpPr>
          <p:spPr>
            <a:xfrm>
              <a:off x="9265447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" name="椭圆 175"/>
            <p:cNvSpPr/>
            <p:nvPr>
              <p:custDataLst>
                <p:tags r:id="rId51"/>
              </p:custDataLst>
            </p:nvPr>
          </p:nvSpPr>
          <p:spPr>
            <a:xfrm>
              <a:off x="9439278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7" name="椭圆 176"/>
            <p:cNvSpPr/>
            <p:nvPr>
              <p:custDataLst>
                <p:tags r:id="rId52"/>
              </p:custDataLst>
            </p:nvPr>
          </p:nvSpPr>
          <p:spPr>
            <a:xfrm>
              <a:off x="9439278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椭圆 177"/>
            <p:cNvSpPr/>
            <p:nvPr>
              <p:custDataLst>
                <p:tags r:id="rId53"/>
              </p:custDataLst>
            </p:nvPr>
          </p:nvSpPr>
          <p:spPr>
            <a:xfrm>
              <a:off x="9613109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9" name="椭圆 178"/>
            <p:cNvSpPr/>
            <p:nvPr>
              <p:custDataLst>
                <p:tags r:id="rId54"/>
              </p:custDataLst>
            </p:nvPr>
          </p:nvSpPr>
          <p:spPr>
            <a:xfrm>
              <a:off x="9613109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0" name="椭圆 179"/>
            <p:cNvSpPr/>
            <p:nvPr>
              <p:custDataLst>
                <p:tags r:id="rId55"/>
              </p:custDataLst>
            </p:nvPr>
          </p:nvSpPr>
          <p:spPr>
            <a:xfrm>
              <a:off x="9786940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1" name="椭圆 180"/>
            <p:cNvSpPr/>
            <p:nvPr>
              <p:custDataLst>
                <p:tags r:id="rId56"/>
              </p:custDataLst>
            </p:nvPr>
          </p:nvSpPr>
          <p:spPr>
            <a:xfrm>
              <a:off x="9786940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2" name="椭圆 181"/>
            <p:cNvSpPr/>
            <p:nvPr>
              <p:custDataLst>
                <p:tags r:id="rId57"/>
              </p:custDataLst>
            </p:nvPr>
          </p:nvSpPr>
          <p:spPr>
            <a:xfrm>
              <a:off x="9960771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3" name="椭圆 182"/>
            <p:cNvSpPr/>
            <p:nvPr>
              <p:custDataLst>
                <p:tags r:id="rId58"/>
              </p:custDataLst>
            </p:nvPr>
          </p:nvSpPr>
          <p:spPr>
            <a:xfrm>
              <a:off x="9960771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4" name="椭圆 183"/>
            <p:cNvSpPr/>
            <p:nvPr>
              <p:custDataLst>
                <p:tags r:id="rId59"/>
              </p:custDataLst>
            </p:nvPr>
          </p:nvSpPr>
          <p:spPr>
            <a:xfrm>
              <a:off x="10134602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5" name="椭圆 184"/>
            <p:cNvSpPr/>
            <p:nvPr>
              <p:custDataLst>
                <p:tags r:id="rId60"/>
              </p:custDataLst>
            </p:nvPr>
          </p:nvSpPr>
          <p:spPr>
            <a:xfrm>
              <a:off x="10134602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6" name="椭圆 185"/>
            <p:cNvSpPr/>
            <p:nvPr>
              <p:custDataLst>
                <p:tags r:id="rId61"/>
              </p:custDataLst>
            </p:nvPr>
          </p:nvSpPr>
          <p:spPr>
            <a:xfrm>
              <a:off x="10308433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7" name="椭圆 186"/>
            <p:cNvSpPr/>
            <p:nvPr>
              <p:custDataLst>
                <p:tags r:id="rId62"/>
              </p:custDataLst>
            </p:nvPr>
          </p:nvSpPr>
          <p:spPr>
            <a:xfrm>
              <a:off x="10308433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8" name="椭圆 187"/>
            <p:cNvSpPr/>
            <p:nvPr>
              <p:custDataLst>
                <p:tags r:id="rId63"/>
              </p:custDataLst>
            </p:nvPr>
          </p:nvSpPr>
          <p:spPr>
            <a:xfrm>
              <a:off x="10482264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椭圆 188"/>
            <p:cNvSpPr/>
            <p:nvPr>
              <p:custDataLst>
                <p:tags r:id="rId64"/>
              </p:custDataLst>
            </p:nvPr>
          </p:nvSpPr>
          <p:spPr>
            <a:xfrm>
              <a:off x="10482264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5"/>
            </p:custDataLst>
          </p:nvPr>
        </p:nvSpPr>
        <p:spPr>
          <a:xfrm>
            <a:off x="669707" y="3182448"/>
            <a:ext cx="9435117" cy="1451463"/>
          </a:xfrm>
        </p:spPr>
        <p:txBody>
          <a:bodyPr lIns="90170" tIns="46990" rIns="36000" bIns="46990" anchor="t" anchorCtr="0">
            <a:normAutofit/>
          </a:bodyPr>
          <a:lstStyle>
            <a:lvl1pPr algn="dist">
              <a:defRPr sz="8000" spc="600" baseline="0">
                <a:solidFill>
                  <a:schemeClr val="bg1"/>
                </a:solidFill>
                <a:latin typeface="Arial" panose="020B0604020202020204" pitchFamily="34" charset="0"/>
                <a:ea typeface="汉仪旗黑-75S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3" hasCustomPrompt="1"/>
            <p:custDataLst>
              <p:tags r:id="rId66"/>
            </p:custDataLst>
          </p:nvPr>
        </p:nvSpPr>
        <p:spPr>
          <a:xfrm>
            <a:off x="669707" y="5315574"/>
            <a:ext cx="6456312" cy="503238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dist">
              <a:buNone/>
              <a:defRPr sz="20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6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>
            <p:custDataLst>
              <p:tags r:id="rId2"/>
            </p:custDataLst>
          </p:nvPr>
        </p:nvSpPr>
        <p:spPr>
          <a:xfrm>
            <a:off x="-6348" y="6341414"/>
            <a:ext cx="12207870" cy="535635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708" y="443234"/>
            <a:ext cx="10849411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669708" y="952508"/>
            <a:ext cx="10849411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>
            <p:custDataLst>
              <p:tags r:id="rId2"/>
            </p:custDataLst>
          </p:nvPr>
        </p:nvGrpSpPr>
        <p:grpSpPr>
          <a:xfrm>
            <a:off x="-6348" y="-15240"/>
            <a:ext cx="12207870" cy="6892290"/>
            <a:chOff x="-6350" y="-15240"/>
            <a:chExt cx="12211050" cy="6892290"/>
          </a:xfrm>
        </p:grpSpPr>
        <p:sp>
          <p:nvSpPr>
            <p:cNvPr id="7" name="任意多边形: 形状 6"/>
            <p:cNvSpPr/>
            <p:nvPr userDrawn="1">
              <p:custDataLst>
                <p:tags r:id="rId3"/>
              </p:custDataLst>
            </p:nvPr>
          </p:nvSpPr>
          <p:spPr>
            <a:xfrm>
              <a:off x="-6350" y="6184900"/>
              <a:ext cx="12211050" cy="692150"/>
            </a:xfrm>
            <a:custGeom>
              <a:avLst/>
              <a:gdLst>
                <a:gd name="connsiteX0" fmla="*/ 0 w 12674600"/>
                <a:gd name="connsiteY0" fmla="*/ 444500 h 1206500"/>
                <a:gd name="connsiteX1" fmla="*/ 3327400 w 12674600"/>
                <a:gd name="connsiteY1" fmla="*/ 0 h 1206500"/>
                <a:gd name="connsiteX2" fmla="*/ 3479800 w 12674600"/>
                <a:gd name="connsiteY2" fmla="*/ 12700 h 1206500"/>
                <a:gd name="connsiteX3" fmla="*/ 8737600 w 12674600"/>
                <a:gd name="connsiteY3" fmla="*/ 444500 h 1206500"/>
                <a:gd name="connsiteX4" fmla="*/ 8864600 w 12674600"/>
                <a:gd name="connsiteY4" fmla="*/ 469900 h 1206500"/>
                <a:gd name="connsiteX5" fmla="*/ 8991600 w 12674600"/>
                <a:gd name="connsiteY5" fmla="*/ 495300 h 1206500"/>
                <a:gd name="connsiteX6" fmla="*/ 10858500 w 12674600"/>
                <a:gd name="connsiteY6" fmla="*/ 355600 h 1206500"/>
                <a:gd name="connsiteX7" fmla="*/ 12674600 w 12674600"/>
                <a:gd name="connsiteY7" fmla="*/ 381000 h 1206500"/>
                <a:gd name="connsiteX8" fmla="*/ 12623800 w 12674600"/>
                <a:gd name="connsiteY8" fmla="*/ 1143000 h 1206500"/>
                <a:gd name="connsiteX9" fmla="*/ 88900 w 12674600"/>
                <a:gd name="connsiteY9" fmla="*/ 1206500 h 1206500"/>
                <a:gd name="connsiteX10" fmla="*/ 50800 w 12674600"/>
                <a:gd name="connsiteY10" fmla="*/ 419100 h 1206500"/>
                <a:gd name="connsiteX11" fmla="*/ 0 w 12674600"/>
                <a:gd name="connsiteY11" fmla="*/ 444500 h 1206500"/>
                <a:gd name="connsiteX0-1" fmla="*/ 0 w 12674600"/>
                <a:gd name="connsiteY0-2" fmla="*/ 431800 h 1193800"/>
                <a:gd name="connsiteX1-3" fmla="*/ 3479800 w 12674600"/>
                <a:gd name="connsiteY1-4" fmla="*/ 0 h 1193800"/>
                <a:gd name="connsiteX2-5" fmla="*/ 8737600 w 12674600"/>
                <a:gd name="connsiteY2-6" fmla="*/ 431800 h 1193800"/>
                <a:gd name="connsiteX3-7" fmla="*/ 8864600 w 12674600"/>
                <a:gd name="connsiteY3-8" fmla="*/ 457200 h 1193800"/>
                <a:gd name="connsiteX4-9" fmla="*/ 8991600 w 12674600"/>
                <a:gd name="connsiteY4-10" fmla="*/ 482600 h 1193800"/>
                <a:gd name="connsiteX5-11" fmla="*/ 10858500 w 12674600"/>
                <a:gd name="connsiteY5-12" fmla="*/ 342900 h 1193800"/>
                <a:gd name="connsiteX6-13" fmla="*/ 12674600 w 12674600"/>
                <a:gd name="connsiteY6-14" fmla="*/ 368300 h 1193800"/>
                <a:gd name="connsiteX7-15" fmla="*/ 12623800 w 12674600"/>
                <a:gd name="connsiteY7-16" fmla="*/ 1130300 h 1193800"/>
                <a:gd name="connsiteX8-17" fmla="*/ 88900 w 12674600"/>
                <a:gd name="connsiteY8-18" fmla="*/ 1193800 h 1193800"/>
                <a:gd name="connsiteX9-19" fmla="*/ 50800 w 12674600"/>
                <a:gd name="connsiteY9-20" fmla="*/ 406400 h 1193800"/>
                <a:gd name="connsiteX10-21" fmla="*/ 0 w 12674600"/>
                <a:gd name="connsiteY10-22" fmla="*/ 431800 h 1193800"/>
                <a:gd name="connsiteX0-23" fmla="*/ 0 w 12674600"/>
                <a:gd name="connsiteY0-24" fmla="*/ 431800 h 1193800"/>
                <a:gd name="connsiteX1-25" fmla="*/ 3479800 w 12674600"/>
                <a:gd name="connsiteY1-26" fmla="*/ 0 h 1193800"/>
                <a:gd name="connsiteX2-27" fmla="*/ 8737600 w 12674600"/>
                <a:gd name="connsiteY2-28" fmla="*/ 431800 h 1193800"/>
                <a:gd name="connsiteX3-29" fmla="*/ 8864600 w 12674600"/>
                <a:gd name="connsiteY3-30" fmla="*/ 457200 h 1193800"/>
                <a:gd name="connsiteX4-31" fmla="*/ 8991600 w 12674600"/>
                <a:gd name="connsiteY4-32" fmla="*/ 482600 h 1193800"/>
                <a:gd name="connsiteX5-33" fmla="*/ 10858500 w 12674600"/>
                <a:gd name="connsiteY5-34" fmla="*/ 342900 h 1193800"/>
                <a:gd name="connsiteX6-35" fmla="*/ 12674600 w 12674600"/>
                <a:gd name="connsiteY6-36" fmla="*/ 368300 h 1193800"/>
                <a:gd name="connsiteX7-37" fmla="*/ 12623800 w 12674600"/>
                <a:gd name="connsiteY7-38" fmla="*/ 1130300 h 1193800"/>
                <a:gd name="connsiteX8-39" fmla="*/ 88900 w 12674600"/>
                <a:gd name="connsiteY8-40" fmla="*/ 1193800 h 1193800"/>
                <a:gd name="connsiteX9-41" fmla="*/ 50800 w 12674600"/>
                <a:gd name="connsiteY9-42" fmla="*/ 406400 h 1193800"/>
                <a:gd name="connsiteX10-43" fmla="*/ 0 w 12674600"/>
                <a:gd name="connsiteY10-44" fmla="*/ 431800 h 1193800"/>
                <a:gd name="connsiteX0-45" fmla="*/ 0 w 12674600"/>
                <a:gd name="connsiteY0-46" fmla="*/ 431800 h 1193800"/>
                <a:gd name="connsiteX1-47" fmla="*/ 3479800 w 12674600"/>
                <a:gd name="connsiteY1-48" fmla="*/ 0 h 1193800"/>
                <a:gd name="connsiteX2-49" fmla="*/ 8737600 w 12674600"/>
                <a:gd name="connsiteY2-50" fmla="*/ 431800 h 1193800"/>
                <a:gd name="connsiteX3-51" fmla="*/ 8864600 w 12674600"/>
                <a:gd name="connsiteY3-52" fmla="*/ 457200 h 1193800"/>
                <a:gd name="connsiteX4-53" fmla="*/ 8991600 w 12674600"/>
                <a:gd name="connsiteY4-54" fmla="*/ 482600 h 1193800"/>
                <a:gd name="connsiteX5-55" fmla="*/ 10858500 w 12674600"/>
                <a:gd name="connsiteY5-56" fmla="*/ 342900 h 1193800"/>
                <a:gd name="connsiteX6-57" fmla="*/ 12674600 w 12674600"/>
                <a:gd name="connsiteY6-58" fmla="*/ 368300 h 1193800"/>
                <a:gd name="connsiteX7-59" fmla="*/ 12623800 w 12674600"/>
                <a:gd name="connsiteY7-60" fmla="*/ 1130300 h 1193800"/>
                <a:gd name="connsiteX8-61" fmla="*/ 88900 w 12674600"/>
                <a:gd name="connsiteY8-62" fmla="*/ 1193800 h 1193800"/>
                <a:gd name="connsiteX9-63" fmla="*/ 50800 w 12674600"/>
                <a:gd name="connsiteY9-64" fmla="*/ 406400 h 1193800"/>
                <a:gd name="connsiteX10-65" fmla="*/ 0 w 12674600"/>
                <a:gd name="connsiteY10-66" fmla="*/ 431800 h 1193800"/>
                <a:gd name="connsiteX0-67" fmla="*/ 0 w 12674600"/>
                <a:gd name="connsiteY0-68" fmla="*/ 431800 h 1193800"/>
                <a:gd name="connsiteX1-69" fmla="*/ 3479800 w 12674600"/>
                <a:gd name="connsiteY1-70" fmla="*/ 0 h 1193800"/>
                <a:gd name="connsiteX2-71" fmla="*/ 8737600 w 12674600"/>
                <a:gd name="connsiteY2-72" fmla="*/ 431800 h 1193800"/>
                <a:gd name="connsiteX3-73" fmla="*/ 8991600 w 12674600"/>
                <a:gd name="connsiteY3-74" fmla="*/ 482600 h 1193800"/>
                <a:gd name="connsiteX4-75" fmla="*/ 10858500 w 12674600"/>
                <a:gd name="connsiteY4-76" fmla="*/ 342900 h 1193800"/>
                <a:gd name="connsiteX5-77" fmla="*/ 12674600 w 12674600"/>
                <a:gd name="connsiteY5-78" fmla="*/ 368300 h 1193800"/>
                <a:gd name="connsiteX6-79" fmla="*/ 12623800 w 12674600"/>
                <a:gd name="connsiteY6-80" fmla="*/ 1130300 h 1193800"/>
                <a:gd name="connsiteX7-81" fmla="*/ 88900 w 12674600"/>
                <a:gd name="connsiteY7-82" fmla="*/ 1193800 h 1193800"/>
                <a:gd name="connsiteX8-83" fmla="*/ 50800 w 12674600"/>
                <a:gd name="connsiteY8-84" fmla="*/ 406400 h 1193800"/>
                <a:gd name="connsiteX9-85" fmla="*/ 0 w 12674600"/>
                <a:gd name="connsiteY9-86" fmla="*/ 431800 h 1193800"/>
                <a:gd name="connsiteX0-87" fmla="*/ 0 w 12674600"/>
                <a:gd name="connsiteY0-88" fmla="*/ 431800 h 1193800"/>
                <a:gd name="connsiteX1-89" fmla="*/ 3479800 w 12674600"/>
                <a:gd name="connsiteY1-90" fmla="*/ 0 h 1193800"/>
                <a:gd name="connsiteX2-91" fmla="*/ 8737600 w 12674600"/>
                <a:gd name="connsiteY2-92" fmla="*/ 431800 h 1193800"/>
                <a:gd name="connsiteX3-93" fmla="*/ 10858500 w 12674600"/>
                <a:gd name="connsiteY3-94" fmla="*/ 342900 h 1193800"/>
                <a:gd name="connsiteX4-95" fmla="*/ 12674600 w 12674600"/>
                <a:gd name="connsiteY4-96" fmla="*/ 368300 h 1193800"/>
                <a:gd name="connsiteX5-97" fmla="*/ 12623800 w 12674600"/>
                <a:gd name="connsiteY5-98" fmla="*/ 1130300 h 1193800"/>
                <a:gd name="connsiteX6-99" fmla="*/ 88900 w 12674600"/>
                <a:gd name="connsiteY6-100" fmla="*/ 1193800 h 1193800"/>
                <a:gd name="connsiteX7-101" fmla="*/ 50800 w 12674600"/>
                <a:gd name="connsiteY7-102" fmla="*/ 406400 h 1193800"/>
                <a:gd name="connsiteX8-103" fmla="*/ 0 w 12674600"/>
                <a:gd name="connsiteY8-104" fmla="*/ 431800 h 1193800"/>
                <a:gd name="connsiteX0-105" fmla="*/ 0 w 12674600"/>
                <a:gd name="connsiteY0-106" fmla="*/ 431800 h 1193800"/>
                <a:gd name="connsiteX1-107" fmla="*/ 3479800 w 12674600"/>
                <a:gd name="connsiteY1-108" fmla="*/ 0 h 1193800"/>
                <a:gd name="connsiteX2-109" fmla="*/ 8737600 w 12674600"/>
                <a:gd name="connsiteY2-110" fmla="*/ 431800 h 1193800"/>
                <a:gd name="connsiteX3-111" fmla="*/ 10858500 w 12674600"/>
                <a:gd name="connsiteY3-112" fmla="*/ 342900 h 1193800"/>
                <a:gd name="connsiteX4-113" fmla="*/ 12674600 w 12674600"/>
                <a:gd name="connsiteY4-114" fmla="*/ 368300 h 1193800"/>
                <a:gd name="connsiteX5-115" fmla="*/ 12623800 w 12674600"/>
                <a:gd name="connsiteY5-116" fmla="*/ 1130300 h 1193800"/>
                <a:gd name="connsiteX6-117" fmla="*/ 88900 w 12674600"/>
                <a:gd name="connsiteY6-118" fmla="*/ 1193800 h 1193800"/>
                <a:gd name="connsiteX7-119" fmla="*/ 50800 w 12674600"/>
                <a:gd name="connsiteY7-120" fmla="*/ 406400 h 1193800"/>
                <a:gd name="connsiteX8-121" fmla="*/ 0 w 12674600"/>
                <a:gd name="connsiteY8-122" fmla="*/ 431800 h 1193800"/>
                <a:gd name="connsiteX0-123" fmla="*/ 0 w 12674600"/>
                <a:gd name="connsiteY0-124" fmla="*/ 431800 h 1193800"/>
                <a:gd name="connsiteX1-125" fmla="*/ 3479800 w 12674600"/>
                <a:gd name="connsiteY1-126" fmla="*/ 0 h 1193800"/>
                <a:gd name="connsiteX2-127" fmla="*/ 8737600 w 12674600"/>
                <a:gd name="connsiteY2-128" fmla="*/ 431800 h 1193800"/>
                <a:gd name="connsiteX3-129" fmla="*/ 10858500 w 12674600"/>
                <a:gd name="connsiteY3-130" fmla="*/ 342900 h 1193800"/>
                <a:gd name="connsiteX4-131" fmla="*/ 12674600 w 12674600"/>
                <a:gd name="connsiteY4-132" fmla="*/ 368300 h 1193800"/>
                <a:gd name="connsiteX5-133" fmla="*/ 12623800 w 12674600"/>
                <a:gd name="connsiteY5-134" fmla="*/ 1130300 h 1193800"/>
                <a:gd name="connsiteX6-135" fmla="*/ 88900 w 12674600"/>
                <a:gd name="connsiteY6-136" fmla="*/ 1193800 h 1193800"/>
                <a:gd name="connsiteX7-137" fmla="*/ 50800 w 12674600"/>
                <a:gd name="connsiteY7-138" fmla="*/ 406400 h 1193800"/>
                <a:gd name="connsiteX8-139" fmla="*/ 0 w 12674600"/>
                <a:gd name="connsiteY8-140" fmla="*/ 431800 h 1193800"/>
                <a:gd name="connsiteX0-141" fmla="*/ 0 w 12674600"/>
                <a:gd name="connsiteY0-142" fmla="*/ 431800 h 1193800"/>
                <a:gd name="connsiteX1-143" fmla="*/ 3479800 w 12674600"/>
                <a:gd name="connsiteY1-144" fmla="*/ 0 h 1193800"/>
                <a:gd name="connsiteX2-145" fmla="*/ 8737600 w 12674600"/>
                <a:gd name="connsiteY2-146" fmla="*/ 431800 h 1193800"/>
                <a:gd name="connsiteX3-147" fmla="*/ 10858500 w 12674600"/>
                <a:gd name="connsiteY3-148" fmla="*/ 342900 h 1193800"/>
                <a:gd name="connsiteX4-149" fmla="*/ 12674600 w 12674600"/>
                <a:gd name="connsiteY4-150" fmla="*/ 368300 h 1193800"/>
                <a:gd name="connsiteX5-151" fmla="*/ 12623800 w 12674600"/>
                <a:gd name="connsiteY5-152" fmla="*/ 1130300 h 1193800"/>
                <a:gd name="connsiteX6-153" fmla="*/ 88900 w 12674600"/>
                <a:gd name="connsiteY6-154" fmla="*/ 1193800 h 1193800"/>
                <a:gd name="connsiteX7-155" fmla="*/ 50800 w 12674600"/>
                <a:gd name="connsiteY7-156" fmla="*/ 406400 h 1193800"/>
                <a:gd name="connsiteX8-157" fmla="*/ 0 w 12674600"/>
                <a:gd name="connsiteY8-158" fmla="*/ 431800 h 1193800"/>
                <a:gd name="connsiteX0-159" fmla="*/ 0 w 12674600"/>
                <a:gd name="connsiteY0-160" fmla="*/ 431800 h 1193800"/>
                <a:gd name="connsiteX1-161" fmla="*/ 3479800 w 12674600"/>
                <a:gd name="connsiteY1-162" fmla="*/ 0 h 1193800"/>
                <a:gd name="connsiteX2-163" fmla="*/ 8737600 w 12674600"/>
                <a:gd name="connsiteY2-164" fmla="*/ 431800 h 1193800"/>
                <a:gd name="connsiteX3-165" fmla="*/ 10858500 w 12674600"/>
                <a:gd name="connsiteY3-166" fmla="*/ 342900 h 1193800"/>
                <a:gd name="connsiteX4-167" fmla="*/ 12674600 w 12674600"/>
                <a:gd name="connsiteY4-168" fmla="*/ 368300 h 1193800"/>
                <a:gd name="connsiteX5-169" fmla="*/ 12623800 w 12674600"/>
                <a:gd name="connsiteY5-170" fmla="*/ 1130300 h 1193800"/>
                <a:gd name="connsiteX6-171" fmla="*/ 88900 w 12674600"/>
                <a:gd name="connsiteY6-172" fmla="*/ 1193800 h 1193800"/>
                <a:gd name="connsiteX7-173" fmla="*/ 50800 w 12674600"/>
                <a:gd name="connsiteY7-174" fmla="*/ 406400 h 1193800"/>
                <a:gd name="connsiteX8-175" fmla="*/ 0 w 12674600"/>
                <a:gd name="connsiteY8-176" fmla="*/ 431800 h 1193800"/>
                <a:gd name="connsiteX0-177" fmla="*/ 0 w 12674600"/>
                <a:gd name="connsiteY0-178" fmla="*/ 431800 h 1193800"/>
                <a:gd name="connsiteX1-179" fmla="*/ 3479800 w 12674600"/>
                <a:gd name="connsiteY1-180" fmla="*/ 0 h 1193800"/>
                <a:gd name="connsiteX2-181" fmla="*/ 8737600 w 12674600"/>
                <a:gd name="connsiteY2-182" fmla="*/ 431800 h 1193800"/>
                <a:gd name="connsiteX3-183" fmla="*/ 10858500 w 12674600"/>
                <a:gd name="connsiteY3-184" fmla="*/ 342900 h 1193800"/>
                <a:gd name="connsiteX4-185" fmla="*/ 12674600 w 12674600"/>
                <a:gd name="connsiteY4-186" fmla="*/ 368300 h 1193800"/>
                <a:gd name="connsiteX5-187" fmla="*/ 12623800 w 12674600"/>
                <a:gd name="connsiteY5-188" fmla="*/ 1130300 h 1193800"/>
                <a:gd name="connsiteX6-189" fmla="*/ 88900 w 12674600"/>
                <a:gd name="connsiteY6-190" fmla="*/ 1193800 h 1193800"/>
                <a:gd name="connsiteX7-191" fmla="*/ 50800 w 12674600"/>
                <a:gd name="connsiteY7-192" fmla="*/ 406400 h 1193800"/>
                <a:gd name="connsiteX8-193" fmla="*/ 0 w 12674600"/>
                <a:gd name="connsiteY8-194" fmla="*/ 431800 h 1193800"/>
                <a:gd name="connsiteX0-195" fmla="*/ 0 w 12674600"/>
                <a:gd name="connsiteY0-196" fmla="*/ 431800 h 1193800"/>
                <a:gd name="connsiteX1-197" fmla="*/ 3479800 w 12674600"/>
                <a:gd name="connsiteY1-198" fmla="*/ 0 h 1193800"/>
                <a:gd name="connsiteX2-199" fmla="*/ 8737600 w 12674600"/>
                <a:gd name="connsiteY2-200" fmla="*/ 431800 h 1193800"/>
                <a:gd name="connsiteX3-201" fmla="*/ 10858500 w 12674600"/>
                <a:gd name="connsiteY3-202" fmla="*/ 342900 h 1193800"/>
                <a:gd name="connsiteX4-203" fmla="*/ 12674600 w 12674600"/>
                <a:gd name="connsiteY4-204" fmla="*/ 368300 h 1193800"/>
                <a:gd name="connsiteX5-205" fmla="*/ 12623800 w 12674600"/>
                <a:gd name="connsiteY5-206" fmla="*/ 1130300 h 1193800"/>
                <a:gd name="connsiteX6-207" fmla="*/ 88900 w 12674600"/>
                <a:gd name="connsiteY6-208" fmla="*/ 1193800 h 1193800"/>
                <a:gd name="connsiteX7-209" fmla="*/ 50800 w 12674600"/>
                <a:gd name="connsiteY7-210" fmla="*/ 406400 h 1193800"/>
                <a:gd name="connsiteX8-211" fmla="*/ 0 w 12674600"/>
                <a:gd name="connsiteY8-212" fmla="*/ 431800 h 1193800"/>
                <a:gd name="connsiteX0-213" fmla="*/ 0 w 12674600"/>
                <a:gd name="connsiteY0-214" fmla="*/ 431800 h 1193800"/>
                <a:gd name="connsiteX1-215" fmla="*/ 3479800 w 12674600"/>
                <a:gd name="connsiteY1-216" fmla="*/ 0 h 1193800"/>
                <a:gd name="connsiteX2-217" fmla="*/ 8737600 w 12674600"/>
                <a:gd name="connsiteY2-218" fmla="*/ 431800 h 1193800"/>
                <a:gd name="connsiteX3-219" fmla="*/ 10858500 w 12674600"/>
                <a:gd name="connsiteY3-220" fmla="*/ 342900 h 1193800"/>
                <a:gd name="connsiteX4-221" fmla="*/ 12674600 w 12674600"/>
                <a:gd name="connsiteY4-222" fmla="*/ 368300 h 1193800"/>
                <a:gd name="connsiteX5-223" fmla="*/ 12623800 w 12674600"/>
                <a:gd name="connsiteY5-224" fmla="*/ 1130300 h 1193800"/>
                <a:gd name="connsiteX6-225" fmla="*/ 88900 w 12674600"/>
                <a:gd name="connsiteY6-226" fmla="*/ 1193800 h 1193800"/>
                <a:gd name="connsiteX7-227" fmla="*/ 50800 w 12674600"/>
                <a:gd name="connsiteY7-228" fmla="*/ 406400 h 1193800"/>
                <a:gd name="connsiteX8-229" fmla="*/ 0 w 12674600"/>
                <a:gd name="connsiteY8-230" fmla="*/ 431800 h 1193800"/>
                <a:gd name="connsiteX0-231" fmla="*/ 0 w 12674600"/>
                <a:gd name="connsiteY0-232" fmla="*/ 431800 h 1193800"/>
                <a:gd name="connsiteX1-233" fmla="*/ 3479800 w 12674600"/>
                <a:gd name="connsiteY1-234" fmla="*/ 0 h 1193800"/>
                <a:gd name="connsiteX2-235" fmla="*/ 8737600 w 12674600"/>
                <a:gd name="connsiteY2-236" fmla="*/ 431800 h 1193800"/>
                <a:gd name="connsiteX3-237" fmla="*/ 10858500 w 12674600"/>
                <a:gd name="connsiteY3-238" fmla="*/ 342900 h 1193800"/>
                <a:gd name="connsiteX4-239" fmla="*/ 12674600 w 12674600"/>
                <a:gd name="connsiteY4-240" fmla="*/ 368300 h 1193800"/>
                <a:gd name="connsiteX5-241" fmla="*/ 12623800 w 12674600"/>
                <a:gd name="connsiteY5-242" fmla="*/ 1130300 h 1193800"/>
                <a:gd name="connsiteX6-243" fmla="*/ 88900 w 12674600"/>
                <a:gd name="connsiteY6-244" fmla="*/ 1193800 h 1193800"/>
                <a:gd name="connsiteX7-245" fmla="*/ 50800 w 12674600"/>
                <a:gd name="connsiteY7-246" fmla="*/ 406400 h 1193800"/>
                <a:gd name="connsiteX8-247" fmla="*/ 0 w 12674600"/>
                <a:gd name="connsiteY8-248" fmla="*/ 431800 h 1193800"/>
                <a:gd name="connsiteX0-249" fmla="*/ 0 w 12674600"/>
                <a:gd name="connsiteY0-250" fmla="*/ 431800 h 1193800"/>
                <a:gd name="connsiteX1-251" fmla="*/ 3479800 w 12674600"/>
                <a:gd name="connsiteY1-252" fmla="*/ 0 h 1193800"/>
                <a:gd name="connsiteX2-253" fmla="*/ 8737600 w 12674600"/>
                <a:gd name="connsiteY2-254" fmla="*/ 431800 h 1193800"/>
                <a:gd name="connsiteX3-255" fmla="*/ 10858500 w 12674600"/>
                <a:gd name="connsiteY3-256" fmla="*/ 342900 h 1193800"/>
                <a:gd name="connsiteX4-257" fmla="*/ 12674600 w 12674600"/>
                <a:gd name="connsiteY4-258" fmla="*/ 368300 h 1193800"/>
                <a:gd name="connsiteX5-259" fmla="*/ 12623800 w 12674600"/>
                <a:gd name="connsiteY5-260" fmla="*/ 1130300 h 1193800"/>
                <a:gd name="connsiteX6-261" fmla="*/ 88900 w 12674600"/>
                <a:gd name="connsiteY6-262" fmla="*/ 1193800 h 1193800"/>
                <a:gd name="connsiteX7-263" fmla="*/ 50800 w 12674600"/>
                <a:gd name="connsiteY7-264" fmla="*/ 406400 h 1193800"/>
                <a:gd name="connsiteX8-265" fmla="*/ 0 w 12674600"/>
                <a:gd name="connsiteY8-266" fmla="*/ 431800 h 1193800"/>
                <a:gd name="connsiteX0-267" fmla="*/ 0 w 12674600"/>
                <a:gd name="connsiteY0-268" fmla="*/ 431800 h 1193800"/>
                <a:gd name="connsiteX1-269" fmla="*/ 3479800 w 12674600"/>
                <a:gd name="connsiteY1-270" fmla="*/ 0 h 1193800"/>
                <a:gd name="connsiteX2-271" fmla="*/ 8737600 w 12674600"/>
                <a:gd name="connsiteY2-272" fmla="*/ 431800 h 1193800"/>
                <a:gd name="connsiteX3-273" fmla="*/ 10845800 w 12674600"/>
                <a:gd name="connsiteY3-274" fmla="*/ 215900 h 1193800"/>
                <a:gd name="connsiteX4-275" fmla="*/ 12674600 w 12674600"/>
                <a:gd name="connsiteY4-276" fmla="*/ 368300 h 1193800"/>
                <a:gd name="connsiteX5-277" fmla="*/ 12623800 w 12674600"/>
                <a:gd name="connsiteY5-278" fmla="*/ 1130300 h 1193800"/>
                <a:gd name="connsiteX6-279" fmla="*/ 88900 w 12674600"/>
                <a:gd name="connsiteY6-280" fmla="*/ 1193800 h 1193800"/>
                <a:gd name="connsiteX7-281" fmla="*/ 50800 w 12674600"/>
                <a:gd name="connsiteY7-282" fmla="*/ 406400 h 1193800"/>
                <a:gd name="connsiteX8-283" fmla="*/ 0 w 12674600"/>
                <a:gd name="connsiteY8-284" fmla="*/ 431800 h 1193800"/>
                <a:gd name="connsiteX0-285" fmla="*/ 0 w 12674600"/>
                <a:gd name="connsiteY0-286" fmla="*/ 431800 h 1193800"/>
                <a:gd name="connsiteX1-287" fmla="*/ 3479800 w 12674600"/>
                <a:gd name="connsiteY1-288" fmla="*/ 0 h 1193800"/>
                <a:gd name="connsiteX2-289" fmla="*/ 8737600 w 12674600"/>
                <a:gd name="connsiteY2-290" fmla="*/ 431800 h 1193800"/>
                <a:gd name="connsiteX3-291" fmla="*/ 10833100 w 12674600"/>
                <a:gd name="connsiteY3-292" fmla="*/ 76200 h 1193800"/>
                <a:gd name="connsiteX4-293" fmla="*/ 12674600 w 12674600"/>
                <a:gd name="connsiteY4-294" fmla="*/ 368300 h 1193800"/>
                <a:gd name="connsiteX5-295" fmla="*/ 12623800 w 12674600"/>
                <a:gd name="connsiteY5-296" fmla="*/ 1130300 h 1193800"/>
                <a:gd name="connsiteX6-297" fmla="*/ 88900 w 12674600"/>
                <a:gd name="connsiteY6-298" fmla="*/ 1193800 h 1193800"/>
                <a:gd name="connsiteX7-299" fmla="*/ 50800 w 12674600"/>
                <a:gd name="connsiteY7-300" fmla="*/ 406400 h 1193800"/>
                <a:gd name="connsiteX8-301" fmla="*/ 0 w 12674600"/>
                <a:gd name="connsiteY8-302" fmla="*/ 431800 h 1193800"/>
                <a:gd name="connsiteX0-303" fmla="*/ 0 w 12674600"/>
                <a:gd name="connsiteY0-304" fmla="*/ 431800 h 1193800"/>
                <a:gd name="connsiteX1-305" fmla="*/ 3479800 w 12674600"/>
                <a:gd name="connsiteY1-306" fmla="*/ 0 h 1193800"/>
                <a:gd name="connsiteX2-307" fmla="*/ 8737600 w 12674600"/>
                <a:gd name="connsiteY2-308" fmla="*/ 431800 h 1193800"/>
                <a:gd name="connsiteX3-309" fmla="*/ 10833100 w 12674600"/>
                <a:gd name="connsiteY3-310" fmla="*/ 76200 h 1193800"/>
                <a:gd name="connsiteX4-311" fmla="*/ 12674600 w 12674600"/>
                <a:gd name="connsiteY4-312" fmla="*/ 368300 h 1193800"/>
                <a:gd name="connsiteX5-313" fmla="*/ 12623800 w 12674600"/>
                <a:gd name="connsiteY5-314" fmla="*/ 1130300 h 1193800"/>
                <a:gd name="connsiteX6-315" fmla="*/ 88900 w 12674600"/>
                <a:gd name="connsiteY6-316" fmla="*/ 1193800 h 1193800"/>
                <a:gd name="connsiteX7-317" fmla="*/ 50800 w 12674600"/>
                <a:gd name="connsiteY7-318" fmla="*/ 406400 h 1193800"/>
                <a:gd name="connsiteX8-319" fmla="*/ 0 w 12674600"/>
                <a:gd name="connsiteY8-320" fmla="*/ 431800 h 1193800"/>
                <a:gd name="connsiteX0-321" fmla="*/ 0 w 12674600"/>
                <a:gd name="connsiteY0-322" fmla="*/ 431800 h 1193800"/>
                <a:gd name="connsiteX1-323" fmla="*/ 3479800 w 12674600"/>
                <a:gd name="connsiteY1-324" fmla="*/ 0 h 1193800"/>
                <a:gd name="connsiteX2-325" fmla="*/ 8737600 w 12674600"/>
                <a:gd name="connsiteY2-326" fmla="*/ 431800 h 1193800"/>
                <a:gd name="connsiteX3-327" fmla="*/ 10833100 w 12674600"/>
                <a:gd name="connsiteY3-328" fmla="*/ 76200 h 1193800"/>
                <a:gd name="connsiteX4-329" fmla="*/ 12674600 w 12674600"/>
                <a:gd name="connsiteY4-330" fmla="*/ 368300 h 1193800"/>
                <a:gd name="connsiteX5-331" fmla="*/ 12623800 w 12674600"/>
                <a:gd name="connsiteY5-332" fmla="*/ 1130300 h 1193800"/>
                <a:gd name="connsiteX6-333" fmla="*/ 88900 w 12674600"/>
                <a:gd name="connsiteY6-334" fmla="*/ 1193800 h 1193800"/>
                <a:gd name="connsiteX7-335" fmla="*/ 50800 w 12674600"/>
                <a:gd name="connsiteY7-336" fmla="*/ 406400 h 1193800"/>
                <a:gd name="connsiteX8-337" fmla="*/ 0 w 12674600"/>
                <a:gd name="connsiteY8-338" fmla="*/ 431800 h 11938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</a:cxnLst>
              <a:rect l="l" t="t" r="r" b="b"/>
              <a:pathLst>
                <a:path w="19230" h="1090">
                  <a:moveTo>
                    <a:pt x="5210" y="0"/>
                  </a:moveTo>
                  <a:cubicBezTo>
                    <a:pt x="7603" y="0"/>
                    <a:pt x="11560" y="660"/>
                    <a:pt x="13490" y="680"/>
                  </a:cubicBezTo>
                  <a:cubicBezTo>
                    <a:pt x="15420" y="700"/>
                    <a:pt x="15577" y="187"/>
                    <a:pt x="16790" y="120"/>
                  </a:cubicBezTo>
                  <a:cubicBezTo>
                    <a:pt x="17700" y="70"/>
                    <a:pt x="18616" y="238"/>
                    <a:pt x="19212" y="412"/>
                  </a:cubicBezTo>
                  <a:lnTo>
                    <a:pt x="19230" y="417"/>
                  </a:lnTo>
                  <a:lnTo>
                    <a:pt x="19230" y="1090"/>
                  </a:lnTo>
                  <a:lnTo>
                    <a:pt x="0" y="1090"/>
                  </a:lnTo>
                  <a:lnTo>
                    <a:pt x="0" y="641"/>
                  </a:lnTo>
                  <a:lnTo>
                    <a:pt x="10" y="640"/>
                  </a:lnTo>
                  <a:cubicBezTo>
                    <a:pt x="1033" y="473"/>
                    <a:pt x="3036" y="0"/>
                    <a:pt x="521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" name="任意多边形: 形状 7"/>
            <p:cNvSpPr/>
            <p:nvPr userDrawn="1">
              <p:custDataLst>
                <p:tags r:id="rId4"/>
              </p:custDataLst>
            </p:nvPr>
          </p:nvSpPr>
          <p:spPr>
            <a:xfrm flipH="1" flipV="1">
              <a:off x="-6350" y="-15240"/>
              <a:ext cx="12211050" cy="574040"/>
            </a:xfrm>
            <a:custGeom>
              <a:avLst/>
              <a:gdLst>
                <a:gd name="connsiteX0" fmla="*/ 0 w 12674600"/>
                <a:gd name="connsiteY0" fmla="*/ 444500 h 1206500"/>
                <a:gd name="connsiteX1" fmla="*/ 3327400 w 12674600"/>
                <a:gd name="connsiteY1" fmla="*/ 0 h 1206500"/>
                <a:gd name="connsiteX2" fmla="*/ 3479800 w 12674600"/>
                <a:gd name="connsiteY2" fmla="*/ 12700 h 1206500"/>
                <a:gd name="connsiteX3" fmla="*/ 8737600 w 12674600"/>
                <a:gd name="connsiteY3" fmla="*/ 444500 h 1206500"/>
                <a:gd name="connsiteX4" fmla="*/ 8864600 w 12674600"/>
                <a:gd name="connsiteY4" fmla="*/ 469900 h 1206500"/>
                <a:gd name="connsiteX5" fmla="*/ 8991600 w 12674600"/>
                <a:gd name="connsiteY5" fmla="*/ 495300 h 1206500"/>
                <a:gd name="connsiteX6" fmla="*/ 10858500 w 12674600"/>
                <a:gd name="connsiteY6" fmla="*/ 355600 h 1206500"/>
                <a:gd name="connsiteX7" fmla="*/ 12674600 w 12674600"/>
                <a:gd name="connsiteY7" fmla="*/ 381000 h 1206500"/>
                <a:gd name="connsiteX8" fmla="*/ 12623800 w 12674600"/>
                <a:gd name="connsiteY8" fmla="*/ 1143000 h 1206500"/>
                <a:gd name="connsiteX9" fmla="*/ 88900 w 12674600"/>
                <a:gd name="connsiteY9" fmla="*/ 1206500 h 1206500"/>
                <a:gd name="connsiteX10" fmla="*/ 50800 w 12674600"/>
                <a:gd name="connsiteY10" fmla="*/ 419100 h 1206500"/>
                <a:gd name="connsiteX11" fmla="*/ 0 w 12674600"/>
                <a:gd name="connsiteY11" fmla="*/ 444500 h 1206500"/>
                <a:gd name="connsiteX0-1" fmla="*/ 0 w 12674600"/>
                <a:gd name="connsiteY0-2" fmla="*/ 431800 h 1193800"/>
                <a:gd name="connsiteX1-3" fmla="*/ 3479800 w 12674600"/>
                <a:gd name="connsiteY1-4" fmla="*/ 0 h 1193800"/>
                <a:gd name="connsiteX2-5" fmla="*/ 8737600 w 12674600"/>
                <a:gd name="connsiteY2-6" fmla="*/ 431800 h 1193800"/>
                <a:gd name="connsiteX3-7" fmla="*/ 8864600 w 12674600"/>
                <a:gd name="connsiteY3-8" fmla="*/ 457200 h 1193800"/>
                <a:gd name="connsiteX4-9" fmla="*/ 8991600 w 12674600"/>
                <a:gd name="connsiteY4-10" fmla="*/ 482600 h 1193800"/>
                <a:gd name="connsiteX5-11" fmla="*/ 10858500 w 12674600"/>
                <a:gd name="connsiteY5-12" fmla="*/ 342900 h 1193800"/>
                <a:gd name="connsiteX6-13" fmla="*/ 12674600 w 12674600"/>
                <a:gd name="connsiteY6-14" fmla="*/ 368300 h 1193800"/>
                <a:gd name="connsiteX7-15" fmla="*/ 12623800 w 12674600"/>
                <a:gd name="connsiteY7-16" fmla="*/ 1130300 h 1193800"/>
                <a:gd name="connsiteX8-17" fmla="*/ 88900 w 12674600"/>
                <a:gd name="connsiteY8-18" fmla="*/ 1193800 h 1193800"/>
                <a:gd name="connsiteX9-19" fmla="*/ 50800 w 12674600"/>
                <a:gd name="connsiteY9-20" fmla="*/ 406400 h 1193800"/>
                <a:gd name="connsiteX10-21" fmla="*/ 0 w 12674600"/>
                <a:gd name="connsiteY10-22" fmla="*/ 431800 h 1193800"/>
                <a:gd name="connsiteX0-23" fmla="*/ 0 w 12674600"/>
                <a:gd name="connsiteY0-24" fmla="*/ 431800 h 1193800"/>
                <a:gd name="connsiteX1-25" fmla="*/ 3479800 w 12674600"/>
                <a:gd name="connsiteY1-26" fmla="*/ 0 h 1193800"/>
                <a:gd name="connsiteX2-27" fmla="*/ 8737600 w 12674600"/>
                <a:gd name="connsiteY2-28" fmla="*/ 431800 h 1193800"/>
                <a:gd name="connsiteX3-29" fmla="*/ 8864600 w 12674600"/>
                <a:gd name="connsiteY3-30" fmla="*/ 457200 h 1193800"/>
                <a:gd name="connsiteX4-31" fmla="*/ 8991600 w 12674600"/>
                <a:gd name="connsiteY4-32" fmla="*/ 482600 h 1193800"/>
                <a:gd name="connsiteX5-33" fmla="*/ 10858500 w 12674600"/>
                <a:gd name="connsiteY5-34" fmla="*/ 342900 h 1193800"/>
                <a:gd name="connsiteX6-35" fmla="*/ 12674600 w 12674600"/>
                <a:gd name="connsiteY6-36" fmla="*/ 368300 h 1193800"/>
                <a:gd name="connsiteX7-37" fmla="*/ 12623800 w 12674600"/>
                <a:gd name="connsiteY7-38" fmla="*/ 1130300 h 1193800"/>
                <a:gd name="connsiteX8-39" fmla="*/ 88900 w 12674600"/>
                <a:gd name="connsiteY8-40" fmla="*/ 1193800 h 1193800"/>
                <a:gd name="connsiteX9-41" fmla="*/ 50800 w 12674600"/>
                <a:gd name="connsiteY9-42" fmla="*/ 406400 h 1193800"/>
                <a:gd name="connsiteX10-43" fmla="*/ 0 w 12674600"/>
                <a:gd name="connsiteY10-44" fmla="*/ 431800 h 1193800"/>
                <a:gd name="connsiteX0-45" fmla="*/ 0 w 12674600"/>
                <a:gd name="connsiteY0-46" fmla="*/ 431800 h 1193800"/>
                <a:gd name="connsiteX1-47" fmla="*/ 3479800 w 12674600"/>
                <a:gd name="connsiteY1-48" fmla="*/ 0 h 1193800"/>
                <a:gd name="connsiteX2-49" fmla="*/ 8737600 w 12674600"/>
                <a:gd name="connsiteY2-50" fmla="*/ 431800 h 1193800"/>
                <a:gd name="connsiteX3-51" fmla="*/ 8864600 w 12674600"/>
                <a:gd name="connsiteY3-52" fmla="*/ 457200 h 1193800"/>
                <a:gd name="connsiteX4-53" fmla="*/ 8991600 w 12674600"/>
                <a:gd name="connsiteY4-54" fmla="*/ 482600 h 1193800"/>
                <a:gd name="connsiteX5-55" fmla="*/ 10858500 w 12674600"/>
                <a:gd name="connsiteY5-56" fmla="*/ 342900 h 1193800"/>
                <a:gd name="connsiteX6-57" fmla="*/ 12674600 w 12674600"/>
                <a:gd name="connsiteY6-58" fmla="*/ 368300 h 1193800"/>
                <a:gd name="connsiteX7-59" fmla="*/ 12623800 w 12674600"/>
                <a:gd name="connsiteY7-60" fmla="*/ 1130300 h 1193800"/>
                <a:gd name="connsiteX8-61" fmla="*/ 88900 w 12674600"/>
                <a:gd name="connsiteY8-62" fmla="*/ 1193800 h 1193800"/>
                <a:gd name="connsiteX9-63" fmla="*/ 50800 w 12674600"/>
                <a:gd name="connsiteY9-64" fmla="*/ 406400 h 1193800"/>
                <a:gd name="connsiteX10-65" fmla="*/ 0 w 12674600"/>
                <a:gd name="connsiteY10-66" fmla="*/ 431800 h 1193800"/>
                <a:gd name="connsiteX0-67" fmla="*/ 0 w 12674600"/>
                <a:gd name="connsiteY0-68" fmla="*/ 431800 h 1193800"/>
                <a:gd name="connsiteX1-69" fmla="*/ 3479800 w 12674600"/>
                <a:gd name="connsiteY1-70" fmla="*/ 0 h 1193800"/>
                <a:gd name="connsiteX2-71" fmla="*/ 8737600 w 12674600"/>
                <a:gd name="connsiteY2-72" fmla="*/ 431800 h 1193800"/>
                <a:gd name="connsiteX3-73" fmla="*/ 8991600 w 12674600"/>
                <a:gd name="connsiteY3-74" fmla="*/ 482600 h 1193800"/>
                <a:gd name="connsiteX4-75" fmla="*/ 10858500 w 12674600"/>
                <a:gd name="connsiteY4-76" fmla="*/ 342900 h 1193800"/>
                <a:gd name="connsiteX5-77" fmla="*/ 12674600 w 12674600"/>
                <a:gd name="connsiteY5-78" fmla="*/ 368300 h 1193800"/>
                <a:gd name="connsiteX6-79" fmla="*/ 12623800 w 12674600"/>
                <a:gd name="connsiteY6-80" fmla="*/ 1130300 h 1193800"/>
                <a:gd name="connsiteX7-81" fmla="*/ 88900 w 12674600"/>
                <a:gd name="connsiteY7-82" fmla="*/ 1193800 h 1193800"/>
                <a:gd name="connsiteX8-83" fmla="*/ 50800 w 12674600"/>
                <a:gd name="connsiteY8-84" fmla="*/ 406400 h 1193800"/>
                <a:gd name="connsiteX9-85" fmla="*/ 0 w 12674600"/>
                <a:gd name="connsiteY9-86" fmla="*/ 431800 h 1193800"/>
                <a:gd name="connsiteX0-87" fmla="*/ 0 w 12674600"/>
                <a:gd name="connsiteY0-88" fmla="*/ 431800 h 1193800"/>
                <a:gd name="connsiteX1-89" fmla="*/ 3479800 w 12674600"/>
                <a:gd name="connsiteY1-90" fmla="*/ 0 h 1193800"/>
                <a:gd name="connsiteX2-91" fmla="*/ 8737600 w 12674600"/>
                <a:gd name="connsiteY2-92" fmla="*/ 431800 h 1193800"/>
                <a:gd name="connsiteX3-93" fmla="*/ 10858500 w 12674600"/>
                <a:gd name="connsiteY3-94" fmla="*/ 342900 h 1193800"/>
                <a:gd name="connsiteX4-95" fmla="*/ 12674600 w 12674600"/>
                <a:gd name="connsiteY4-96" fmla="*/ 368300 h 1193800"/>
                <a:gd name="connsiteX5-97" fmla="*/ 12623800 w 12674600"/>
                <a:gd name="connsiteY5-98" fmla="*/ 1130300 h 1193800"/>
                <a:gd name="connsiteX6-99" fmla="*/ 88900 w 12674600"/>
                <a:gd name="connsiteY6-100" fmla="*/ 1193800 h 1193800"/>
                <a:gd name="connsiteX7-101" fmla="*/ 50800 w 12674600"/>
                <a:gd name="connsiteY7-102" fmla="*/ 406400 h 1193800"/>
                <a:gd name="connsiteX8-103" fmla="*/ 0 w 12674600"/>
                <a:gd name="connsiteY8-104" fmla="*/ 431800 h 1193800"/>
                <a:gd name="connsiteX0-105" fmla="*/ 0 w 12674600"/>
                <a:gd name="connsiteY0-106" fmla="*/ 431800 h 1193800"/>
                <a:gd name="connsiteX1-107" fmla="*/ 3479800 w 12674600"/>
                <a:gd name="connsiteY1-108" fmla="*/ 0 h 1193800"/>
                <a:gd name="connsiteX2-109" fmla="*/ 8737600 w 12674600"/>
                <a:gd name="connsiteY2-110" fmla="*/ 431800 h 1193800"/>
                <a:gd name="connsiteX3-111" fmla="*/ 10858500 w 12674600"/>
                <a:gd name="connsiteY3-112" fmla="*/ 342900 h 1193800"/>
                <a:gd name="connsiteX4-113" fmla="*/ 12674600 w 12674600"/>
                <a:gd name="connsiteY4-114" fmla="*/ 368300 h 1193800"/>
                <a:gd name="connsiteX5-115" fmla="*/ 12623800 w 12674600"/>
                <a:gd name="connsiteY5-116" fmla="*/ 1130300 h 1193800"/>
                <a:gd name="connsiteX6-117" fmla="*/ 88900 w 12674600"/>
                <a:gd name="connsiteY6-118" fmla="*/ 1193800 h 1193800"/>
                <a:gd name="connsiteX7-119" fmla="*/ 50800 w 12674600"/>
                <a:gd name="connsiteY7-120" fmla="*/ 406400 h 1193800"/>
                <a:gd name="connsiteX8-121" fmla="*/ 0 w 12674600"/>
                <a:gd name="connsiteY8-122" fmla="*/ 431800 h 1193800"/>
                <a:gd name="connsiteX0-123" fmla="*/ 0 w 12674600"/>
                <a:gd name="connsiteY0-124" fmla="*/ 431800 h 1193800"/>
                <a:gd name="connsiteX1-125" fmla="*/ 3479800 w 12674600"/>
                <a:gd name="connsiteY1-126" fmla="*/ 0 h 1193800"/>
                <a:gd name="connsiteX2-127" fmla="*/ 8737600 w 12674600"/>
                <a:gd name="connsiteY2-128" fmla="*/ 431800 h 1193800"/>
                <a:gd name="connsiteX3-129" fmla="*/ 10858500 w 12674600"/>
                <a:gd name="connsiteY3-130" fmla="*/ 342900 h 1193800"/>
                <a:gd name="connsiteX4-131" fmla="*/ 12674600 w 12674600"/>
                <a:gd name="connsiteY4-132" fmla="*/ 368300 h 1193800"/>
                <a:gd name="connsiteX5-133" fmla="*/ 12623800 w 12674600"/>
                <a:gd name="connsiteY5-134" fmla="*/ 1130300 h 1193800"/>
                <a:gd name="connsiteX6-135" fmla="*/ 88900 w 12674600"/>
                <a:gd name="connsiteY6-136" fmla="*/ 1193800 h 1193800"/>
                <a:gd name="connsiteX7-137" fmla="*/ 50800 w 12674600"/>
                <a:gd name="connsiteY7-138" fmla="*/ 406400 h 1193800"/>
                <a:gd name="connsiteX8-139" fmla="*/ 0 w 12674600"/>
                <a:gd name="connsiteY8-140" fmla="*/ 431800 h 1193800"/>
                <a:gd name="connsiteX0-141" fmla="*/ 0 w 12674600"/>
                <a:gd name="connsiteY0-142" fmla="*/ 431800 h 1193800"/>
                <a:gd name="connsiteX1-143" fmla="*/ 3479800 w 12674600"/>
                <a:gd name="connsiteY1-144" fmla="*/ 0 h 1193800"/>
                <a:gd name="connsiteX2-145" fmla="*/ 8737600 w 12674600"/>
                <a:gd name="connsiteY2-146" fmla="*/ 431800 h 1193800"/>
                <a:gd name="connsiteX3-147" fmla="*/ 10858500 w 12674600"/>
                <a:gd name="connsiteY3-148" fmla="*/ 342900 h 1193800"/>
                <a:gd name="connsiteX4-149" fmla="*/ 12674600 w 12674600"/>
                <a:gd name="connsiteY4-150" fmla="*/ 368300 h 1193800"/>
                <a:gd name="connsiteX5-151" fmla="*/ 12623800 w 12674600"/>
                <a:gd name="connsiteY5-152" fmla="*/ 1130300 h 1193800"/>
                <a:gd name="connsiteX6-153" fmla="*/ 88900 w 12674600"/>
                <a:gd name="connsiteY6-154" fmla="*/ 1193800 h 1193800"/>
                <a:gd name="connsiteX7-155" fmla="*/ 50800 w 12674600"/>
                <a:gd name="connsiteY7-156" fmla="*/ 406400 h 1193800"/>
                <a:gd name="connsiteX8-157" fmla="*/ 0 w 12674600"/>
                <a:gd name="connsiteY8-158" fmla="*/ 431800 h 1193800"/>
                <a:gd name="connsiteX0-159" fmla="*/ 0 w 12674600"/>
                <a:gd name="connsiteY0-160" fmla="*/ 431800 h 1193800"/>
                <a:gd name="connsiteX1-161" fmla="*/ 3479800 w 12674600"/>
                <a:gd name="connsiteY1-162" fmla="*/ 0 h 1193800"/>
                <a:gd name="connsiteX2-163" fmla="*/ 8737600 w 12674600"/>
                <a:gd name="connsiteY2-164" fmla="*/ 431800 h 1193800"/>
                <a:gd name="connsiteX3-165" fmla="*/ 10858500 w 12674600"/>
                <a:gd name="connsiteY3-166" fmla="*/ 342900 h 1193800"/>
                <a:gd name="connsiteX4-167" fmla="*/ 12674600 w 12674600"/>
                <a:gd name="connsiteY4-168" fmla="*/ 368300 h 1193800"/>
                <a:gd name="connsiteX5-169" fmla="*/ 12623800 w 12674600"/>
                <a:gd name="connsiteY5-170" fmla="*/ 1130300 h 1193800"/>
                <a:gd name="connsiteX6-171" fmla="*/ 88900 w 12674600"/>
                <a:gd name="connsiteY6-172" fmla="*/ 1193800 h 1193800"/>
                <a:gd name="connsiteX7-173" fmla="*/ 50800 w 12674600"/>
                <a:gd name="connsiteY7-174" fmla="*/ 406400 h 1193800"/>
                <a:gd name="connsiteX8-175" fmla="*/ 0 w 12674600"/>
                <a:gd name="connsiteY8-176" fmla="*/ 431800 h 1193800"/>
                <a:gd name="connsiteX0-177" fmla="*/ 0 w 12674600"/>
                <a:gd name="connsiteY0-178" fmla="*/ 431800 h 1193800"/>
                <a:gd name="connsiteX1-179" fmla="*/ 3479800 w 12674600"/>
                <a:gd name="connsiteY1-180" fmla="*/ 0 h 1193800"/>
                <a:gd name="connsiteX2-181" fmla="*/ 8737600 w 12674600"/>
                <a:gd name="connsiteY2-182" fmla="*/ 431800 h 1193800"/>
                <a:gd name="connsiteX3-183" fmla="*/ 10858500 w 12674600"/>
                <a:gd name="connsiteY3-184" fmla="*/ 342900 h 1193800"/>
                <a:gd name="connsiteX4-185" fmla="*/ 12674600 w 12674600"/>
                <a:gd name="connsiteY4-186" fmla="*/ 368300 h 1193800"/>
                <a:gd name="connsiteX5-187" fmla="*/ 12623800 w 12674600"/>
                <a:gd name="connsiteY5-188" fmla="*/ 1130300 h 1193800"/>
                <a:gd name="connsiteX6-189" fmla="*/ 88900 w 12674600"/>
                <a:gd name="connsiteY6-190" fmla="*/ 1193800 h 1193800"/>
                <a:gd name="connsiteX7-191" fmla="*/ 50800 w 12674600"/>
                <a:gd name="connsiteY7-192" fmla="*/ 406400 h 1193800"/>
                <a:gd name="connsiteX8-193" fmla="*/ 0 w 12674600"/>
                <a:gd name="connsiteY8-194" fmla="*/ 431800 h 1193800"/>
                <a:gd name="connsiteX0-195" fmla="*/ 0 w 12674600"/>
                <a:gd name="connsiteY0-196" fmla="*/ 431800 h 1193800"/>
                <a:gd name="connsiteX1-197" fmla="*/ 3479800 w 12674600"/>
                <a:gd name="connsiteY1-198" fmla="*/ 0 h 1193800"/>
                <a:gd name="connsiteX2-199" fmla="*/ 8737600 w 12674600"/>
                <a:gd name="connsiteY2-200" fmla="*/ 431800 h 1193800"/>
                <a:gd name="connsiteX3-201" fmla="*/ 10858500 w 12674600"/>
                <a:gd name="connsiteY3-202" fmla="*/ 342900 h 1193800"/>
                <a:gd name="connsiteX4-203" fmla="*/ 12674600 w 12674600"/>
                <a:gd name="connsiteY4-204" fmla="*/ 368300 h 1193800"/>
                <a:gd name="connsiteX5-205" fmla="*/ 12623800 w 12674600"/>
                <a:gd name="connsiteY5-206" fmla="*/ 1130300 h 1193800"/>
                <a:gd name="connsiteX6-207" fmla="*/ 88900 w 12674600"/>
                <a:gd name="connsiteY6-208" fmla="*/ 1193800 h 1193800"/>
                <a:gd name="connsiteX7-209" fmla="*/ 50800 w 12674600"/>
                <a:gd name="connsiteY7-210" fmla="*/ 406400 h 1193800"/>
                <a:gd name="connsiteX8-211" fmla="*/ 0 w 12674600"/>
                <a:gd name="connsiteY8-212" fmla="*/ 431800 h 1193800"/>
                <a:gd name="connsiteX0-213" fmla="*/ 0 w 12674600"/>
                <a:gd name="connsiteY0-214" fmla="*/ 431800 h 1193800"/>
                <a:gd name="connsiteX1-215" fmla="*/ 3479800 w 12674600"/>
                <a:gd name="connsiteY1-216" fmla="*/ 0 h 1193800"/>
                <a:gd name="connsiteX2-217" fmla="*/ 8737600 w 12674600"/>
                <a:gd name="connsiteY2-218" fmla="*/ 431800 h 1193800"/>
                <a:gd name="connsiteX3-219" fmla="*/ 10858500 w 12674600"/>
                <a:gd name="connsiteY3-220" fmla="*/ 342900 h 1193800"/>
                <a:gd name="connsiteX4-221" fmla="*/ 12674600 w 12674600"/>
                <a:gd name="connsiteY4-222" fmla="*/ 368300 h 1193800"/>
                <a:gd name="connsiteX5-223" fmla="*/ 12623800 w 12674600"/>
                <a:gd name="connsiteY5-224" fmla="*/ 1130300 h 1193800"/>
                <a:gd name="connsiteX6-225" fmla="*/ 88900 w 12674600"/>
                <a:gd name="connsiteY6-226" fmla="*/ 1193800 h 1193800"/>
                <a:gd name="connsiteX7-227" fmla="*/ 50800 w 12674600"/>
                <a:gd name="connsiteY7-228" fmla="*/ 406400 h 1193800"/>
                <a:gd name="connsiteX8-229" fmla="*/ 0 w 12674600"/>
                <a:gd name="connsiteY8-230" fmla="*/ 431800 h 1193800"/>
                <a:gd name="connsiteX0-231" fmla="*/ 0 w 12674600"/>
                <a:gd name="connsiteY0-232" fmla="*/ 431800 h 1193800"/>
                <a:gd name="connsiteX1-233" fmla="*/ 3479800 w 12674600"/>
                <a:gd name="connsiteY1-234" fmla="*/ 0 h 1193800"/>
                <a:gd name="connsiteX2-235" fmla="*/ 8737600 w 12674600"/>
                <a:gd name="connsiteY2-236" fmla="*/ 431800 h 1193800"/>
                <a:gd name="connsiteX3-237" fmla="*/ 10858500 w 12674600"/>
                <a:gd name="connsiteY3-238" fmla="*/ 342900 h 1193800"/>
                <a:gd name="connsiteX4-239" fmla="*/ 12674600 w 12674600"/>
                <a:gd name="connsiteY4-240" fmla="*/ 368300 h 1193800"/>
                <a:gd name="connsiteX5-241" fmla="*/ 12623800 w 12674600"/>
                <a:gd name="connsiteY5-242" fmla="*/ 1130300 h 1193800"/>
                <a:gd name="connsiteX6-243" fmla="*/ 88900 w 12674600"/>
                <a:gd name="connsiteY6-244" fmla="*/ 1193800 h 1193800"/>
                <a:gd name="connsiteX7-245" fmla="*/ 50800 w 12674600"/>
                <a:gd name="connsiteY7-246" fmla="*/ 406400 h 1193800"/>
                <a:gd name="connsiteX8-247" fmla="*/ 0 w 12674600"/>
                <a:gd name="connsiteY8-248" fmla="*/ 431800 h 1193800"/>
                <a:gd name="connsiteX0-249" fmla="*/ 0 w 12674600"/>
                <a:gd name="connsiteY0-250" fmla="*/ 431800 h 1193800"/>
                <a:gd name="connsiteX1-251" fmla="*/ 3479800 w 12674600"/>
                <a:gd name="connsiteY1-252" fmla="*/ 0 h 1193800"/>
                <a:gd name="connsiteX2-253" fmla="*/ 8737600 w 12674600"/>
                <a:gd name="connsiteY2-254" fmla="*/ 431800 h 1193800"/>
                <a:gd name="connsiteX3-255" fmla="*/ 10858500 w 12674600"/>
                <a:gd name="connsiteY3-256" fmla="*/ 342900 h 1193800"/>
                <a:gd name="connsiteX4-257" fmla="*/ 12674600 w 12674600"/>
                <a:gd name="connsiteY4-258" fmla="*/ 368300 h 1193800"/>
                <a:gd name="connsiteX5-259" fmla="*/ 12623800 w 12674600"/>
                <a:gd name="connsiteY5-260" fmla="*/ 1130300 h 1193800"/>
                <a:gd name="connsiteX6-261" fmla="*/ 88900 w 12674600"/>
                <a:gd name="connsiteY6-262" fmla="*/ 1193800 h 1193800"/>
                <a:gd name="connsiteX7-263" fmla="*/ 50800 w 12674600"/>
                <a:gd name="connsiteY7-264" fmla="*/ 406400 h 1193800"/>
                <a:gd name="connsiteX8-265" fmla="*/ 0 w 12674600"/>
                <a:gd name="connsiteY8-266" fmla="*/ 431800 h 1193800"/>
                <a:gd name="connsiteX0-267" fmla="*/ 0 w 12674600"/>
                <a:gd name="connsiteY0-268" fmla="*/ 431800 h 1193800"/>
                <a:gd name="connsiteX1-269" fmla="*/ 3479800 w 12674600"/>
                <a:gd name="connsiteY1-270" fmla="*/ 0 h 1193800"/>
                <a:gd name="connsiteX2-271" fmla="*/ 8737600 w 12674600"/>
                <a:gd name="connsiteY2-272" fmla="*/ 431800 h 1193800"/>
                <a:gd name="connsiteX3-273" fmla="*/ 10845800 w 12674600"/>
                <a:gd name="connsiteY3-274" fmla="*/ 215900 h 1193800"/>
                <a:gd name="connsiteX4-275" fmla="*/ 12674600 w 12674600"/>
                <a:gd name="connsiteY4-276" fmla="*/ 368300 h 1193800"/>
                <a:gd name="connsiteX5-277" fmla="*/ 12623800 w 12674600"/>
                <a:gd name="connsiteY5-278" fmla="*/ 1130300 h 1193800"/>
                <a:gd name="connsiteX6-279" fmla="*/ 88900 w 12674600"/>
                <a:gd name="connsiteY6-280" fmla="*/ 1193800 h 1193800"/>
                <a:gd name="connsiteX7-281" fmla="*/ 50800 w 12674600"/>
                <a:gd name="connsiteY7-282" fmla="*/ 406400 h 1193800"/>
                <a:gd name="connsiteX8-283" fmla="*/ 0 w 12674600"/>
                <a:gd name="connsiteY8-284" fmla="*/ 431800 h 1193800"/>
                <a:gd name="connsiteX0-285" fmla="*/ 0 w 12674600"/>
                <a:gd name="connsiteY0-286" fmla="*/ 431800 h 1193800"/>
                <a:gd name="connsiteX1-287" fmla="*/ 3479800 w 12674600"/>
                <a:gd name="connsiteY1-288" fmla="*/ 0 h 1193800"/>
                <a:gd name="connsiteX2-289" fmla="*/ 8737600 w 12674600"/>
                <a:gd name="connsiteY2-290" fmla="*/ 431800 h 1193800"/>
                <a:gd name="connsiteX3-291" fmla="*/ 10833100 w 12674600"/>
                <a:gd name="connsiteY3-292" fmla="*/ 76200 h 1193800"/>
                <a:gd name="connsiteX4-293" fmla="*/ 12674600 w 12674600"/>
                <a:gd name="connsiteY4-294" fmla="*/ 368300 h 1193800"/>
                <a:gd name="connsiteX5-295" fmla="*/ 12623800 w 12674600"/>
                <a:gd name="connsiteY5-296" fmla="*/ 1130300 h 1193800"/>
                <a:gd name="connsiteX6-297" fmla="*/ 88900 w 12674600"/>
                <a:gd name="connsiteY6-298" fmla="*/ 1193800 h 1193800"/>
                <a:gd name="connsiteX7-299" fmla="*/ 50800 w 12674600"/>
                <a:gd name="connsiteY7-300" fmla="*/ 406400 h 1193800"/>
                <a:gd name="connsiteX8-301" fmla="*/ 0 w 12674600"/>
                <a:gd name="connsiteY8-302" fmla="*/ 431800 h 1193800"/>
                <a:gd name="connsiteX0-303" fmla="*/ 0 w 12674600"/>
                <a:gd name="connsiteY0-304" fmla="*/ 431800 h 1193800"/>
                <a:gd name="connsiteX1-305" fmla="*/ 3479800 w 12674600"/>
                <a:gd name="connsiteY1-306" fmla="*/ 0 h 1193800"/>
                <a:gd name="connsiteX2-307" fmla="*/ 8737600 w 12674600"/>
                <a:gd name="connsiteY2-308" fmla="*/ 431800 h 1193800"/>
                <a:gd name="connsiteX3-309" fmla="*/ 10833100 w 12674600"/>
                <a:gd name="connsiteY3-310" fmla="*/ 76200 h 1193800"/>
                <a:gd name="connsiteX4-311" fmla="*/ 12674600 w 12674600"/>
                <a:gd name="connsiteY4-312" fmla="*/ 368300 h 1193800"/>
                <a:gd name="connsiteX5-313" fmla="*/ 12623800 w 12674600"/>
                <a:gd name="connsiteY5-314" fmla="*/ 1130300 h 1193800"/>
                <a:gd name="connsiteX6-315" fmla="*/ 88900 w 12674600"/>
                <a:gd name="connsiteY6-316" fmla="*/ 1193800 h 1193800"/>
                <a:gd name="connsiteX7-317" fmla="*/ 50800 w 12674600"/>
                <a:gd name="connsiteY7-318" fmla="*/ 406400 h 1193800"/>
                <a:gd name="connsiteX8-319" fmla="*/ 0 w 12674600"/>
                <a:gd name="connsiteY8-320" fmla="*/ 431800 h 1193800"/>
                <a:gd name="connsiteX0-321" fmla="*/ 0 w 12674600"/>
                <a:gd name="connsiteY0-322" fmla="*/ 431800 h 1193800"/>
                <a:gd name="connsiteX1-323" fmla="*/ 3479800 w 12674600"/>
                <a:gd name="connsiteY1-324" fmla="*/ 0 h 1193800"/>
                <a:gd name="connsiteX2-325" fmla="*/ 8737600 w 12674600"/>
                <a:gd name="connsiteY2-326" fmla="*/ 431800 h 1193800"/>
                <a:gd name="connsiteX3-327" fmla="*/ 10833100 w 12674600"/>
                <a:gd name="connsiteY3-328" fmla="*/ 76200 h 1193800"/>
                <a:gd name="connsiteX4-329" fmla="*/ 12674600 w 12674600"/>
                <a:gd name="connsiteY4-330" fmla="*/ 368300 h 1193800"/>
                <a:gd name="connsiteX5-331" fmla="*/ 12623800 w 12674600"/>
                <a:gd name="connsiteY5-332" fmla="*/ 1130300 h 1193800"/>
                <a:gd name="connsiteX6-333" fmla="*/ 88900 w 12674600"/>
                <a:gd name="connsiteY6-334" fmla="*/ 1193800 h 1193800"/>
                <a:gd name="connsiteX7-335" fmla="*/ 50800 w 12674600"/>
                <a:gd name="connsiteY7-336" fmla="*/ 406400 h 1193800"/>
                <a:gd name="connsiteX8-337" fmla="*/ 0 w 12674600"/>
                <a:gd name="connsiteY8-338" fmla="*/ 431800 h 11938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</a:cxnLst>
              <a:rect l="l" t="t" r="r" b="b"/>
              <a:pathLst>
                <a:path w="19230" h="904">
                  <a:moveTo>
                    <a:pt x="5020" y="0"/>
                  </a:moveTo>
                  <a:cubicBezTo>
                    <a:pt x="7413" y="0"/>
                    <a:pt x="11370" y="660"/>
                    <a:pt x="13300" y="680"/>
                  </a:cubicBezTo>
                  <a:cubicBezTo>
                    <a:pt x="15230" y="700"/>
                    <a:pt x="15387" y="187"/>
                    <a:pt x="16600" y="120"/>
                  </a:cubicBezTo>
                  <a:cubicBezTo>
                    <a:pt x="17605" y="65"/>
                    <a:pt x="18616" y="275"/>
                    <a:pt x="19198" y="466"/>
                  </a:cubicBezTo>
                  <a:lnTo>
                    <a:pt x="19230" y="477"/>
                  </a:lnTo>
                  <a:lnTo>
                    <a:pt x="19230" y="904"/>
                  </a:lnTo>
                  <a:lnTo>
                    <a:pt x="0" y="904"/>
                  </a:lnTo>
                  <a:lnTo>
                    <a:pt x="0" y="609"/>
                  </a:lnTo>
                  <a:lnTo>
                    <a:pt x="22" y="605"/>
                  </a:lnTo>
                  <a:cubicBezTo>
                    <a:pt x="1094" y="416"/>
                    <a:pt x="2982" y="0"/>
                    <a:pt x="502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304433" y="2554514"/>
            <a:ext cx="4896453" cy="808744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000" u="none" strike="noStrike" kern="1200" cap="none" spc="300" normalizeH="0" baseline="0">
                <a:gradFill flip="none" rotWithShape="1"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uFillTx/>
                <a:latin typeface="Arial" panose="020B0604020202020204" pitchFamily="34" charset="0"/>
                <a:ea typeface="汉仪旗黑-75S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5304678" y="3425190"/>
            <a:ext cx="4896480" cy="1579245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20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1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5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7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/>
          <p:cNvSpPr/>
          <p:nvPr>
            <p:custDataLst>
              <p:tags r:id="rId2"/>
            </p:custDataLst>
          </p:nvPr>
        </p:nvSpPr>
        <p:spPr>
          <a:xfrm>
            <a:off x="-6348" y="6341414"/>
            <a:ext cx="12207870" cy="535635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708" y="443234"/>
            <a:ext cx="10849411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4"/>
            </p:custDataLst>
          </p:nvPr>
        </p:nvSpPr>
        <p:spPr>
          <a:xfrm>
            <a:off x="669756" y="952508"/>
            <a:ext cx="5281866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5"/>
            </p:custDataLst>
          </p:nvPr>
        </p:nvSpPr>
        <p:spPr>
          <a:xfrm>
            <a:off x="6237252" y="952508"/>
            <a:ext cx="5281866" cy="5388907"/>
          </a:xfrm>
        </p:spPr>
        <p:txBody>
          <a:bodyPr lIns="90170" tIns="46990" rIns="90170" bIns="46990">
            <a:normAutofit/>
          </a:bodyPr>
          <a:lstStyle>
            <a:lvl1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/>
          <p:cNvSpPr/>
          <p:nvPr>
            <p:custDataLst>
              <p:tags r:id="rId2"/>
            </p:custDataLst>
          </p:nvPr>
        </p:nvSpPr>
        <p:spPr>
          <a:xfrm>
            <a:off x="-6348" y="6341414"/>
            <a:ext cx="12207870" cy="535635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708" y="443234"/>
            <a:ext cx="10849411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669756" y="952508"/>
            <a:ext cx="5281866" cy="381003"/>
          </a:xfrm>
        </p:spPr>
        <p:txBody>
          <a:bodyPr lIns="90170" tIns="46990" rIns="90170" bIns="4699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5"/>
            </p:custDataLst>
          </p:nvPr>
        </p:nvSpPr>
        <p:spPr>
          <a:xfrm>
            <a:off x="669751" y="1406525"/>
            <a:ext cx="5281824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6"/>
            </p:custDataLst>
          </p:nvPr>
        </p:nvSpPr>
        <p:spPr>
          <a:xfrm>
            <a:off x="6234126" y="952508"/>
            <a:ext cx="5281866" cy="381003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7"/>
            </p:custDataLst>
          </p:nvPr>
        </p:nvSpPr>
        <p:spPr>
          <a:xfrm>
            <a:off x="6234126" y="1406525"/>
            <a:ext cx="5281866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6"/>
          <p:cNvSpPr/>
          <p:nvPr>
            <p:custDataLst>
              <p:tags r:id="rId2"/>
            </p:custDataLst>
          </p:nvPr>
        </p:nvSpPr>
        <p:spPr>
          <a:xfrm>
            <a:off x="-6348" y="6184900"/>
            <a:ext cx="12207870" cy="692150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>
            <p:custDataLst>
              <p:tags r:id="rId2"/>
            </p:custDataLst>
          </p:nvPr>
        </p:nvSpPr>
        <p:spPr>
          <a:xfrm>
            <a:off x="-6348" y="6341414"/>
            <a:ext cx="12207870" cy="535635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756" y="443234"/>
            <a:ext cx="10849411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4"/>
            </p:custDataLst>
          </p:nvPr>
        </p:nvSpPr>
        <p:spPr>
          <a:xfrm>
            <a:off x="669756" y="952508"/>
            <a:ext cx="5281866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5"/>
            </p:custDataLst>
          </p:nvPr>
        </p:nvSpPr>
        <p:spPr>
          <a:xfrm>
            <a:off x="6237300" y="952508"/>
            <a:ext cx="5281866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gradFill>
          <a:gsLst>
            <a:gs pos="0">
              <a:schemeClr val="accent3"/>
            </a:gs>
            <a:gs pos="100000">
              <a:schemeClr val="accent1"/>
            </a:gs>
          </a:gsLst>
          <a:lin ang="6599999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92724" y="304200"/>
            <a:ext cx="11603378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3"/>
            </p:custDataLst>
          </p:nvPr>
        </p:nvSpPr>
        <p:spPr>
          <a:xfrm>
            <a:off x="10568382" y="952508"/>
            <a:ext cx="950736" cy="5388907"/>
          </a:xfrm>
        </p:spPr>
        <p:txBody>
          <a:bodyPr vert="eaVert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4"/>
            </p:custDataLst>
          </p:nvPr>
        </p:nvSpPr>
        <p:spPr>
          <a:xfrm>
            <a:off x="669751" y="952500"/>
            <a:ext cx="9825542" cy="5388907"/>
          </a:xfrm>
        </p:spPr>
        <p:txBody>
          <a:bodyPr vert="eaVert" lIns="90170" tIns="46990" rIns="90170" bIns="46990">
            <a:normAutofit/>
          </a:bodyPr>
          <a:lstStyle>
            <a:lvl1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gradFill>
          <a:gsLst>
            <a:gs pos="0">
              <a:schemeClr val="accent3"/>
            </a:gs>
            <a:gs pos="100000">
              <a:schemeClr val="accent1"/>
            </a:gs>
          </a:gsLst>
          <a:lin ang="6599999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92724" y="304200"/>
            <a:ext cx="11603378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669756" y="952508"/>
            <a:ext cx="10849411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图片 69" descr="图片包含 动物&#10;&#10;已生成高可信度的说明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 flipH="1">
            <a:off x="0" y="0"/>
            <a:ext cx="12188824" cy="6858000"/>
          </a:xfrm>
          <a:prstGeom prst="rect">
            <a:avLst/>
          </a:prstGeom>
        </p:spPr>
      </p:pic>
      <p:pic>
        <p:nvPicPr>
          <p:cNvPr id="7" name="图片 6" descr="图片包含 动物&#10;&#10;已生成高可信度的说明" hidden="1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 flipH="1">
            <a:off x="0" y="0"/>
            <a:ext cx="12188824" cy="6858000"/>
          </a:xfrm>
          <a:prstGeom prst="rect">
            <a:avLst/>
          </a:prstGeom>
        </p:spPr>
      </p:pic>
      <p:cxnSp>
        <p:nvCxnSpPr>
          <p:cNvPr id="8" name="直接连接符 7"/>
          <p:cNvCxnSpPr/>
          <p:nvPr>
            <p:custDataLst>
              <p:tags r:id="rId6"/>
            </p:custDataLst>
          </p:nvPr>
        </p:nvCxnSpPr>
        <p:spPr>
          <a:xfrm>
            <a:off x="428513" y="419100"/>
            <a:ext cx="33328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>
            <p:custDataLst>
              <p:tags r:id="rId7"/>
            </p:custDataLst>
          </p:nvPr>
        </p:nvCxnSpPr>
        <p:spPr>
          <a:xfrm>
            <a:off x="428513" y="501650"/>
            <a:ext cx="33328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>
            <p:custDataLst>
              <p:tags r:id="rId8"/>
            </p:custDataLst>
          </p:nvPr>
        </p:nvCxnSpPr>
        <p:spPr>
          <a:xfrm>
            <a:off x="428513" y="584200"/>
            <a:ext cx="33328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9"/>
            </p:custDataLst>
          </p:nvPr>
        </p:nvCxnSpPr>
        <p:spPr>
          <a:xfrm>
            <a:off x="7244861" y="6375400"/>
            <a:ext cx="3642174" cy="0"/>
          </a:xfrm>
          <a:prstGeom prst="line">
            <a:avLst/>
          </a:prstGeom>
          <a:ln w="3175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>
            <p:custDataLst>
              <p:tags r:id="rId10"/>
            </p:custDataLst>
          </p:nvPr>
        </p:nvGrpSpPr>
        <p:grpSpPr>
          <a:xfrm>
            <a:off x="910988" y="4672608"/>
            <a:ext cx="1807689" cy="319882"/>
            <a:chOff x="911225" y="4845050"/>
            <a:chExt cx="1808160" cy="319882"/>
          </a:xfrm>
          <a:solidFill>
            <a:schemeClr val="bg1"/>
          </a:solidFill>
        </p:grpSpPr>
        <p:sp>
          <p:nvSpPr>
            <p:cNvPr id="15" name="椭圆 14"/>
            <p:cNvSpPr/>
            <p:nvPr>
              <p:custDataLst>
                <p:tags r:id="rId11"/>
              </p:custDataLst>
            </p:nvPr>
          </p:nvSpPr>
          <p:spPr>
            <a:xfrm>
              <a:off x="911225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椭圆 15"/>
            <p:cNvSpPr/>
            <p:nvPr>
              <p:custDataLst>
                <p:tags r:id="rId12"/>
              </p:custDataLst>
            </p:nvPr>
          </p:nvSpPr>
          <p:spPr>
            <a:xfrm>
              <a:off x="911225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椭圆 16"/>
            <p:cNvSpPr/>
            <p:nvPr>
              <p:custDataLst>
                <p:tags r:id="rId13"/>
              </p:custDataLst>
            </p:nvPr>
          </p:nvSpPr>
          <p:spPr>
            <a:xfrm>
              <a:off x="1085056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椭圆 17"/>
            <p:cNvSpPr/>
            <p:nvPr>
              <p:custDataLst>
                <p:tags r:id="rId14"/>
              </p:custDataLst>
            </p:nvPr>
          </p:nvSpPr>
          <p:spPr>
            <a:xfrm>
              <a:off x="1085056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" name="椭圆 18"/>
            <p:cNvSpPr/>
            <p:nvPr>
              <p:custDataLst>
                <p:tags r:id="rId15"/>
              </p:custDataLst>
            </p:nvPr>
          </p:nvSpPr>
          <p:spPr>
            <a:xfrm>
              <a:off x="1258887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椭圆 19"/>
            <p:cNvSpPr/>
            <p:nvPr>
              <p:custDataLst>
                <p:tags r:id="rId16"/>
              </p:custDataLst>
            </p:nvPr>
          </p:nvSpPr>
          <p:spPr>
            <a:xfrm>
              <a:off x="1258887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椭圆 20"/>
            <p:cNvSpPr/>
            <p:nvPr>
              <p:custDataLst>
                <p:tags r:id="rId17"/>
              </p:custDataLst>
            </p:nvPr>
          </p:nvSpPr>
          <p:spPr>
            <a:xfrm>
              <a:off x="1432718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" name="椭圆 21"/>
            <p:cNvSpPr/>
            <p:nvPr>
              <p:custDataLst>
                <p:tags r:id="rId18"/>
              </p:custDataLst>
            </p:nvPr>
          </p:nvSpPr>
          <p:spPr>
            <a:xfrm>
              <a:off x="1432718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椭圆 22"/>
            <p:cNvSpPr/>
            <p:nvPr>
              <p:custDataLst>
                <p:tags r:id="rId19"/>
              </p:custDataLst>
            </p:nvPr>
          </p:nvSpPr>
          <p:spPr>
            <a:xfrm>
              <a:off x="1606549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椭圆 23"/>
            <p:cNvSpPr/>
            <p:nvPr>
              <p:custDataLst>
                <p:tags r:id="rId20"/>
              </p:custDataLst>
            </p:nvPr>
          </p:nvSpPr>
          <p:spPr>
            <a:xfrm>
              <a:off x="1606549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椭圆 24"/>
            <p:cNvSpPr/>
            <p:nvPr>
              <p:custDataLst>
                <p:tags r:id="rId21"/>
              </p:custDataLst>
            </p:nvPr>
          </p:nvSpPr>
          <p:spPr>
            <a:xfrm>
              <a:off x="1780380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" name="椭圆 25"/>
            <p:cNvSpPr/>
            <p:nvPr>
              <p:custDataLst>
                <p:tags r:id="rId22"/>
              </p:custDataLst>
            </p:nvPr>
          </p:nvSpPr>
          <p:spPr>
            <a:xfrm>
              <a:off x="1780380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" name="椭圆 26"/>
            <p:cNvSpPr/>
            <p:nvPr>
              <p:custDataLst>
                <p:tags r:id="rId23"/>
              </p:custDataLst>
            </p:nvPr>
          </p:nvSpPr>
          <p:spPr>
            <a:xfrm>
              <a:off x="1954211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椭圆 27"/>
            <p:cNvSpPr/>
            <p:nvPr>
              <p:custDataLst>
                <p:tags r:id="rId24"/>
              </p:custDataLst>
            </p:nvPr>
          </p:nvSpPr>
          <p:spPr>
            <a:xfrm>
              <a:off x="1954211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椭圆 28"/>
            <p:cNvSpPr/>
            <p:nvPr>
              <p:custDataLst>
                <p:tags r:id="rId25"/>
              </p:custDataLst>
            </p:nvPr>
          </p:nvSpPr>
          <p:spPr>
            <a:xfrm>
              <a:off x="2128042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" name="椭圆 29"/>
            <p:cNvSpPr/>
            <p:nvPr>
              <p:custDataLst>
                <p:tags r:id="rId26"/>
              </p:custDataLst>
            </p:nvPr>
          </p:nvSpPr>
          <p:spPr>
            <a:xfrm>
              <a:off x="2128042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" name="椭圆 30"/>
            <p:cNvSpPr/>
            <p:nvPr>
              <p:custDataLst>
                <p:tags r:id="rId27"/>
              </p:custDataLst>
            </p:nvPr>
          </p:nvSpPr>
          <p:spPr>
            <a:xfrm>
              <a:off x="2301873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椭圆 31"/>
            <p:cNvSpPr/>
            <p:nvPr>
              <p:custDataLst>
                <p:tags r:id="rId28"/>
              </p:custDataLst>
            </p:nvPr>
          </p:nvSpPr>
          <p:spPr>
            <a:xfrm>
              <a:off x="2301873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椭圆 32"/>
            <p:cNvSpPr/>
            <p:nvPr>
              <p:custDataLst>
                <p:tags r:id="rId29"/>
              </p:custDataLst>
            </p:nvPr>
          </p:nvSpPr>
          <p:spPr>
            <a:xfrm>
              <a:off x="2475704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椭圆 33"/>
            <p:cNvSpPr/>
            <p:nvPr>
              <p:custDataLst>
                <p:tags r:id="rId30"/>
              </p:custDataLst>
            </p:nvPr>
          </p:nvSpPr>
          <p:spPr>
            <a:xfrm>
              <a:off x="2475704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椭圆 34"/>
            <p:cNvSpPr/>
            <p:nvPr>
              <p:custDataLst>
                <p:tags r:id="rId31"/>
              </p:custDataLst>
            </p:nvPr>
          </p:nvSpPr>
          <p:spPr>
            <a:xfrm>
              <a:off x="2649535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6" name="椭圆 35"/>
            <p:cNvSpPr/>
            <p:nvPr>
              <p:custDataLst>
                <p:tags r:id="rId32"/>
              </p:custDataLst>
            </p:nvPr>
          </p:nvSpPr>
          <p:spPr>
            <a:xfrm>
              <a:off x="2649535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33"/>
            </p:custDataLst>
          </p:nvPr>
        </p:nvGrpSpPr>
        <p:grpSpPr>
          <a:xfrm>
            <a:off x="9958006" y="482599"/>
            <a:ext cx="1286332" cy="891382"/>
            <a:chOff x="9265447" y="481778"/>
            <a:chExt cx="1286667" cy="891382"/>
          </a:xfrm>
          <a:solidFill>
            <a:schemeClr val="bg1"/>
          </a:solidFill>
        </p:grpSpPr>
        <p:sp>
          <p:nvSpPr>
            <p:cNvPr id="38" name="椭圆 37"/>
            <p:cNvSpPr/>
            <p:nvPr>
              <p:custDataLst>
                <p:tags r:id="rId34"/>
              </p:custDataLst>
            </p:nvPr>
          </p:nvSpPr>
          <p:spPr>
            <a:xfrm>
              <a:off x="9265447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>
              <p:custDataLst>
                <p:tags r:id="rId35"/>
              </p:custDataLst>
            </p:nvPr>
          </p:nvSpPr>
          <p:spPr>
            <a:xfrm>
              <a:off x="9265447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>
              <p:custDataLst>
                <p:tags r:id="rId36"/>
              </p:custDataLst>
            </p:nvPr>
          </p:nvSpPr>
          <p:spPr>
            <a:xfrm>
              <a:off x="9439278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>
              <p:custDataLst>
                <p:tags r:id="rId37"/>
              </p:custDataLst>
            </p:nvPr>
          </p:nvSpPr>
          <p:spPr>
            <a:xfrm>
              <a:off x="9439278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>
              <p:custDataLst>
                <p:tags r:id="rId38"/>
              </p:custDataLst>
            </p:nvPr>
          </p:nvSpPr>
          <p:spPr>
            <a:xfrm>
              <a:off x="9613109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>
              <p:custDataLst>
                <p:tags r:id="rId39"/>
              </p:custDataLst>
            </p:nvPr>
          </p:nvSpPr>
          <p:spPr>
            <a:xfrm>
              <a:off x="9613109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>
              <p:custDataLst>
                <p:tags r:id="rId40"/>
              </p:custDataLst>
            </p:nvPr>
          </p:nvSpPr>
          <p:spPr>
            <a:xfrm>
              <a:off x="9786940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>
              <p:custDataLst>
                <p:tags r:id="rId41"/>
              </p:custDataLst>
            </p:nvPr>
          </p:nvSpPr>
          <p:spPr>
            <a:xfrm>
              <a:off x="9786940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>
              <p:custDataLst>
                <p:tags r:id="rId42"/>
              </p:custDataLst>
            </p:nvPr>
          </p:nvSpPr>
          <p:spPr>
            <a:xfrm>
              <a:off x="9960771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>
              <p:custDataLst>
                <p:tags r:id="rId43"/>
              </p:custDataLst>
            </p:nvPr>
          </p:nvSpPr>
          <p:spPr>
            <a:xfrm>
              <a:off x="9960771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>
              <p:custDataLst>
                <p:tags r:id="rId44"/>
              </p:custDataLst>
            </p:nvPr>
          </p:nvSpPr>
          <p:spPr>
            <a:xfrm>
              <a:off x="10134602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>
              <p:custDataLst>
                <p:tags r:id="rId45"/>
              </p:custDataLst>
            </p:nvPr>
          </p:nvSpPr>
          <p:spPr>
            <a:xfrm>
              <a:off x="10134602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>
              <p:custDataLst>
                <p:tags r:id="rId46"/>
              </p:custDataLst>
            </p:nvPr>
          </p:nvSpPr>
          <p:spPr>
            <a:xfrm>
              <a:off x="10308433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>
              <p:custDataLst>
                <p:tags r:id="rId47"/>
              </p:custDataLst>
            </p:nvPr>
          </p:nvSpPr>
          <p:spPr>
            <a:xfrm>
              <a:off x="10308433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>
              <p:custDataLst>
                <p:tags r:id="rId48"/>
              </p:custDataLst>
            </p:nvPr>
          </p:nvSpPr>
          <p:spPr>
            <a:xfrm>
              <a:off x="10482264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>
              <p:custDataLst>
                <p:tags r:id="rId49"/>
              </p:custDataLst>
            </p:nvPr>
          </p:nvSpPr>
          <p:spPr>
            <a:xfrm>
              <a:off x="10482264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>
              <p:custDataLst>
                <p:tags r:id="rId50"/>
              </p:custDataLst>
            </p:nvPr>
          </p:nvSpPr>
          <p:spPr>
            <a:xfrm>
              <a:off x="9265447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>
              <p:custDataLst>
                <p:tags r:id="rId51"/>
              </p:custDataLst>
            </p:nvPr>
          </p:nvSpPr>
          <p:spPr>
            <a:xfrm>
              <a:off x="9265447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>
              <p:custDataLst>
                <p:tags r:id="rId52"/>
              </p:custDataLst>
            </p:nvPr>
          </p:nvSpPr>
          <p:spPr>
            <a:xfrm>
              <a:off x="9439278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>
              <p:custDataLst>
                <p:tags r:id="rId53"/>
              </p:custDataLst>
            </p:nvPr>
          </p:nvSpPr>
          <p:spPr>
            <a:xfrm>
              <a:off x="9439278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>
              <p:custDataLst>
                <p:tags r:id="rId54"/>
              </p:custDataLst>
            </p:nvPr>
          </p:nvSpPr>
          <p:spPr>
            <a:xfrm>
              <a:off x="9613109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>
              <p:custDataLst>
                <p:tags r:id="rId55"/>
              </p:custDataLst>
            </p:nvPr>
          </p:nvSpPr>
          <p:spPr>
            <a:xfrm>
              <a:off x="9613109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>
              <p:custDataLst>
                <p:tags r:id="rId56"/>
              </p:custDataLst>
            </p:nvPr>
          </p:nvSpPr>
          <p:spPr>
            <a:xfrm>
              <a:off x="9786940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>
              <p:custDataLst>
                <p:tags r:id="rId57"/>
              </p:custDataLst>
            </p:nvPr>
          </p:nvSpPr>
          <p:spPr>
            <a:xfrm>
              <a:off x="9786940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>
              <p:custDataLst>
                <p:tags r:id="rId58"/>
              </p:custDataLst>
            </p:nvPr>
          </p:nvSpPr>
          <p:spPr>
            <a:xfrm>
              <a:off x="9960771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>
              <p:custDataLst>
                <p:tags r:id="rId59"/>
              </p:custDataLst>
            </p:nvPr>
          </p:nvSpPr>
          <p:spPr>
            <a:xfrm>
              <a:off x="9960771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>
              <p:custDataLst>
                <p:tags r:id="rId60"/>
              </p:custDataLst>
            </p:nvPr>
          </p:nvSpPr>
          <p:spPr>
            <a:xfrm>
              <a:off x="10134602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>
              <p:custDataLst>
                <p:tags r:id="rId61"/>
              </p:custDataLst>
            </p:nvPr>
          </p:nvSpPr>
          <p:spPr>
            <a:xfrm>
              <a:off x="10134602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>
              <p:custDataLst>
                <p:tags r:id="rId62"/>
              </p:custDataLst>
            </p:nvPr>
          </p:nvSpPr>
          <p:spPr>
            <a:xfrm>
              <a:off x="10308433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>
              <p:custDataLst>
                <p:tags r:id="rId63"/>
              </p:custDataLst>
            </p:nvPr>
          </p:nvSpPr>
          <p:spPr>
            <a:xfrm>
              <a:off x="10308433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>
              <p:custDataLst>
                <p:tags r:id="rId64"/>
              </p:custDataLst>
            </p:nvPr>
          </p:nvSpPr>
          <p:spPr>
            <a:xfrm>
              <a:off x="10482264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>
              <p:custDataLst>
                <p:tags r:id="rId65"/>
              </p:custDataLst>
            </p:nvPr>
          </p:nvSpPr>
          <p:spPr>
            <a:xfrm>
              <a:off x="10482264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6"/>
            </p:custDataLst>
          </p:nvPr>
        </p:nvSpPr>
        <p:spPr>
          <a:xfrm>
            <a:off x="761802" y="2050908"/>
            <a:ext cx="7001319" cy="1950414"/>
          </a:xfrm>
        </p:spPr>
        <p:txBody>
          <a:bodyPr vert="horz" lIns="90170" tIns="46990" rIns="90170" bIns="4699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1495" b="1" i="0" u="none" strike="noStrike" kern="1200" cap="none" spc="6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75S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72" name="文本占位符 71"/>
          <p:cNvSpPr>
            <a:spLocks noGrp="1"/>
          </p:cNvSpPr>
          <p:nvPr>
            <p:ph type="body" sz="quarter" idx="13" hasCustomPrompt="1"/>
            <p:custDataLst>
              <p:tags r:id="rId67"/>
            </p:custDataLst>
          </p:nvPr>
        </p:nvSpPr>
        <p:spPr>
          <a:xfrm>
            <a:off x="761802" y="5172672"/>
            <a:ext cx="6454364" cy="543560"/>
          </a:xfrm>
        </p:spPr>
        <p:txBody>
          <a:bodyPr lIns="90170" tIns="46990" rIns="90170" bIns="46990">
            <a:normAutofit/>
          </a:bodyPr>
          <a:lstStyle>
            <a:lvl1pPr marL="0" indent="0" algn="dist">
              <a:buNone/>
              <a:defRPr sz="20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9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: 形状 12"/>
          <p:cNvSpPr/>
          <p:nvPr>
            <p:custDataLst>
              <p:tags r:id="rId2"/>
            </p:custDataLst>
          </p:nvPr>
        </p:nvSpPr>
        <p:spPr>
          <a:xfrm>
            <a:off x="-6348" y="6341414"/>
            <a:ext cx="12207870" cy="535635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gradFill>
          <a:gsLst>
            <a:gs pos="0">
              <a:schemeClr val="accent3"/>
            </a:gs>
            <a:gs pos="100000">
              <a:schemeClr val="accent1"/>
            </a:gs>
          </a:gsLst>
          <a:lin ang="6599999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92724" y="304200"/>
            <a:ext cx="11603378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266" y="1249200"/>
            <a:ext cx="9623893" cy="723600"/>
          </a:xfrm>
        </p:spPr>
        <p:txBody>
          <a:bodyPr anchor="ctr"/>
          <a:lstStyle>
            <a:lvl1pPr>
              <a:defRPr sz="3200" baseline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0779" y="2163600"/>
            <a:ext cx="9624093" cy="3445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4822204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9" name="任意多边形: 形状 18"/>
          <p:cNvSpPr/>
          <p:nvPr>
            <p:custDataLst>
              <p:tags r:id="rId3"/>
            </p:custDataLst>
          </p:nvPr>
        </p:nvSpPr>
        <p:spPr>
          <a:xfrm rot="16200000">
            <a:off x="8567093" y="3243580"/>
            <a:ext cx="6882242" cy="361950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>
            <p:custDataLst>
              <p:tags r:id="rId4"/>
            </p:custDataLst>
          </p:nvPr>
        </p:nvSpPr>
        <p:spPr>
          <a:xfrm rot="2955020">
            <a:off x="-241237" y="-112395"/>
            <a:ext cx="1013831" cy="74739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3048" y="770400"/>
            <a:ext cx="3958969" cy="882000"/>
          </a:xfrm>
        </p:spPr>
        <p:txBody>
          <a:bodyPr anchor="ctr"/>
          <a:lstStyle>
            <a:lvl1pPr>
              <a:defRPr sz="3600" baseline="0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path path="circle">
                    <a:fillToRect t="100000" r="100000"/>
                  </a:path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586647" y="1764000"/>
            <a:ext cx="3955370" cy="4093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5099872" y="769938"/>
            <a:ext cx="6478313" cy="5087937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88825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32" name="矩形: 圆角 31"/>
          <p:cNvSpPr/>
          <p:nvPr>
            <p:custDataLst>
              <p:tags r:id="rId3"/>
            </p:custDataLst>
          </p:nvPr>
        </p:nvSpPr>
        <p:spPr>
          <a:xfrm rot="2955020">
            <a:off x="-241470" y="-112084"/>
            <a:ext cx="1014111" cy="747174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1" name="任意多边形: 形状 30"/>
          <p:cNvSpPr/>
          <p:nvPr>
            <p:custDataLst>
              <p:tags r:id="rId4"/>
            </p:custDataLst>
          </p:nvPr>
        </p:nvSpPr>
        <p:spPr>
          <a:xfrm>
            <a:off x="-6348" y="6341414"/>
            <a:ext cx="12207870" cy="535635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11841" y="781200"/>
            <a:ext cx="10973542" cy="626400"/>
          </a:xfrm>
        </p:spPr>
        <p:txBody>
          <a:bodyPr anchor="ctr"/>
          <a:lstStyle>
            <a:lvl1pPr algn="ctr">
              <a:defRPr sz="3600" baseline="0">
                <a:gradFill>
                  <a:gsLst>
                    <a:gs pos="0">
                      <a:schemeClr val="accent1"/>
                    </a:gs>
                    <a:gs pos="99000">
                      <a:schemeClr val="accent3"/>
                    </a:gs>
                  </a:gsLst>
                  <a:path path="circle">
                    <a:fillToRect t="100000" r="100000"/>
                  </a:path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611841" y="1659600"/>
            <a:ext cx="10973117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12615" y="2808000"/>
            <a:ext cx="10962744" cy="34308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5029201"/>
            <a:ext cx="12188825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tx2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643" y="669600"/>
            <a:ext cx="10973542" cy="565200"/>
          </a:xfrm>
        </p:spPr>
        <p:txBody>
          <a:bodyPr anchor="ctr"/>
          <a:lstStyle>
            <a:lvl1pPr algn="ctr">
              <a:defRPr sz="3200" baseline="0">
                <a:gradFill>
                  <a:gsLst>
                    <a:gs pos="0">
                      <a:schemeClr val="accent1"/>
                    </a:gs>
                    <a:gs pos="99000">
                      <a:schemeClr val="accent3"/>
                    </a:gs>
                  </a:gsLst>
                  <a:path path="circle">
                    <a:fillToRect t="100000" r="100000"/>
                  </a:path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679" y="1681200"/>
            <a:ext cx="10987938" cy="3211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3845" y="5180400"/>
            <a:ext cx="10998735" cy="1011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22" name="任意多边形: 形状 21"/>
          <p:cNvSpPr/>
          <p:nvPr>
            <p:custDataLst>
              <p:tags r:id="rId9"/>
            </p:custDataLst>
          </p:nvPr>
        </p:nvSpPr>
        <p:spPr>
          <a:xfrm flipH="1" flipV="1">
            <a:off x="-6348" y="-15240"/>
            <a:ext cx="12207870" cy="493473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904">
                <a:moveTo>
                  <a:pt x="5020" y="0"/>
                </a:moveTo>
                <a:cubicBezTo>
                  <a:pt x="7413" y="0"/>
                  <a:pt x="11370" y="660"/>
                  <a:pt x="13300" y="680"/>
                </a:cubicBezTo>
                <a:cubicBezTo>
                  <a:pt x="15230" y="700"/>
                  <a:pt x="15387" y="187"/>
                  <a:pt x="16600" y="120"/>
                </a:cubicBezTo>
                <a:cubicBezTo>
                  <a:pt x="17605" y="65"/>
                  <a:pt x="18616" y="275"/>
                  <a:pt x="19198" y="466"/>
                </a:cubicBezTo>
                <a:lnTo>
                  <a:pt x="19230" y="477"/>
                </a:lnTo>
                <a:lnTo>
                  <a:pt x="19230" y="904"/>
                </a:lnTo>
                <a:lnTo>
                  <a:pt x="0" y="904"/>
                </a:lnTo>
                <a:lnTo>
                  <a:pt x="0" y="609"/>
                </a:lnTo>
                <a:lnTo>
                  <a:pt x="22" y="605"/>
                </a:lnTo>
                <a:cubicBezTo>
                  <a:pt x="1094" y="416"/>
                  <a:pt x="2982" y="0"/>
                  <a:pt x="502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任意多边形: 形状 21"/>
          <p:cNvSpPr/>
          <p:nvPr>
            <p:custDataLst>
              <p:tags r:id="rId2"/>
            </p:custDataLst>
          </p:nvPr>
        </p:nvSpPr>
        <p:spPr>
          <a:xfrm>
            <a:off x="-6348" y="6341414"/>
            <a:ext cx="12207870" cy="535635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0"/>
            <a:ext cx="12188825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79449" y="237600"/>
            <a:ext cx="11034726" cy="441964"/>
          </a:xfrm>
        </p:spPr>
        <p:txBody>
          <a:bodyPr>
            <a:noAutofit/>
          </a:bodyPr>
          <a:lstStyle>
            <a:lvl1pPr>
              <a:defRPr sz="2400" baseline="0">
                <a:gradFill>
                  <a:gsLst>
                    <a:gs pos="0">
                      <a:schemeClr val="accent1"/>
                    </a:gs>
                    <a:gs pos="99000">
                      <a:schemeClr val="accent3"/>
                    </a:gs>
                  </a:gsLst>
                  <a:path path="circle">
                    <a:fillToRect t="100000" r="100000"/>
                  </a:path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579449" y="1663200"/>
            <a:ext cx="5341009" cy="28944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240774" y="1663200"/>
            <a:ext cx="5366202" cy="28944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0"/>
            </p:custDataLst>
          </p:nvPr>
        </p:nvSpPr>
        <p:spPr>
          <a:xfrm>
            <a:off x="572251" y="4816800"/>
            <a:ext cx="5341009" cy="781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1"/>
            </p:custDataLst>
          </p:nvPr>
        </p:nvSpPr>
        <p:spPr>
          <a:xfrm>
            <a:off x="6251572" y="4813200"/>
            <a:ext cx="5366202" cy="781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-1270" y="959224"/>
            <a:ext cx="12188825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9" name="任意多边形: 形状 28"/>
          <p:cNvSpPr/>
          <p:nvPr>
            <p:custDataLst>
              <p:tags r:id="rId3"/>
            </p:custDataLst>
          </p:nvPr>
        </p:nvSpPr>
        <p:spPr>
          <a:xfrm>
            <a:off x="-6348" y="6184900"/>
            <a:ext cx="12207870" cy="692150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0" name="任意多边形: 形状 29"/>
          <p:cNvSpPr/>
          <p:nvPr>
            <p:custDataLst>
              <p:tags r:id="rId4"/>
            </p:custDataLst>
          </p:nvPr>
        </p:nvSpPr>
        <p:spPr>
          <a:xfrm flipH="1" flipV="1">
            <a:off x="-6348" y="-15240"/>
            <a:ext cx="12207870" cy="574040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904">
                <a:moveTo>
                  <a:pt x="5020" y="0"/>
                </a:moveTo>
                <a:cubicBezTo>
                  <a:pt x="7413" y="0"/>
                  <a:pt x="11370" y="660"/>
                  <a:pt x="13300" y="680"/>
                </a:cubicBezTo>
                <a:cubicBezTo>
                  <a:pt x="15230" y="700"/>
                  <a:pt x="15387" y="187"/>
                  <a:pt x="16600" y="120"/>
                </a:cubicBezTo>
                <a:cubicBezTo>
                  <a:pt x="17605" y="65"/>
                  <a:pt x="18616" y="275"/>
                  <a:pt x="19198" y="466"/>
                </a:cubicBezTo>
                <a:lnTo>
                  <a:pt x="19230" y="477"/>
                </a:lnTo>
                <a:lnTo>
                  <a:pt x="19230" y="904"/>
                </a:lnTo>
                <a:lnTo>
                  <a:pt x="0" y="904"/>
                </a:lnTo>
                <a:lnTo>
                  <a:pt x="0" y="609"/>
                </a:lnTo>
                <a:lnTo>
                  <a:pt x="22" y="605"/>
                </a:lnTo>
                <a:cubicBezTo>
                  <a:pt x="1094" y="416"/>
                  <a:pt x="2982" y="0"/>
                  <a:pt x="502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522403" y="1339200"/>
            <a:ext cx="9141619" cy="2386800"/>
          </a:xfrm>
        </p:spPr>
        <p:txBody>
          <a:bodyPr anchor="b"/>
          <a:lstStyle>
            <a:lvl1pPr algn="ctr">
              <a:defRPr sz="6000" baseline="0">
                <a:gradFill flip="none" rotWithShape="1">
                  <a:gsLst>
                    <a:gs pos="100000">
                      <a:schemeClr val="accent1"/>
                    </a:gs>
                    <a:gs pos="0">
                      <a:schemeClr val="accent3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1522017" y="3862800"/>
            <a:ext cx="9141619" cy="1656000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动物&#10;&#10;已生成高可信度的说明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 flipH="1">
            <a:off x="0" y="893"/>
            <a:ext cx="12188824" cy="6856214"/>
          </a:xfrm>
          <a:prstGeom prst="rect">
            <a:avLst/>
          </a:prstGeom>
        </p:spPr>
      </p:pic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428513" y="419884"/>
            <a:ext cx="333288" cy="165057"/>
            <a:chOff x="428625" y="419100"/>
            <a:chExt cx="333375" cy="165100"/>
          </a:xfrm>
        </p:grpSpPr>
        <p:cxnSp>
          <p:nvCxnSpPr>
            <p:cNvPr id="7" name="直接连接符 6"/>
            <p:cNvCxnSpPr/>
            <p:nvPr userDrawn="1">
              <p:custDataLst>
                <p:tags r:id="rId5"/>
              </p:custDataLst>
            </p:nvPr>
          </p:nvCxnSpPr>
          <p:spPr>
            <a:xfrm>
              <a:off x="428625" y="419100"/>
              <a:ext cx="33337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 userDrawn="1">
              <p:custDataLst>
                <p:tags r:id="rId6"/>
              </p:custDataLst>
            </p:nvPr>
          </p:nvCxnSpPr>
          <p:spPr>
            <a:xfrm>
              <a:off x="428625" y="501650"/>
              <a:ext cx="33337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 userDrawn="1">
              <p:custDataLst>
                <p:tags r:id="rId7"/>
              </p:custDataLst>
            </p:nvPr>
          </p:nvCxnSpPr>
          <p:spPr>
            <a:xfrm>
              <a:off x="428625" y="584200"/>
              <a:ext cx="33337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直接连接符 13"/>
          <p:cNvCxnSpPr/>
          <p:nvPr userDrawn="1">
            <p:custDataLst>
              <p:tags r:id="rId8"/>
            </p:custDataLst>
          </p:nvPr>
        </p:nvCxnSpPr>
        <p:spPr>
          <a:xfrm>
            <a:off x="7244861" y="6374633"/>
            <a:ext cx="3642174" cy="0"/>
          </a:xfrm>
          <a:prstGeom prst="line">
            <a:avLst/>
          </a:prstGeom>
          <a:ln w="3175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/>
          <p:cNvGrpSpPr/>
          <p:nvPr userDrawn="1">
            <p:custDataLst>
              <p:tags r:id="rId9"/>
            </p:custDataLst>
          </p:nvPr>
        </p:nvGrpSpPr>
        <p:grpSpPr>
          <a:xfrm>
            <a:off x="910988" y="4844681"/>
            <a:ext cx="1807689" cy="319799"/>
            <a:chOff x="911225" y="4845050"/>
            <a:chExt cx="1808160" cy="319882"/>
          </a:xfrm>
          <a:solidFill>
            <a:schemeClr val="bg1"/>
          </a:solidFill>
        </p:grpSpPr>
        <p:sp>
          <p:nvSpPr>
            <p:cNvPr id="127" name="椭圆 126"/>
            <p:cNvSpPr/>
            <p:nvPr>
              <p:custDataLst>
                <p:tags r:id="rId10"/>
              </p:custDataLst>
            </p:nvPr>
          </p:nvSpPr>
          <p:spPr>
            <a:xfrm>
              <a:off x="911225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椭圆 127"/>
            <p:cNvSpPr/>
            <p:nvPr>
              <p:custDataLst>
                <p:tags r:id="rId11"/>
              </p:custDataLst>
            </p:nvPr>
          </p:nvSpPr>
          <p:spPr>
            <a:xfrm>
              <a:off x="911225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椭圆 128"/>
            <p:cNvSpPr/>
            <p:nvPr>
              <p:custDataLst>
                <p:tags r:id="rId12"/>
              </p:custDataLst>
            </p:nvPr>
          </p:nvSpPr>
          <p:spPr>
            <a:xfrm>
              <a:off x="1085056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椭圆 129"/>
            <p:cNvSpPr/>
            <p:nvPr>
              <p:custDataLst>
                <p:tags r:id="rId13"/>
              </p:custDataLst>
            </p:nvPr>
          </p:nvSpPr>
          <p:spPr>
            <a:xfrm>
              <a:off x="1085056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椭圆 130"/>
            <p:cNvSpPr/>
            <p:nvPr>
              <p:custDataLst>
                <p:tags r:id="rId14"/>
              </p:custDataLst>
            </p:nvPr>
          </p:nvSpPr>
          <p:spPr>
            <a:xfrm>
              <a:off x="1258887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椭圆 131"/>
            <p:cNvSpPr/>
            <p:nvPr>
              <p:custDataLst>
                <p:tags r:id="rId15"/>
              </p:custDataLst>
            </p:nvPr>
          </p:nvSpPr>
          <p:spPr>
            <a:xfrm>
              <a:off x="1258887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椭圆 132"/>
            <p:cNvSpPr/>
            <p:nvPr>
              <p:custDataLst>
                <p:tags r:id="rId16"/>
              </p:custDataLst>
            </p:nvPr>
          </p:nvSpPr>
          <p:spPr>
            <a:xfrm>
              <a:off x="1432718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椭圆 133"/>
            <p:cNvSpPr/>
            <p:nvPr>
              <p:custDataLst>
                <p:tags r:id="rId17"/>
              </p:custDataLst>
            </p:nvPr>
          </p:nvSpPr>
          <p:spPr>
            <a:xfrm>
              <a:off x="1432718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椭圆 134"/>
            <p:cNvSpPr/>
            <p:nvPr>
              <p:custDataLst>
                <p:tags r:id="rId18"/>
              </p:custDataLst>
            </p:nvPr>
          </p:nvSpPr>
          <p:spPr>
            <a:xfrm>
              <a:off x="1606549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椭圆 135"/>
            <p:cNvSpPr/>
            <p:nvPr>
              <p:custDataLst>
                <p:tags r:id="rId19"/>
              </p:custDataLst>
            </p:nvPr>
          </p:nvSpPr>
          <p:spPr>
            <a:xfrm>
              <a:off x="1606549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椭圆 136"/>
            <p:cNvSpPr/>
            <p:nvPr>
              <p:custDataLst>
                <p:tags r:id="rId20"/>
              </p:custDataLst>
            </p:nvPr>
          </p:nvSpPr>
          <p:spPr>
            <a:xfrm>
              <a:off x="1780380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椭圆 137"/>
            <p:cNvSpPr/>
            <p:nvPr>
              <p:custDataLst>
                <p:tags r:id="rId21"/>
              </p:custDataLst>
            </p:nvPr>
          </p:nvSpPr>
          <p:spPr>
            <a:xfrm>
              <a:off x="1780380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椭圆 138"/>
            <p:cNvSpPr/>
            <p:nvPr>
              <p:custDataLst>
                <p:tags r:id="rId22"/>
              </p:custDataLst>
            </p:nvPr>
          </p:nvSpPr>
          <p:spPr>
            <a:xfrm>
              <a:off x="1954211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椭圆 139"/>
            <p:cNvSpPr/>
            <p:nvPr>
              <p:custDataLst>
                <p:tags r:id="rId23"/>
              </p:custDataLst>
            </p:nvPr>
          </p:nvSpPr>
          <p:spPr>
            <a:xfrm>
              <a:off x="1954211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椭圆 140"/>
            <p:cNvSpPr/>
            <p:nvPr>
              <p:custDataLst>
                <p:tags r:id="rId24"/>
              </p:custDataLst>
            </p:nvPr>
          </p:nvSpPr>
          <p:spPr>
            <a:xfrm>
              <a:off x="2128042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2" name="椭圆 141"/>
            <p:cNvSpPr/>
            <p:nvPr>
              <p:custDataLst>
                <p:tags r:id="rId25"/>
              </p:custDataLst>
            </p:nvPr>
          </p:nvSpPr>
          <p:spPr>
            <a:xfrm>
              <a:off x="2128042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椭圆 142"/>
            <p:cNvSpPr/>
            <p:nvPr>
              <p:custDataLst>
                <p:tags r:id="rId26"/>
              </p:custDataLst>
            </p:nvPr>
          </p:nvSpPr>
          <p:spPr>
            <a:xfrm>
              <a:off x="2301873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椭圆 143"/>
            <p:cNvSpPr/>
            <p:nvPr>
              <p:custDataLst>
                <p:tags r:id="rId27"/>
              </p:custDataLst>
            </p:nvPr>
          </p:nvSpPr>
          <p:spPr>
            <a:xfrm>
              <a:off x="2301873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5" name="椭圆 144"/>
            <p:cNvSpPr/>
            <p:nvPr>
              <p:custDataLst>
                <p:tags r:id="rId28"/>
              </p:custDataLst>
            </p:nvPr>
          </p:nvSpPr>
          <p:spPr>
            <a:xfrm>
              <a:off x="2475704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椭圆 145"/>
            <p:cNvSpPr/>
            <p:nvPr>
              <p:custDataLst>
                <p:tags r:id="rId29"/>
              </p:custDataLst>
            </p:nvPr>
          </p:nvSpPr>
          <p:spPr>
            <a:xfrm>
              <a:off x="2475704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椭圆 146"/>
            <p:cNvSpPr/>
            <p:nvPr>
              <p:custDataLst>
                <p:tags r:id="rId30"/>
              </p:custDataLst>
            </p:nvPr>
          </p:nvSpPr>
          <p:spPr>
            <a:xfrm>
              <a:off x="2649535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椭圆 147"/>
            <p:cNvSpPr/>
            <p:nvPr>
              <p:custDataLst>
                <p:tags r:id="rId31"/>
              </p:custDataLst>
            </p:nvPr>
          </p:nvSpPr>
          <p:spPr>
            <a:xfrm>
              <a:off x="2649535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9" name="组合 218"/>
          <p:cNvGrpSpPr/>
          <p:nvPr userDrawn="1">
            <p:custDataLst>
              <p:tags r:id="rId32"/>
            </p:custDataLst>
          </p:nvPr>
        </p:nvGrpSpPr>
        <p:grpSpPr>
          <a:xfrm>
            <a:off x="10219095" y="489529"/>
            <a:ext cx="1286332" cy="891150"/>
            <a:chOff x="9265447" y="481778"/>
            <a:chExt cx="1286667" cy="891382"/>
          </a:xfrm>
          <a:solidFill>
            <a:schemeClr val="bg1"/>
          </a:solidFill>
        </p:grpSpPr>
        <p:sp>
          <p:nvSpPr>
            <p:cNvPr id="151" name="椭圆 150"/>
            <p:cNvSpPr/>
            <p:nvPr>
              <p:custDataLst>
                <p:tags r:id="rId33"/>
              </p:custDataLst>
            </p:nvPr>
          </p:nvSpPr>
          <p:spPr>
            <a:xfrm>
              <a:off x="9265447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椭圆 151"/>
            <p:cNvSpPr/>
            <p:nvPr>
              <p:custDataLst>
                <p:tags r:id="rId34"/>
              </p:custDataLst>
            </p:nvPr>
          </p:nvSpPr>
          <p:spPr>
            <a:xfrm>
              <a:off x="9265447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椭圆 152"/>
            <p:cNvSpPr/>
            <p:nvPr>
              <p:custDataLst>
                <p:tags r:id="rId35"/>
              </p:custDataLst>
            </p:nvPr>
          </p:nvSpPr>
          <p:spPr>
            <a:xfrm>
              <a:off x="9439278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椭圆 153"/>
            <p:cNvSpPr/>
            <p:nvPr>
              <p:custDataLst>
                <p:tags r:id="rId36"/>
              </p:custDataLst>
            </p:nvPr>
          </p:nvSpPr>
          <p:spPr>
            <a:xfrm>
              <a:off x="9439278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5" name="椭圆 154"/>
            <p:cNvSpPr/>
            <p:nvPr>
              <p:custDataLst>
                <p:tags r:id="rId37"/>
              </p:custDataLst>
            </p:nvPr>
          </p:nvSpPr>
          <p:spPr>
            <a:xfrm>
              <a:off x="9613109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6" name="椭圆 155"/>
            <p:cNvSpPr/>
            <p:nvPr>
              <p:custDataLst>
                <p:tags r:id="rId38"/>
              </p:custDataLst>
            </p:nvPr>
          </p:nvSpPr>
          <p:spPr>
            <a:xfrm>
              <a:off x="9613109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7" name="椭圆 156"/>
            <p:cNvSpPr/>
            <p:nvPr>
              <p:custDataLst>
                <p:tags r:id="rId39"/>
              </p:custDataLst>
            </p:nvPr>
          </p:nvSpPr>
          <p:spPr>
            <a:xfrm>
              <a:off x="9786940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8" name="椭圆 157"/>
            <p:cNvSpPr/>
            <p:nvPr>
              <p:custDataLst>
                <p:tags r:id="rId40"/>
              </p:custDataLst>
            </p:nvPr>
          </p:nvSpPr>
          <p:spPr>
            <a:xfrm>
              <a:off x="9786940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9" name="椭圆 158"/>
            <p:cNvSpPr/>
            <p:nvPr>
              <p:custDataLst>
                <p:tags r:id="rId41"/>
              </p:custDataLst>
            </p:nvPr>
          </p:nvSpPr>
          <p:spPr>
            <a:xfrm>
              <a:off x="9960771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椭圆 159"/>
            <p:cNvSpPr/>
            <p:nvPr>
              <p:custDataLst>
                <p:tags r:id="rId42"/>
              </p:custDataLst>
            </p:nvPr>
          </p:nvSpPr>
          <p:spPr>
            <a:xfrm>
              <a:off x="9960771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1" name="椭圆 160"/>
            <p:cNvSpPr/>
            <p:nvPr>
              <p:custDataLst>
                <p:tags r:id="rId43"/>
              </p:custDataLst>
            </p:nvPr>
          </p:nvSpPr>
          <p:spPr>
            <a:xfrm>
              <a:off x="10134602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2" name="椭圆 161"/>
            <p:cNvSpPr/>
            <p:nvPr>
              <p:custDataLst>
                <p:tags r:id="rId44"/>
              </p:custDataLst>
            </p:nvPr>
          </p:nvSpPr>
          <p:spPr>
            <a:xfrm>
              <a:off x="10134602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3" name="椭圆 162"/>
            <p:cNvSpPr/>
            <p:nvPr>
              <p:custDataLst>
                <p:tags r:id="rId45"/>
              </p:custDataLst>
            </p:nvPr>
          </p:nvSpPr>
          <p:spPr>
            <a:xfrm>
              <a:off x="10308433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4" name="椭圆 163"/>
            <p:cNvSpPr/>
            <p:nvPr>
              <p:custDataLst>
                <p:tags r:id="rId46"/>
              </p:custDataLst>
            </p:nvPr>
          </p:nvSpPr>
          <p:spPr>
            <a:xfrm>
              <a:off x="10308433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5" name="椭圆 164"/>
            <p:cNvSpPr/>
            <p:nvPr>
              <p:custDataLst>
                <p:tags r:id="rId47"/>
              </p:custDataLst>
            </p:nvPr>
          </p:nvSpPr>
          <p:spPr>
            <a:xfrm>
              <a:off x="10482264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6" name="椭圆 165"/>
            <p:cNvSpPr/>
            <p:nvPr>
              <p:custDataLst>
                <p:tags r:id="rId48"/>
              </p:custDataLst>
            </p:nvPr>
          </p:nvSpPr>
          <p:spPr>
            <a:xfrm>
              <a:off x="10482264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椭圆 173"/>
            <p:cNvSpPr/>
            <p:nvPr>
              <p:custDataLst>
                <p:tags r:id="rId49"/>
              </p:custDataLst>
            </p:nvPr>
          </p:nvSpPr>
          <p:spPr>
            <a:xfrm>
              <a:off x="9265447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5" name="椭圆 174"/>
            <p:cNvSpPr/>
            <p:nvPr>
              <p:custDataLst>
                <p:tags r:id="rId50"/>
              </p:custDataLst>
            </p:nvPr>
          </p:nvSpPr>
          <p:spPr>
            <a:xfrm>
              <a:off x="9265447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" name="椭圆 175"/>
            <p:cNvSpPr/>
            <p:nvPr>
              <p:custDataLst>
                <p:tags r:id="rId51"/>
              </p:custDataLst>
            </p:nvPr>
          </p:nvSpPr>
          <p:spPr>
            <a:xfrm>
              <a:off x="9439278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7" name="椭圆 176"/>
            <p:cNvSpPr/>
            <p:nvPr>
              <p:custDataLst>
                <p:tags r:id="rId52"/>
              </p:custDataLst>
            </p:nvPr>
          </p:nvSpPr>
          <p:spPr>
            <a:xfrm>
              <a:off x="9439278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椭圆 177"/>
            <p:cNvSpPr/>
            <p:nvPr>
              <p:custDataLst>
                <p:tags r:id="rId53"/>
              </p:custDataLst>
            </p:nvPr>
          </p:nvSpPr>
          <p:spPr>
            <a:xfrm>
              <a:off x="9613109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9" name="椭圆 178"/>
            <p:cNvSpPr/>
            <p:nvPr>
              <p:custDataLst>
                <p:tags r:id="rId54"/>
              </p:custDataLst>
            </p:nvPr>
          </p:nvSpPr>
          <p:spPr>
            <a:xfrm>
              <a:off x="9613109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0" name="椭圆 179"/>
            <p:cNvSpPr/>
            <p:nvPr>
              <p:custDataLst>
                <p:tags r:id="rId55"/>
              </p:custDataLst>
            </p:nvPr>
          </p:nvSpPr>
          <p:spPr>
            <a:xfrm>
              <a:off x="9786940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1" name="椭圆 180"/>
            <p:cNvSpPr/>
            <p:nvPr>
              <p:custDataLst>
                <p:tags r:id="rId56"/>
              </p:custDataLst>
            </p:nvPr>
          </p:nvSpPr>
          <p:spPr>
            <a:xfrm>
              <a:off x="9786940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2" name="椭圆 181"/>
            <p:cNvSpPr/>
            <p:nvPr>
              <p:custDataLst>
                <p:tags r:id="rId57"/>
              </p:custDataLst>
            </p:nvPr>
          </p:nvSpPr>
          <p:spPr>
            <a:xfrm>
              <a:off x="9960771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3" name="椭圆 182"/>
            <p:cNvSpPr/>
            <p:nvPr>
              <p:custDataLst>
                <p:tags r:id="rId58"/>
              </p:custDataLst>
            </p:nvPr>
          </p:nvSpPr>
          <p:spPr>
            <a:xfrm>
              <a:off x="9960771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4" name="椭圆 183"/>
            <p:cNvSpPr/>
            <p:nvPr>
              <p:custDataLst>
                <p:tags r:id="rId59"/>
              </p:custDataLst>
            </p:nvPr>
          </p:nvSpPr>
          <p:spPr>
            <a:xfrm>
              <a:off x="10134602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5" name="椭圆 184"/>
            <p:cNvSpPr/>
            <p:nvPr>
              <p:custDataLst>
                <p:tags r:id="rId60"/>
              </p:custDataLst>
            </p:nvPr>
          </p:nvSpPr>
          <p:spPr>
            <a:xfrm>
              <a:off x="10134602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6" name="椭圆 185"/>
            <p:cNvSpPr/>
            <p:nvPr>
              <p:custDataLst>
                <p:tags r:id="rId61"/>
              </p:custDataLst>
            </p:nvPr>
          </p:nvSpPr>
          <p:spPr>
            <a:xfrm>
              <a:off x="10308433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7" name="椭圆 186"/>
            <p:cNvSpPr/>
            <p:nvPr>
              <p:custDataLst>
                <p:tags r:id="rId62"/>
              </p:custDataLst>
            </p:nvPr>
          </p:nvSpPr>
          <p:spPr>
            <a:xfrm>
              <a:off x="10308433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8" name="椭圆 187"/>
            <p:cNvSpPr/>
            <p:nvPr>
              <p:custDataLst>
                <p:tags r:id="rId63"/>
              </p:custDataLst>
            </p:nvPr>
          </p:nvSpPr>
          <p:spPr>
            <a:xfrm>
              <a:off x="10482264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椭圆 188"/>
            <p:cNvSpPr/>
            <p:nvPr>
              <p:custDataLst>
                <p:tags r:id="rId64"/>
              </p:custDataLst>
            </p:nvPr>
          </p:nvSpPr>
          <p:spPr>
            <a:xfrm>
              <a:off x="10482264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5"/>
            </p:custDataLst>
          </p:nvPr>
        </p:nvSpPr>
        <p:spPr>
          <a:xfrm>
            <a:off x="669707" y="3182512"/>
            <a:ext cx="9435117" cy="1451085"/>
          </a:xfrm>
        </p:spPr>
        <p:txBody>
          <a:bodyPr lIns="90170" tIns="46990" rIns="36000" bIns="46990" anchor="t" anchorCtr="0">
            <a:normAutofit/>
          </a:bodyPr>
          <a:lstStyle>
            <a:lvl1pPr algn="dist">
              <a:defRPr sz="8000" spc="600" baseline="0">
                <a:solidFill>
                  <a:schemeClr val="bg1"/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3" hasCustomPrompt="1"/>
            <p:custDataLst>
              <p:tags r:id="rId66"/>
            </p:custDataLst>
          </p:nvPr>
        </p:nvSpPr>
        <p:spPr>
          <a:xfrm>
            <a:off x="669707" y="5315083"/>
            <a:ext cx="6456312" cy="503107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dist">
              <a:buNone/>
              <a:defRPr sz="20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6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-6348" y="6340656"/>
            <a:ext cx="12207870" cy="535496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708" y="444012"/>
            <a:ext cx="10849411" cy="441849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669708" y="953153"/>
            <a:ext cx="10849411" cy="5387504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>
            <p:custDataLst>
              <p:tags r:id="rId2"/>
            </p:custDataLst>
          </p:nvPr>
        </p:nvGrpSpPr>
        <p:grpSpPr>
          <a:xfrm>
            <a:off x="-6348" y="-14343"/>
            <a:ext cx="12207870" cy="6890495"/>
            <a:chOff x="-6350" y="-15240"/>
            <a:chExt cx="12211050" cy="6892290"/>
          </a:xfrm>
        </p:grpSpPr>
        <p:sp>
          <p:nvSpPr>
            <p:cNvPr id="7" name="任意多边形: 形状 6"/>
            <p:cNvSpPr/>
            <p:nvPr userDrawn="1">
              <p:custDataLst>
                <p:tags r:id="rId3"/>
              </p:custDataLst>
            </p:nvPr>
          </p:nvSpPr>
          <p:spPr>
            <a:xfrm>
              <a:off x="-6350" y="6184900"/>
              <a:ext cx="12211050" cy="692150"/>
            </a:xfrm>
            <a:custGeom>
              <a:avLst/>
              <a:gdLst>
                <a:gd name="connsiteX0" fmla="*/ 0 w 12674600"/>
                <a:gd name="connsiteY0" fmla="*/ 444500 h 1206500"/>
                <a:gd name="connsiteX1" fmla="*/ 3327400 w 12674600"/>
                <a:gd name="connsiteY1" fmla="*/ 0 h 1206500"/>
                <a:gd name="connsiteX2" fmla="*/ 3479800 w 12674600"/>
                <a:gd name="connsiteY2" fmla="*/ 12700 h 1206500"/>
                <a:gd name="connsiteX3" fmla="*/ 8737600 w 12674600"/>
                <a:gd name="connsiteY3" fmla="*/ 444500 h 1206500"/>
                <a:gd name="connsiteX4" fmla="*/ 8864600 w 12674600"/>
                <a:gd name="connsiteY4" fmla="*/ 469900 h 1206500"/>
                <a:gd name="connsiteX5" fmla="*/ 8991600 w 12674600"/>
                <a:gd name="connsiteY5" fmla="*/ 495300 h 1206500"/>
                <a:gd name="connsiteX6" fmla="*/ 10858500 w 12674600"/>
                <a:gd name="connsiteY6" fmla="*/ 355600 h 1206500"/>
                <a:gd name="connsiteX7" fmla="*/ 12674600 w 12674600"/>
                <a:gd name="connsiteY7" fmla="*/ 381000 h 1206500"/>
                <a:gd name="connsiteX8" fmla="*/ 12623800 w 12674600"/>
                <a:gd name="connsiteY8" fmla="*/ 1143000 h 1206500"/>
                <a:gd name="connsiteX9" fmla="*/ 88900 w 12674600"/>
                <a:gd name="connsiteY9" fmla="*/ 1206500 h 1206500"/>
                <a:gd name="connsiteX10" fmla="*/ 50800 w 12674600"/>
                <a:gd name="connsiteY10" fmla="*/ 419100 h 1206500"/>
                <a:gd name="connsiteX11" fmla="*/ 0 w 12674600"/>
                <a:gd name="connsiteY11" fmla="*/ 444500 h 1206500"/>
                <a:gd name="connsiteX0-1" fmla="*/ 0 w 12674600"/>
                <a:gd name="connsiteY0-2" fmla="*/ 431800 h 1193800"/>
                <a:gd name="connsiteX1-3" fmla="*/ 3479800 w 12674600"/>
                <a:gd name="connsiteY1-4" fmla="*/ 0 h 1193800"/>
                <a:gd name="connsiteX2-5" fmla="*/ 8737600 w 12674600"/>
                <a:gd name="connsiteY2-6" fmla="*/ 431800 h 1193800"/>
                <a:gd name="connsiteX3-7" fmla="*/ 8864600 w 12674600"/>
                <a:gd name="connsiteY3-8" fmla="*/ 457200 h 1193800"/>
                <a:gd name="connsiteX4-9" fmla="*/ 8991600 w 12674600"/>
                <a:gd name="connsiteY4-10" fmla="*/ 482600 h 1193800"/>
                <a:gd name="connsiteX5-11" fmla="*/ 10858500 w 12674600"/>
                <a:gd name="connsiteY5-12" fmla="*/ 342900 h 1193800"/>
                <a:gd name="connsiteX6-13" fmla="*/ 12674600 w 12674600"/>
                <a:gd name="connsiteY6-14" fmla="*/ 368300 h 1193800"/>
                <a:gd name="connsiteX7-15" fmla="*/ 12623800 w 12674600"/>
                <a:gd name="connsiteY7-16" fmla="*/ 1130300 h 1193800"/>
                <a:gd name="connsiteX8-17" fmla="*/ 88900 w 12674600"/>
                <a:gd name="connsiteY8-18" fmla="*/ 1193800 h 1193800"/>
                <a:gd name="connsiteX9-19" fmla="*/ 50800 w 12674600"/>
                <a:gd name="connsiteY9-20" fmla="*/ 406400 h 1193800"/>
                <a:gd name="connsiteX10-21" fmla="*/ 0 w 12674600"/>
                <a:gd name="connsiteY10-22" fmla="*/ 431800 h 1193800"/>
                <a:gd name="connsiteX0-23" fmla="*/ 0 w 12674600"/>
                <a:gd name="connsiteY0-24" fmla="*/ 431800 h 1193800"/>
                <a:gd name="connsiteX1-25" fmla="*/ 3479800 w 12674600"/>
                <a:gd name="connsiteY1-26" fmla="*/ 0 h 1193800"/>
                <a:gd name="connsiteX2-27" fmla="*/ 8737600 w 12674600"/>
                <a:gd name="connsiteY2-28" fmla="*/ 431800 h 1193800"/>
                <a:gd name="connsiteX3-29" fmla="*/ 8864600 w 12674600"/>
                <a:gd name="connsiteY3-30" fmla="*/ 457200 h 1193800"/>
                <a:gd name="connsiteX4-31" fmla="*/ 8991600 w 12674600"/>
                <a:gd name="connsiteY4-32" fmla="*/ 482600 h 1193800"/>
                <a:gd name="connsiteX5-33" fmla="*/ 10858500 w 12674600"/>
                <a:gd name="connsiteY5-34" fmla="*/ 342900 h 1193800"/>
                <a:gd name="connsiteX6-35" fmla="*/ 12674600 w 12674600"/>
                <a:gd name="connsiteY6-36" fmla="*/ 368300 h 1193800"/>
                <a:gd name="connsiteX7-37" fmla="*/ 12623800 w 12674600"/>
                <a:gd name="connsiteY7-38" fmla="*/ 1130300 h 1193800"/>
                <a:gd name="connsiteX8-39" fmla="*/ 88900 w 12674600"/>
                <a:gd name="connsiteY8-40" fmla="*/ 1193800 h 1193800"/>
                <a:gd name="connsiteX9-41" fmla="*/ 50800 w 12674600"/>
                <a:gd name="connsiteY9-42" fmla="*/ 406400 h 1193800"/>
                <a:gd name="connsiteX10-43" fmla="*/ 0 w 12674600"/>
                <a:gd name="connsiteY10-44" fmla="*/ 431800 h 1193800"/>
                <a:gd name="connsiteX0-45" fmla="*/ 0 w 12674600"/>
                <a:gd name="connsiteY0-46" fmla="*/ 431800 h 1193800"/>
                <a:gd name="connsiteX1-47" fmla="*/ 3479800 w 12674600"/>
                <a:gd name="connsiteY1-48" fmla="*/ 0 h 1193800"/>
                <a:gd name="connsiteX2-49" fmla="*/ 8737600 w 12674600"/>
                <a:gd name="connsiteY2-50" fmla="*/ 431800 h 1193800"/>
                <a:gd name="connsiteX3-51" fmla="*/ 8864600 w 12674600"/>
                <a:gd name="connsiteY3-52" fmla="*/ 457200 h 1193800"/>
                <a:gd name="connsiteX4-53" fmla="*/ 8991600 w 12674600"/>
                <a:gd name="connsiteY4-54" fmla="*/ 482600 h 1193800"/>
                <a:gd name="connsiteX5-55" fmla="*/ 10858500 w 12674600"/>
                <a:gd name="connsiteY5-56" fmla="*/ 342900 h 1193800"/>
                <a:gd name="connsiteX6-57" fmla="*/ 12674600 w 12674600"/>
                <a:gd name="connsiteY6-58" fmla="*/ 368300 h 1193800"/>
                <a:gd name="connsiteX7-59" fmla="*/ 12623800 w 12674600"/>
                <a:gd name="connsiteY7-60" fmla="*/ 1130300 h 1193800"/>
                <a:gd name="connsiteX8-61" fmla="*/ 88900 w 12674600"/>
                <a:gd name="connsiteY8-62" fmla="*/ 1193800 h 1193800"/>
                <a:gd name="connsiteX9-63" fmla="*/ 50800 w 12674600"/>
                <a:gd name="connsiteY9-64" fmla="*/ 406400 h 1193800"/>
                <a:gd name="connsiteX10-65" fmla="*/ 0 w 12674600"/>
                <a:gd name="connsiteY10-66" fmla="*/ 431800 h 1193800"/>
                <a:gd name="connsiteX0-67" fmla="*/ 0 w 12674600"/>
                <a:gd name="connsiteY0-68" fmla="*/ 431800 h 1193800"/>
                <a:gd name="connsiteX1-69" fmla="*/ 3479800 w 12674600"/>
                <a:gd name="connsiteY1-70" fmla="*/ 0 h 1193800"/>
                <a:gd name="connsiteX2-71" fmla="*/ 8737600 w 12674600"/>
                <a:gd name="connsiteY2-72" fmla="*/ 431800 h 1193800"/>
                <a:gd name="connsiteX3-73" fmla="*/ 8991600 w 12674600"/>
                <a:gd name="connsiteY3-74" fmla="*/ 482600 h 1193800"/>
                <a:gd name="connsiteX4-75" fmla="*/ 10858500 w 12674600"/>
                <a:gd name="connsiteY4-76" fmla="*/ 342900 h 1193800"/>
                <a:gd name="connsiteX5-77" fmla="*/ 12674600 w 12674600"/>
                <a:gd name="connsiteY5-78" fmla="*/ 368300 h 1193800"/>
                <a:gd name="connsiteX6-79" fmla="*/ 12623800 w 12674600"/>
                <a:gd name="connsiteY6-80" fmla="*/ 1130300 h 1193800"/>
                <a:gd name="connsiteX7-81" fmla="*/ 88900 w 12674600"/>
                <a:gd name="connsiteY7-82" fmla="*/ 1193800 h 1193800"/>
                <a:gd name="connsiteX8-83" fmla="*/ 50800 w 12674600"/>
                <a:gd name="connsiteY8-84" fmla="*/ 406400 h 1193800"/>
                <a:gd name="connsiteX9-85" fmla="*/ 0 w 12674600"/>
                <a:gd name="connsiteY9-86" fmla="*/ 431800 h 1193800"/>
                <a:gd name="connsiteX0-87" fmla="*/ 0 w 12674600"/>
                <a:gd name="connsiteY0-88" fmla="*/ 431800 h 1193800"/>
                <a:gd name="connsiteX1-89" fmla="*/ 3479800 w 12674600"/>
                <a:gd name="connsiteY1-90" fmla="*/ 0 h 1193800"/>
                <a:gd name="connsiteX2-91" fmla="*/ 8737600 w 12674600"/>
                <a:gd name="connsiteY2-92" fmla="*/ 431800 h 1193800"/>
                <a:gd name="connsiteX3-93" fmla="*/ 10858500 w 12674600"/>
                <a:gd name="connsiteY3-94" fmla="*/ 342900 h 1193800"/>
                <a:gd name="connsiteX4-95" fmla="*/ 12674600 w 12674600"/>
                <a:gd name="connsiteY4-96" fmla="*/ 368300 h 1193800"/>
                <a:gd name="connsiteX5-97" fmla="*/ 12623800 w 12674600"/>
                <a:gd name="connsiteY5-98" fmla="*/ 1130300 h 1193800"/>
                <a:gd name="connsiteX6-99" fmla="*/ 88900 w 12674600"/>
                <a:gd name="connsiteY6-100" fmla="*/ 1193800 h 1193800"/>
                <a:gd name="connsiteX7-101" fmla="*/ 50800 w 12674600"/>
                <a:gd name="connsiteY7-102" fmla="*/ 406400 h 1193800"/>
                <a:gd name="connsiteX8-103" fmla="*/ 0 w 12674600"/>
                <a:gd name="connsiteY8-104" fmla="*/ 431800 h 1193800"/>
                <a:gd name="connsiteX0-105" fmla="*/ 0 w 12674600"/>
                <a:gd name="connsiteY0-106" fmla="*/ 431800 h 1193800"/>
                <a:gd name="connsiteX1-107" fmla="*/ 3479800 w 12674600"/>
                <a:gd name="connsiteY1-108" fmla="*/ 0 h 1193800"/>
                <a:gd name="connsiteX2-109" fmla="*/ 8737600 w 12674600"/>
                <a:gd name="connsiteY2-110" fmla="*/ 431800 h 1193800"/>
                <a:gd name="connsiteX3-111" fmla="*/ 10858500 w 12674600"/>
                <a:gd name="connsiteY3-112" fmla="*/ 342900 h 1193800"/>
                <a:gd name="connsiteX4-113" fmla="*/ 12674600 w 12674600"/>
                <a:gd name="connsiteY4-114" fmla="*/ 368300 h 1193800"/>
                <a:gd name="connsiteX5-115" fmla="*/ 12623800 w 12674600"/>
                <a:gd name="connsiteY5-116" fmla="*/ 1130300 h 1193800"/>
                <a:gd name="connsiteX6-117" fmla="*/ 88900 w 12674600"/>
                <a:gd name="connsiteY6-118" fmla="*/ 1193800 h 1193800"/>
                <a:gd name="connsiteX7-119" fmla="*/ 50800 w 12674600"/>
                <a:gd name="connsiteY7-120" fmla="*/ 406400 h 1193800"/>
                <a:gd name="connsiteX8-121" fmla="*/ 0 w 12674600"/>
                <a:gd name="connsiteY8-122" fmla="*/ 431800 h 1193800"/>
                <a:gd name="connsiteX0-123" fmla="*/ 0 w 12674600"/>
                <a:gd name="connsiteY0-124" fmla="*/ 431800 h 1193800"/>
                <a:gd name="connsiteX1-125" fmla="*/ 3479800 w 12674600"/>
                <a:gd name="connsiteY1-126" fmla="*/ 0 h 1193800"/>
                <a:gd name="connsiteX2-127" fmla="*/ 8737600 w 12674600"/>
                <a:gd name="connsiteY2-128" fmla="*/ 431800 h 1193800"/>
                <a:gd name="connsiteX3-129" fmla="*/ 10858500 w 12674600"/>
                <a:gd name="connsiteY3-130" fmla="*/ 342900 h 1193800"/>
                <a:gd name="connsiteX4-131" fmla="*/ 12674600 w 12674600"/>
                <a:gd name="connsiteY4-132" fmla="*/ 368300 h 1193800"/>
                <a:gd name="connsiteX5-133" fmla="*/ 12623800 w 12674600"/>
                <a:gd name="connsiteY5-134" fmla="*/ 1130300 h 1193800"/>
                <a:gd name="connsiteX6-135" fmla="*/ 88900 w 12674600"/>
                <a:gd name="connsiteY6-136" fmla="*/ 1193800 h 1193800"/>
                <a:gd name="connsiteX7-137" fmla="*/ 50800 w 12674600"/>
                <a:gd name="connsiteY7-138" fmla="*/ 406400 h 1193800"/>
                <a:gd name="connsiteX8-139" fmla="*/ 0 w 12674600"/>
                <a:gd name="connsiteY8-140" fmla="*/ 431800 h 1193800"/>
                <a:gd name="connsiteX0-141" fmla="*/ 0 w 12674600"/>
                <a:gd name="connsiteY0-142" fmla="*/ 431800 h 1193800"/>
                <a:gd name="connsiteX1-143" fmla="*/ 3479800 w 12674600"/>
                <a:gd name="connsiteY1-144" fmla="*/ 0 h 1193800"/>
                <a:gd name="connsiteX2-145" fmla="*/ 8737600 w 12674600"/>
                <a:gd name="connsiteY2-146" fmla="*/ 431800 h 1193800"/>
                <a:gd name="connsiteX3-147" fmla="*/ 10858500 w 12674600"/>
                <a:gd name="connsiteY3-148" fmla="*/ 342900 h 1193800"/>
                <a:gd name="connsiteX4-149" fmla="*/ 12674600 w 12674600"/>
                <a:gd name="connsiteY4-150" fmla="*/ 368300 h 1193800"/>
                <a:gd name="connsiteX5-151" fmla="*/ 12623800 w 12674600"/>
                <a:gd name="connsiteY5-152" fmla="*/ 1130300 h 1193800"/>
                <a:gd name="connsiteX6-153" fmla="*/ 88900 w 12674600"/>
                <a:gd name="connsiteY6-154" fmla="*/ 1193800 h 1193800"/>
                <a:gd name="connsiteX7-155" fmla="*/ 50800 w 12674600"/>
                <a:gd name="connsiteY7-156" fmla="*/ 406400 h 1193800"/>
                <a:gd name="connsiteX8-157" fmla="*/ 0 w 12674600"/>
                <a:gd name="connsiteY8-158" fmla="*/ 431800 h 1193800"/>
                <a:gd name="connsiteX0-159" fmla="*/ 0 w 12674600"/>
                <a:gd name="connsiteY0-160" fmla="*/ 431800 h 1193800"/>
                <a:gd name="connsiteX1-161" fmla="*/ 3479800 w 12674600"/>
                <a:gd name="connsiteY1-162" fmla="*/ 0 h 1193800"/>
                <a:gd name="connsiteX2-163" fmla="*/ 8737600 w 12674600"/>
                <a:gd name="connsiteY2-164" fmla="*/ 431800 h 1193800"/>
                <a:gd name="connsiteX3-165" fmla="*/ 10858500 w 12674600"/>
                <a:gd name="connsiteY3-166" fmla="*/ 342900 h 1193800"/>
                <a:gd name="connsiteX4-167" fmla="*/ 12674600 w 12674600"/>
                <a:gd name="connsiteY4-168" fmla="*/ 368300 h 1193800"/>
                <a:gd name="connsiteX5-169" fmla="*/ 12623800 w 12674600"/>
                <a:gd name="connsiteY5-170" fmla="*/ 1130300 h 1193800"/>
                <a:gd name="connsiteX6-171" fmla="*/ 88900 w 12674600"/>
                <a:gd name="connsiteY6-172" fmla="*/ 1193800 h 1193800"/>
                <a:gd name="connsiteX7-173" fmla="*/ 50800 w 12674600"/>
                <a:gd name="connsiteY7-174" fmla="*/ 406400 h 1193800"/>
                <a:gd name="connsiteX8-175" fmla="*/ 0 w 12674600"/>
                <a:gd name="connsiteY8-176" fmla="*/ 431800 h 1193800"/>
                <a:gd name="connsiteX0-177" fmla="*/ 0 w 12674600"/>
                <a:gd name="connsiteY0-178" fmla="*/ 431800 h 1193800"/>
                <a:gd name="connsiteX1-179" fmla="*/ 3479800 w 12674600"/>
                <a:gd name="connsiteY1-180" fmla="*/ 0 h 1193800"/>
                <a:gd name="connsiteX2-181" fmla="*/ 8737600 w 12674600"/>
                <a:gd name="connsiteY2-182" fmla="*/ 431800 h 1193800"/>
                <a:gd name="connsiteX3-183" fmla="*/ 10858500 w 12674600"/>
                <a:gd name="connsiteY3-184" fmla="*/ 342900 h 1193800"/>
                <a:gd name="connsiteX4-185" fmla="*/ 12674600 w 12674600"/>
                <a:gd name="connsiteY4-186" fmla="*/ 368300 h 1193800"/>
                <a:gd name="connsiteX5-187" fmla="*/ 12623800 w 12674600"/>
                <a:gd name="connsiteY5-188" fmla="*/ 1130300 h 1193800"/>
                <a:gd name="connsiteX6-189" fmla="*/ 88900 w 12674600"/>
                <a:gd name="connsiteY6-190" fmla="*/ 1193800 h 1193800"/>
                <a:gd name="connsiteX7-191" fmla="*/ 50800 w 12674600"/>
                <a:gd name="connsiteY7-192" fmla="*/ 406400 h 1193800"/>
                <a:gd name="connsiteX8-193" fmla="*/ 0 w 12674600"/>
                <a:gd name="connsiteY8-194" fmla="*/ 431800 h 1193800"/>
                <a:gd name="connsiteX0-195" fmla="*/ 0 w 12674600"/>
                <a:gd name="connsiteY0-196" fmla="*/ 431800 h 1193800"/>
                <a:gd name="connsiteX1-197" fmla="*/ 3479800 w 12674600"/>
                <a:gd name="connsiteY1-198" fmla="*/ 0 h 1193800"/>
                <a:gd name="connsiteX2-199" fmla="*/ 8737600 w 12674600"/>
                <a:gd name="connsiteY2-200" fmla="*/ 431800 h 1193800"/>
                <a:gd name="connsiteX3-201" fmla="*/ 10858500 w 12674600"/>
                <a:gd name="connsiteY3-202" fmla="*/ 342900 h 1193800"/>
                <a:gd name="connsiteX4-203" fmla="*/ 12674600 w 12674600"/>
                <a:gd name="connsiteY4-204" fmla="*/ 368300 h 1193800"/>
                <a:gd name="connsiteX5-205" fmla="*/ 12623800 w 12674600"/>
                <a:gd name="connsiteY5-206" fmla="*/ 1130300 h 1193800"/>
                <a:gd name="connsiteX6-207" fmla="*/ 88900 w 12674600"/>
                <a:gd name="connsiteY6-208" fmla="*/ 1193800 h 1193800"/>
                <a:gd name="connsiteX7-209" fmla="*/ 50800 w 12674600"/>
                <a:gd name="connsiteY7-210" fmla="*/ 406400 h 1193800"/>
                <a:gd name="connsiteX8-211" fmla="*/ 0 w 12674600"/>
                <a:gd name="connsiteY8-212" fmla="*/ 431800 h 1193800"/>
                <a:gd name="connsiteX0-213" fmla="*/ 0 w 12674600"/>
                <a:gd name="connsiteY0-214" fmla="*/ 431800 h 1193800"/>
                <a:gd name="connsiteX1-215" fmla="*/ 3479800 w 12674600"/>
                <a:gd name="connsiteY1-216" fmla="*/ 0 h 1193800"/>
                <a:gd name="connsiteX2-217" fmla="*/ 8737600 w 12674600"/>
                <a:gd name="connsiteY2-218" fmla="*/ 431800 h 1193800"/>
                <a:gd name="connsiteX3-219" fmla="*/ 10858500 w 12674600"/>
                <a:gd name="connsiteY3-220" fmla="*/ 342900 h 1193800"/>
                <a:gd name="connsiteX4-221" fmla="*/ 12674600 w 12674600"/>
                <a:gd name="connsiteY4-222" fmla="*/ 368300 h 1193800"/>
                <a:gd name="connsiteX5-223" fmla="*/ 12623800 w 12674600"/>
                <a:gd name="connsiteY5-224" fmla="*/ 1130300 h 1193800"/>
                <a:gd name="connsiteX6-225" fmla="*/ 88900 w 12674600"/>
                <a:gd name="connsiteY6-226" fmla="*/ 1193800 h 1193800"/>
                <a:gd name="connsiteX7-227" fmla="*/ 50800 w 12674600"/>
                <a:gd name="connsiteY7-228" fmla="*/ 406400 h 1193800"/>
                <a:gd name="connsiteX8-229" fmla="*/ 0 w 12674600"/>
                <a:gd name="connsiteY8-230" fmla="*/ 431800 h 1193800"/>
                <a:gd name="connsiteX0-231" fmla="*/ 0 w 12674600"/>
                <a:gd name="connsiteY0-232" fmla="*/ 431800 h 1193800"/>
                <a:gd name="connsiteX1-233" fmla="*/ 3479800 w 12674600"/>
                <a:gd name="connsiteY1-234" fmla="*/ 0 h 1193800"/>
                <a:gd name="connsiteX2-235" fmla="*/ 8737600 w 12674600"/>
                <a:gd name="connsiteY2-236" fmla="*/ 431800 h 1193800"/>
                <a:gd name="connsiteX3-237" fmla="*/ 10858500 w 12674600"/>
                <a:gd name="connsiteY3-238" fmla="*/ 342900 h 1193800"/>
                <a:gd name="connsiteX4-239" fmla="*/ 12674600 w 12674600"/>
                <a:gd name="connsiteY4-240" fmla="*/ 368300 h 1193800"/>
                <a:gd name="connsiteX5-241" fmla="*/ 12623800 w 12674600"/>
                <a:gd name="connsiteY5-242" fmla="*/ 1130300 h 1193800"/>
                <a:gd name="connsiteX6-243" fmla="*/ 88900 w 12674600"/>
                <a:gd name="connsiteY6-244" fmla="*/ 1193800 h 1193800"/>
                <a:gd name="connsiteX7-245" fmla="*/ 50800 w 12674600"/>
                <a:gd name="connsiteY7-246" fmla="*/ 406400 h 1193800"/>
                <a:gd name="connsiteX8-247" fmla="*/ 0 w 12674600"/>
                <a:gd name="connsiteY8-248" fmla="*/ 431800 h 1193800"/>
                <a:gd name="connsiteX0-249" fmla="*/ 0 w 12674600"/>
                <a:gd name="connsiteY0-250" fmla="*/ 431800 h 1193800"/>
                <a:gd name="connsiteX1-251" fmla="*/ 3479800 w 12674600"/>
                <a:gd name="connsiteY1-252" fmla="*/ 0 h 1193800"/>
                <a:gd name="connsiteX2-253" fmla="*/ 8737600 w 12674600"/>
                <a:gd name="connsiteY2-254" fmla="*/ 431800 h 1193800"/>
                <a:gd name="connsiteX3-255" fmla="*/ 10858500 w 12674600"/>
                <a:gd name="connsiteY3-256" fmla="*/ 342900 h 1193800"/>
                <a:gd name="connsiteX4-257" fmla="*/ 12674600 w 12674600"/>
                <a:gd name="connsiteY4-258" fmla="*/ 368300 h 1193800"/>
                <a:gd name="connsiteX5-259" fmla="*/ 12623800 w 12674600"/>
                <a:gd name="connsiteY5-260" fmla="*/ 1130300 h 1193800"/>
                <a:gd name="connsiteX6-261" fmla="*/ 88900 w 12674600"/>
                <a:gd name="connsiteY6-262" fmla="*/ 1193800 h 1193800"/>
                <a:gd name="connsiteX7-263" fmla="*/ 50800 w 12674600"/>
                <a:gd name="connsiteY7-264" fmla="*/ 406400 h 1193800"/>
                <a:gd name="connsiteX8-265" fmla="*/ 0 w 12674600"/>
                <a:gd name="connsiteY8-266" fmla="*/ 431800 h 1193800"/>
                <a:gd name="connsiteX0-267" fmla="*/ 0 w 12674600"/>
                <a:gd name="connsiteY0-268" fmla="*/ 431800 h 1193800"/>
                <a:gd name="connsiteX1-269" fmla="*/ 3479800 w 12674600"/>
                <a:gd name="connsiteY1-270" fmla="*/ 0 h 1193800"/>
                <a:gd name="connsiteX2-271" fmla="*/ 8737600 w 12674600"/>
                <a:gd name="connsiteY2-272" fmla="*/ 431800 h 1193800"/>
                <a:gd name="connsiteX3-273" fmla="*/ 10845800 w 12674600"/>
                <a:gd name="connsiteY3-274" fmla="*/ 215900 h 1193800"/>
                <a:gd name="connsiteX4-275" fmla="*/ 12674600 w 12674600"/>
                <a:gd name="connsiteY4-276" fmla="*/ 368300 h 1193800"/>
                <a:gd name="connsiteX5-277" fmla="*/ 12623800 w 12674600"/>
                <a:gd name="connsiteY5-278" fmla="*/ 1130300 h 1193800"/>
                <a:gd name="connsiteX6-279" fmla="*/ 88900 w 12674600"/>
                <a:gd name="connsiteY6-280" fmla="*/ 1193800 h 1193800"/>
                <a:gd name="connsiteX7-281" fmla="*/ 50800 w 12674600"/>
                <a:gd name="connsiteY7-282" fmla="*/ 406400 h 1193800"/>
                <a:gd name="connsiteX8-283" fmla="*/ 0 w 12674600"/>
                <a:gd name="connsiteY8-284" fmla="*/ 431800 h 1193800"/>
                <a:gd name="connsiteX0-285" fmla="*/ 0 w 12674600"/>
                <a:gd name="connsiteY0-286" fmla="*/ 431800 h 1193800"/>
                <a:gd name="connsiteX1-287" fmla="*/ 3479800 w 12674600"/>
                <a:gd name="connsiteY1-288" fmla="*/ 0 h 1193800"/>
                <a:gd name="connsiteX2-289" fmla="*/ 8737600 w 12674600"/>
                <a:gd name="connsiteY2-290" fmla="*/ 431800 h 1193800"/>
                <a:gd name="connsiteX3-291" fmla="*/ 10833100 w 12674600"/>
                <a:gd name="connsiteY3-292" fmla="*/ 76200 h 1193800"/>
                <a:gd name="connsiteX4-293" fmla="*/ 12674600 w 12674600"/>
                <a:gd name="connsiteY4-294" fmla="*/ 368300 h 1193800"/>
                <a:gd name="connsiteX5-295" fmla="*/ 12623800 w 12674600"/>
                <a:gd name="connsiteY5-296" fmla="*/ 1130300 h 1193800"/>
                <a:gd name="connsiteX6-297" fmla="*/ 88900 w 12674600"/>
                <a:gd name="connsiteY6-298" fmla="*/ 1193800 h 1193800"/>
                <a:gd name="connsiteX7-299" fmla="*/ 50800 w 12674600"/>
                <a:gd name="connsiteY7-300" fmla="*/ 406400 h 1193800"/>
                <a:gd name="connsiteX8-301" fmla="*/ 0 w 12674600"/>
                <a:gd name="connsiteY8-302" fmla="*/ 431800 h 1193800"/>
                <a:gd name="connsiteX0-303" fmla="*/ 0 w 12674600"/>
                <a:gd name="connsiteY0-304" fmla="*/ 431800 h 1193800"/>
                <a:gd name="connsiteX1-305" fmla="*/ 3479800 w 12674600"/>
                <a:gd name="connsiteY1-306" fmla="*/ 0 h 1193800"/>
                <a:gd name="connsiteX2-307" fmla="*/ 8737600 w 12674600"/>
                <a:gd name="connsiteY2-308" fmla="*/ 431800 h 1193800"/>
                <a:gd name="connsiteX3-309" fmla="*/ 10833100 w 12674600"/>
                <a:gd name="connsiteY3-310" fmla="*/ 76200 h 1193800"/>
                <a:gd name="connsiteX4-311" fmla="*/ 12674600 w 12674600"/>
                <a:gd name="connsiteY4-312" fmla="*/ 368300 h 1193800"/>
                <a:gd name="connsiteX5-313" fmla="*/ 12623800 w 12674600"/>
                <a:gd name="connsiteY5-314" fmla="*/ 1130300 h 1193800"/>
                <a:gd name="connsiteX6-315" fmla="*/ 88900 w 12674600"/>
                <a:gd name="connsiteY6-316" fmla="*/ 1193800 h 1193800"/>
                <a:gd name="connsiteX7-317" fmla="*/ 50800 w 12674600"/>
                <a:gd name="connsiteY7-318" fmla="*/ 406400 h 1193800"/>
                <a:gd name="connsiteX8-319" fmla="*/ 0 w 12674600"/>
                <a:gd name="connsiteY8-320" fmla="*/ 431800 h 1193800"/>
                <a:gd name="connsiteX0-321" fmla="*/ 0 w 12674600"/>
                <a:gd name="connsiteY0-322" fmla="*/ 431800 h 1193800"/>
                <a:gd name="connsiteX1-323" fmla="*/ 3479800 w 12674600"/>
                <a:gd name="connsiteY1-324" fmla="*/ 0 h 1193800"/>
                <a:gd name="connsiteX2-325" fmla="*/ 8737600 w 12674600"/>
                <a:gd name="connsiteY2-326" fmla="*/ 431800 h 1193800"/>
                <a:gd name="connsiteX3-327" fmla="*/ 10833100 w 12674600"/>
                <a:gd name="connsiteY3-328" fmla="*/ 76200 h 1193800"/>
                <a:gd name="connsiteX4-329" fmla="*/ 12674600 w 12674600"/>
                <a:gd name="connsiteY4-330" fmla="*/ 368300 h 1193800"/>
                <a:gd name="connsiteX5-331" fmla="*/ 12623800 w 12674600"/>
                <a:gd name="connsiteY5-332" fmla="*/ 1130300 h 1193800"/>
                <a:gd name="connsiteX6-333" fmla="*/ 88900 w 12674600"/>
                <a:gd name="connsiteY6-334" fmla="*/ 1193800 h 1193800"/>
                <a:gd name="connsiteX7-335" fmla="*/ 50800 w 12674600"/>
                <a:gd name="connsiteY7-336" fmla="*/ 406400 h 1193800"/>
                <a:gd name="connsiteX8-337" fmla="*/ 0 w 12674600"/>
                <a:gd name="connsiteY8-338" fmla="*/ 431800 h 11938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</a:cxnLst>
              <a:rect l="l" t="t" r="r" b="b"/>
              <a:pathLst>
                <a:path w="19230" h="1090">
                  <a:moveTo>
                    <a:pt x="5210" y="0"/>
                  </a:moveTo>
                  <a:cubicBezTo>
                    <a:pt x="7603" y="0"/>
                    <a:pt x="11560" y="660"/>
                    <a:pt x="13490" y="680"/>
                  </a:cubicBezTo>
                  <a:cubicBezTo>
                    <a:pt x="15420" y="700"/>
                    <a:pt x="15577" y="187"/>
                    <a:pt x="16790" y="120"/>
                  </a:cubicBezTo>
                  <a:cubicBezTo>
                    <a:pt x="17700" y="70"/>
                    <a:pt x="18616" y="238"/>
                    <a:pt x="19212" y="412"/>
                  </a:cubicBezTo>
                  <a:lnTo>
                    <a:pt x="19230" y="417"/>
                  </a:lnTo>
                  <a:lnTo>
                    <a:pt x="19230" y="1090"/>
                  </a:lnTo>
                  <a:lnTo>
                    <a:pt x="0" y="1090"/>
                  </a:lnTo>
                  <a:lnTo>
                    <a:pt x="0" y="641"/>
                  </a:lnTo>
                  <a:lnTo>
                    <a:pt x="10" y="640"/>
                  </a:lnTo>
                  <a:cubicBezTo>
                    <a:pt x="1033" y="473"/>
                    <a:pt x="3036" y="0"/>
                    <a:pt x="521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" name="任意多边形: 形状 7"/>
            <p:cNvSpPr/>
            <p:nvPr userDrawn="1">
              <p:custDataLst>
                <p:tags r:id="rId4"/>
              </p:custDataLst>
            </p:nvPr>
          </p:nvSpPr>
          <p:spPr>
            <a:xfrm flipH="1" flipV="1">
              <a:off x="-6350" y="-15240"/>
              <a:ext cx="12211050" cy="574040"/>
            </a:xfrm>
            <a:custGeom>
              <a:avLst/>
              <a:gdLst>
                <a:gd name="connsiteX0" fmla="*/ 0 w 12674600"/>
                <a:gd name="connsiteY0" fmla="*/ 444500 h 1206500"/>
                <a:gd name="connsiteX1" fmla="*/ 3327400 w 12674600"/>
                <a:gd name="connsiteY1" fmla="*/ 0 h 1206500"/>
                <a:gd name="connsiteX2" fmla="*/ 3479800 w 12674600"/>
                <a:gd name="connsiteY2" fmla="*/ 12700 h 1206500"/>
                <a:gd name="connsiteX3" fmla="*/ 8737600 w 12674600"/>
                <a:gd name="connsiteY3" fmla="*/ 444500 h 1206500"/>
                <a:gd name="connsiteX4" fmla="*/ 8864600 w 12674600"/>
                <a:gd name="connsiteY4" fmla="*/ 469900 h 1206500"/>
                <a:gd name="connsiteX5" fmla="*/ 8991600 w 12674600"/>
                <a:gd name="connsiteY5" fmla="*/ 495300 h 1206500"/>
                <a:gd name="connsiteX6" fmla="*/ 10858500 w 12674600"/>
                <a:gd name="connsiteY6" fmla="*/ 355600 h 1206500"/>
                <a:gd name="connsiteX7" fmla="*/ 12674600 w 12674600"/>
                <a:gd name="connsiteY7" fmla="*/ 381000 h 1206500"/>
                <a:gd name="connsiteX8" fmla="*/ 12623800 w 12674600"/>
                <a:gd name="connsiteY8" fmla="*/ 1143000 h 1206500"/>
                <a:gd name="connsiteX9" fmla="*/ 88900 w 12674600"/>
                <a:gd name="connsiteY9" fmla="*/ 1206500 h 1206500"/>
                <a:gd name="connsiteX10" fmla="*/ 50800 w 12674600"/>
                <a:gd name="connsiteY10" fmla="*/ 419100 h 1206500"/>
                <a:gd name="connsiteX11" fmla="*/ 0 w 12674600"/>
                <a:gd name="connsiteY11" fmla="*/ 444500 h 1206500"/>
                <a:gd name="connsiteX0-1" fmla="*/ 0 w 12674600"/>
                <a:gd name="connsiteY0-2" fmla="*/ 431800 h 1193800"/>
                <a:gd name="connsiteX1-3" fmla="*/ 3479800 w 12674600"/>
                <a:gd name="connsiteY1-4" fmla="*/ 0 h 1193800"/>
                <a:gd name="connsiteX2-5" fmla="*/ 8737600 w 12674600"/>
                <a:gd name="connsiteY2-6" fmla="*/ 431800 h 1193800"/>
                <a:gd name="connsiteX3-7" fmla="*/ 8864600 w 12674600"/>
                <a:gd name="connsiteY3-8" fmla="*/ 457200 h 1193800"/>
                <a:gd name="connsiteX4-9" fmla="*/ 8991600 w 12674600"/>
                <a:gd name="connsiteY4-10" fmla="*/ 482600 h 1193800"/>
                <a:gd name="connsiteX5-11" fmla="*/ 10858500 w 12674600"/>
                <a:gd name="connsiteY5-12" fmla="*/ 342900 h 1193800"/>
                <a:gd name="connsiteX6-13" fmla="*/ 12674600 w 12674600"/>
                <a:gd name="connsiteY6-14" fmla="*/ 368300 h 1193800"/>
                <a:gd name="connsiteX7-15" fmla="*/ 12623800 w 12674600"/>
                <a:gd name="connsiteY7-16" fmla="*/ 1130300 h 1193800"/>
                <a:gd name="connsiteX8-17" fmla="*/ 88900 w 12674600"/>
                <a:gd name="connsiteY8-18" fmla="*/ 1193800 h 1193800"/>
                <a:gd name="connsiteX9-19" fmla="*/ 50800 w 12674600"/>
                <a:gd name="connsiteY9-20" fmla="*/ 406400 h 1193800"/>
                <a:gd name="connsiteX10-21" fmla="*/ 0 w 12674600"/>
                <a:gd name="connsiteY10-22" fmla="*/ 431800 h 1193800"/>
                <a:gd name="connsiteX0-23" fmla="*/ 0 w 12674600"/>
                <a:gd name="connsiteY0-24" fmla="*/ 431800 h 1193800"/>
                <a:gd name="connsiteX1-25" fmla="*/ 3479800 w 12674600"/>
                <a:gd name="connsiteY1-26" fmla="*/ 0 h 1193800"/>
                <a:gd name="connsiteX2-27" fmla="*/ 8737600 w 12674600"/>
                <a:gd name="connsiteY2-28" fmla="*/ 431800 h 1193800"/>
                <a:gd name="connsiteX3-29" fmla="*/ 8864600 w 12674600"/>
                <a:gd name="connsiteY3-30" fmla="*/ 457200 h 1193800"/>
                <a:gd name="connsiteX4-31" fmla="*/ 8991600 w 12674600"/>
                <a:gd name="connsiteY4-32" fmla="*/ 482600 h 1193800"/>
                <a:gd name="connsiteX5-33" fmla="*/ 10858500 w 12674600"/>
                <a:gd name="connsiteY5-34" fmla="*/ 342900 h 1193800"/>
                <a:gd name="connsiteX6-35" fmla="*/ 12674600 w 12674600"/>
                <a:gd name="connsiteY6-36" fmla="*/ 368300 h 1193800"/>
                <a:gd name="connsiteX7-37" fmla="*/ 12623800 w 12674600"/>
                <a:gd name="connsiteY7-38" fmla="*/ 1130300 h 1193800"/>
                <a:gd name="connsiteX8-39" fmla="*/ 88900 w 12674600"/>
                <a:gd name="connsiteY8-40" fmla="*/ 1193800 h 1193800"/>
                <a:gd name="connsiteX9-41" fmla="*/ 50800 w 12674600"/>
                <a:gd name="connsiteY9-42" fmla="*/ 406400 h 1193800"/>
                <a:gd name="connsiteX10-43" fmla="*/ 0 w 12674600"/>
                <a:gd name="connsiteY10-44" fmla="*/ 431800 h 1193800"/>
                <a:gd name="connsiteX0-45" fmla="*/ 0 w 12674600"/>
                <a:gd name="connsiteY0-46" fmla="*/ 431800 h 1193800"/>
                <a:gd name="connsiteX1-47" fmla="*/ 3479800 w 12674600"/>
                <a:gd name="connsiteY1-48" fmla="*/ 0 h 1193800"/>
                <a:gd name="connsiteX2-49" fmla="*/ 8737600 w 12674600"/>
                <a:gd name="connsiteY2-50" fmla="*/ 431800 h 1193800"/>
                <a:gd name="connsiteX3-51" fmla="*/ 8864600 w 12674600"/>
                <a:gd name="connsiteY3-52" fmla="*/ 457200 h 1193800"/>
                <a:gd name="connsiteX4-53" fmla="*/ 8991600 w 12674600"/>
                <a:gd name="connsiteY4-54" fmla="*/ 482600 h 1193800"/>
                <a:gd name="connsiteX5-55" fmla="*/ 10858500 w 12674600"/>
                <a:gd name="connsiteY5-56" fmla="*/ 342900 h 1193800"/>
                <a:gd name="connsiteX6-57" fmla="*/ 12674600 w 12674600"/>
                <a:gd name="connsiteY6-58" fmla="*/ 368300 h 1193800"/>
                <a:gd name="connsiteX7-59" fmla="*/ 12623800 w 12674600"/>
                <a:gd name="connsiteY7-60" fmla="*/ 1130300 h 1193800"/>
                <a:gd name="connsiteX8-61" fmla="*/ 88900 w 12674600"/>
                <a:gd name="connsiteY8-62" fmla="*/ 1193800 h 1193800"/>
                <a:gd name="connsiteX9-63" fmla="*/ 50800 w 12674600"/>
                <a:gd name="connsiteY9-64" fmla="*/ 406400 h 1193800"/>
                <a:gd name="connsiteX10-65" fmla="*/ 0 w 12674600"/>
                <a:gd name="connsiteY10-66" fmla="*/ 431800 h 1193800"/>
                <a:gd name="connsiteX0-67" fmla="*/ 0 w 12674600"/>
                <a:gd name="connsiteY0-68" fmla="*/ 431800 h 1193800"/>
                <a:gd name="connsiteX1-69" fmla="*/ 3479800 w 12674600"/>
                <a:gd name="connsiteY1-70" fmla="*/ 0 h 1193800"/>
                <a:gd name="connsiteX2-71" fmla="*/ 8737600 w 12674600"/>
                <a:gd name="connsiteY2-72" fmla="*/ 431800 h 1193800"/>
                <a:gd name="connsiteX3-73" fmla="*/ 8991600 w 12674600"/>
                <a:gd name="connsiteY3-74" fmla="*/ 482600 h 1193800"/>
                <a:gd name="connsiteX4-75" fmla="*/ 10858500 w 12674600"/>
                <a:gd name="connsiteY4-76" fmla="*/ 342900 h 1193800"/>
                <a:gd name="connsiteX5-77" fmla="*/ 12674600 w 12674600"/>
                <a:gd name="connsiteY5-78" fmla="*/ 368300 h 1193800"/>
                <a:gd name="connsiteX6-79" fmla="*/ 12623800 w 12674600"/>
                <a:gd name="connsiteY6-80" fmla="*/ 1130300 h 1193800"/>
                <a:gd name="connsiteX7-81" fmla="*/ 88900 w 12674600"/>
                <a:gd name="connsiteY7-82" fmla="*/ 1193800 h 1193800"/>
                <a:gd name="connsiteX8-83" fmla="*/ 50800 w 12674600"/>
                <a:gd name="connsiteY8-84" fmla="*/ 406400 h 1193800"/>
                <a:gd name="connsiteX9-85" fmla="*/ 0 w 12674600"/>
                <a:gd name="connsiteY9-86" fmla="*/ 431800 h 1193800"/>
                <a:gd name="connsiteX0-87" fmla="*/ 0 w 12674600"/>
                <a:gd name="connsiteY0-88" fmla="*/ 431800 h 1193800"/>
                <a:gd name="connsiteX1-89" fmla="*/ 3479800 w 12674600"/>
                <a:gd name="connsiteY1-90" fmla="*/ 0 h 1193800"/>
                <a:gd name="connsiteX2-91" fmla="*/ 8737600 w 12674600"/>
                <a:gd name="connsiteY2-92" fmla="*/ 431800 h 1193800"/>
                <a:gd name="connsiteX3-93" fmla="*/ 10858500 w 12674600"/>
                <a:gd name="connsiteY3-94" fmla="*/ 342900 h 1193800"/>
                <a:gd name="connsiteX4-95" fmla="*/ 12674600 w 12674600"/>
                <a:gd name="connsiteY4-96" fmla="*/ 368300 h 1193800"/>
                <a:gd name="connsiteX5-97" fmla="*/ 12623800 w 12674600"/>
                <a:gd name="connsiteY5-98" fmla="*/ 1130300 h 1193800"/>
                <a:gd name="connsiteX6-99" fmla="*/ 88900 w 12674600"/>
                <a:gd name="connsiteY6-100" fmla="*/ 1193800 h 1193800"/>
                <a:gd name="connsiteX7-101" fmla="*/ 50800 w 12674600"/>
                <a:gd name="connsiteY7-102" fmla="*/ 406400 h 1193800"/>
                <a:gd name="connsiteX8-103" fmla="*/ 0 w 12674600"/>
                <a:gd name="connsiteY8-104" fmla="*/ 431800 h 1193800"/>
                <a:gd name="connsiteX0-105" fmla="*/ 0 w 12674600"/>
                <a:gd name="connsiteY0-106" fmla="*/ 431800 h 1193800"/>
                <a:gd name="connsiteX1-107" fmla="*/ 3479800 w 12674600"/>
                <a:gd name="connsiteY1-108" fmla="*/ 0 h 1193800"/>
                <a:gd name="connsiteX2-109" fmla="*/ 8737600 w 12674600"/>
                <a:gd name="connsiteY2-110" fmla="*/ 431800 h 1193800"/>
                <a:gd name="connsiteX3-111" fmla="*/ 10858500 w 12674600"/>
                <a:gd name="connsiteY3-112" fmla="*/ 342900 h 1193800"/>
                <a:gd name="connsiteX4-113" fmla="*/ 12674600 w 12674600"/>
                <a:gd name="connsiteY4-114" fmla="*/ 368300 h 1193800"/>
                <a:gd name="connsiteX5-115" fmla="*/ 12623800 w 12674600"/>
                <a:gd name="connsiteY5-116" fmla="*/ 1130300 h 1193800"/>
                <a:gd name="connsiteX6-117" fmla="*/ 88900 w 12674600"/>
                <a:gd name="connsiteY6-118" fmla="*/ 1193800 h 1193800"/>
                <a:gd name="connsiteX7-119" fmla="*/ 50800 w 12674600"/>
                <a:gd name="connsiteY7-120" fmla="*/ 406400 h 1193800"/>
                <a:gd name="connsiteX8-121" fmla="*/ 0 w 12674600"/>
                <a:gd name="connsiteY8-122" fmla="*/ 431800 h 1193800"/>
                <a:gd name="connsiteX0-123" fmla="*/ 0 w 12674600"/>
                <a:gd name="connsiteY0-124" fmla="*/ 431800 h 1193800"/>
                <a:gd name="connsiteX1-125" fmla="*/ 3479800 w 12674600"/>
                <a:gd name="connsiteY1-126" fmla="*/ 0 h 1193800"/>
                <a:gd name="connsiteX2-127" fmla="*/ 8737600 w 12674600"/>
                <a:gd name="connsiteY2-128" fmla="*/ 431800 h 1193800"/>
                <a:gd name="connsiteX3-129" fmla="*/ 10858500 w 12674600"/>
                <a:gd name="connsiteY3-130" fmla="*/ 342900 h 1193800"/>
                <a:gd name="connsiteX4-131" fmla="*/ 12674600 w 12674600"/>
                <a:gd name="connsiteY4-132" fmla="*/ 368300 h 1193800"/>
                <a:gd name="connsiteX5-133" fmla="*/ 12623800 w 12674600"/>
                <a:gd name="connsiteY5-134" fmla="*/ 1130300 h 1193800"/>
                <a:gd name="connsiteX6-135" fmla="*/ 88900 w 12674600"/>
                <a:gd name="connsiteY6-136" fmla="*/ 1193800 h 1193800"/>
                <a:gd name="connsiteX7-137" fmla="*/ 50800 w 12674600"/>
                <a:gd name="connsiteY7-138" fmla="*/ 406400 h 1193800"/>
                <a:gd name="connsiteX8-139" fmla="*/ 0 w 12674600"/>
                <a:gd name="connsiteY8-140" fmla="*/ 431800 h 1193800"/>
                <a:gd name="connsiteX0-141" fmla="*/ 0 w 12674600"/>
                <a:gd name="connsiteY0-142" fmla="*/ 431800 h 1193800"/>
                <a:gd name="connsiteX1-143" fmla="*/ 3479800 w 12674600"/>
                <a:gd name="connsiteY1-144" fmla="*/ 0 h 1193800"/>
                <a:gd name="connsiteX2-145" fmla="*/ 8737600 w 12674600"/>
                <a:gd name="connsiteY2-146" fmla="*/ 431800 h 1193800"/>
                <a:gd name="connsiteX3-147" fmla="*/ 10858500 w 12674600"/>
                <a:gd name="connsiteY3-148" fmla="*/ 342900 h 1193800"/>
                <a:gd name="connsiteX4-149" fmla="*/ 12674600 w 12674600"/>
                <a:gd name="connsiteY4-150" fmla="*/ 368300 h 1193800"/>
                <a:gd name="connsiteX5-151" fmla="*/ 12623800 w 12674600"/>
                <a:gd name="connsiteY5-152" fmla="*/ 1130300 h 1193800"/>
                <a:gd name="connsiteX6-153" fmla="*/ 88900 w 12674600"/>
                <a:gd name="connsiteY6-154" fmla="*/ 1193800 h 1193800"/>
                <a:gd name="connsiteX7-155" fmla="*/ 50800 w 12674600"/>
                <a:gd name="connsiteY7-156" fmla="*/ 406400 h 1193800"/>
                <a:gd name="connsiteX8-157" fmla="*/ 0 w 12674600"/>
                <a:gd name="connsiteY8-158" fmla="*/ 431800 h 1193800"/>
                <a:gd name="connsiteX0-159" fmla="*/ 0 w 12674600"/>
                <a:gd name="connsiteY0-160" fmla="*/ 431800 h 1193800"/>
                <a:gd name="connsiteX1-161" fmla="*/ 3479800 w 12674600"/>
                <a:gd name="connsiteY1-162" fmla="*/ 0 h 1193800"/>
                <a:gd name="connsiteX2-163" fmla="*/ 8737600 w 12674600"/>
                <a:gd name="connsiteY2-164" fmla="*/ 431800 h 1193800"/>
                <a:gd name="connsiteX3-165" fmla="*/ 10858500 w 12674600"/>
                <a:gd name="connsiteY3-166" fmla="*/ 342900 h 1193800"/>
                <a:gd name="connsiteX4-167" fmla="*/ 12674600 w 12674600"/>
                <a:gd name="connsiteY4-168" fmla="*/ 368300 h 1193800"/>
                <a:gd name="connsiteX5-169" fmla="*/ 12623800 w 12674600"/>
                <a:gd name="connsiteY5-170" fmla="*/ 1130300 h 1193800"/>
                <a:gd name="connsiteX6-171" fmla="*/ 88900 w 12674600"/>
                <a:gd name="connsiteY6-172" fmla="*/ 1193800 h 1193800"/>
                <a:gd name="connsiteX7-173" fmla="*/ 50800 w 12674600"/>
                <a:gd name="connsiteY7-174" fmla="*/ 406400 h 1193800"/>
                <a:gd name="connsiteX8-175" fmla="*/ 0 w 12674600"/>
                <a:gd name="connsiteY8-176" fmla="*/ 431800 h 1193800"/>
                <a:gd name="connsiteX0-177" fmla="*/ 0 w 12674600"/>
                <a:gd name="connsiteY0-178" fmla="*/ 431800 h 1193800"/>
                <a:gd name="connsiteX1-179" fmla="*/ 3479800 w 12674600"/>
                <a:gd name="connsiteY1-180" fmla="*/ 0 h 1193800"/>
                <a:gd name="connsiteX2-181" fmla="*/ 8737600 w 12674600"/>
                <a:gd name="connsiteY2-182" fmla="*/ 431800 h 1193800"/>
                <a:gd name="connsiteX3-183" fmla="*/ 10858500 w 12674600"/>
                <a:gd name="connsiteY3-184" fmla="*/ 342900 h 1193800"/>
                <a:gd name="connsiteX4-185" fmla="*/ 12674600 w 12674600"/>
                <a:gd name="connsiteY4-186" fmla="*/ 368300 h 1193800"/>
                <a:gd name="connsiteX5-187" fmla="*/ 12623800 w 12674600"/>
                <a:gd name="connsiteY5-188" fmla="*/ 1130300 h 1193800"/>
                <a:gd name="connsiteX6-189" fmla="*/ 88900 w 12674600"/>
                <a:gd name="connsiteY6-190" fmla="*/ 1193800 h 1193800"/>
                <a:gd name="connsiteX7-191" fmla="*/ 50800 w 12674600"/>
                <a:gd name="connsiteY7-192" fmla="*/ 406400 h 1193800"/>
                <a:gd name="connsiteX8-193" fmla="*/ 0 w 12674600"/>
                <a:gd name="connsiteY8-194" fmla="*/ 431800 h 1193800"/>
                <a:gd name="connsiteX0-195" fmla="*/ 0 w 12674600"/>
                <a:gd name="connsiteY0-196" fmla="*/ 431800 h 1193800"/>
                <a:gd name="connsiteX1-197" fmla="*/ 3479800 w 12674600"/>
                <a:gd name="connsiteY1-198" fmla="*/ 0 h 1193800"/>
                <a:gd name="connsiteX2-199" fmla="*/ 8737600 w 12674600"/>
                <a:gd name="connsiteY2-200" fmla="*/ 431800 h 1193800"/>
                <a:gd name="connsiteX3-201" fmla="*/ 10858500 w 12674600"/>
                <a:gd name="connsiteY3-202" fmla="*/ 342900 h 1193800"/>
                <a:gd name="connsiteX4-203" fmla="*/ 12674600 w 12674600"/>
                <a:gd name="connsiteY4-204" fmla="*/ 368300 h 1193800"/>
                <a:gd name="connsiteX5-205" fmla="*/ 12623800 w 12674600"/>
                <a:gd name="connsiteY5-206" fmla="*/ 1130300 h 1193800"/>
                <a:gd name="connsiteX6-207" fmla="*/ 88900 w 12674600"/>
                <a:gd name="connsiteY6-208" fmla="*/ 1193800 h 1193800"/>
                <a:gd name="connsiteX7-209" fmla="*/ 50800 w 12674600"/>
                <a:gd name="connsiteY7-210" fmla="*/ 406400 h 1193800"/>
                <a:gd name="connsiteX8-211" fmla="*/ 0 w 12674600"/>
                <a:gd name="connsiteY8-212" fmla="*/ 431800 h 1193800"/>
                <a:gd name="connsiteX0-213" fmla="*/ 0 w 12674600"/>
                <a:gd name="connsiteY0-214" fmla="*/ 431800 h 1193800"/>
                <a:gd name="connsiteX1-215" fmla="*/ 3479800 w 12674600"/>
                <a:gd name="connsiteY1-216" fmla="*/ 0 h 1193800"/>
                <a:gd name="connsiteX2-217" fmla="*/ 8737600 w 12674600"/>
                <a:gd name="connsiteY2-218" fmla="*/ 431800 h 1193800"/>
                <a:gd name="connsiteX3-219" fmla="*/ 10858500 w 12674600"/>
                <a:gd name="connsiteY3-220" fmla="*/ 342900 h 1193800"/>
                <a:gd name="connsiteX4-221" fmla="*/ 12674600 w 12674600"/>
                <a:gd name="connsiteY4-222" fmla="*/ 368300 h 1193800"/>
                <a:gd name="connsiteX5-223" fmla="*/ 12623800 w 12674600"/>
                <a:gd name="connsiteY5-224" fmla="*/ 1130300 h 1193800"/>
                <a:gd name="connsiteX6-225" fmla="*/ 88900 w 12674600"/>
                <a:gd name="connsiteY6-226" fmla="*/ 1193800 h 1193800"/>
                <a:gd name="connsiteX7-227" fmla="*/ 50800 w 12674600"/>
                <a:gd name="connsiteY7-228" fmla="*/ 406400 h 1193800"/>
                <a:gd name="connsiteX8-229" fmla="*/ 0 w 12674600"/>
                <a:gd name="connsiteY8-230" fmla="*/ 431800 h 1193800"/>
                <a:gd name="connsiteX0-231" fmla="*/ 0 w 12674600"/>
                <a:gd name="connsiteY0-232" fmla="*/ 431800 h 1193800"/>
                <a:gd name="connsiteX1-233" fmla="*/ 3479800 w 12674600"/>
                <a:gd name="connsiteY1-234" fmla="*/ 0 h 1193800"/>
                <a:gd name="connsiteX2-235" fmla="*/ 8737600 w 12674600"/>
                <a:gd name="connsiteY2-236" fmla="*/ 431800 h 1193800"/>
                <a:gd name="connsiteX3-237" fmla="*/ 10858500 w 12674600"/>
                <a:gd name="connsiteY3-238" fmla="*/ 342900 h 1193800"/>
                <a:gd name="connsiteX4-239" fmla="*/ 12674600 w 12674600"/>
                <a:gd name="connsiteY4-240" fmla="*/ 368300 h 1193800"/>
                <a:gd name="connsiteX5-241" fmla="*/ 12623800 w 12674600"/>
                <a:gd name="connsiteY5-242" fmla="*/ 1130300 h 1193800"/>
                <a:gd name="connsiteX6-243" fmla="*/ 88900 w 12674600"/>
                <a:gd name="connsiteY6-244" fmla="*/ 1193800 h 1193800"/>
                <a:gd name="connsiteX7-245" fmla="*/ 50800 w 12674600"/>
                <a:gd name="connsiteY7-246" fmla="*/ 406400 h 1193800"/>
                <a:gd name="connsiteX8-247" fmla="*/ 0 w 12674600"/>
                <a:gd name="connsiteY8-248" fmla="*/ 431800 h 1193800"/>
                <a:gd name="connsiteX0-249" fmla="*/ 0 w 12674600"/>
                <a:gd name="connsiteY0-250" fmla="*/ 431800 h 1193800"/>
                <a:gd name="connsiteX1-251" fmla="*/ 3479800 w 12674600"/>
                <a:gd name="connsiteY1-252" fmla="*/ 0 h 1193800"/>
                <a:gd name="connsiteX2-253" fmla="*/ 8737600 w 12674600"/>
                <a:gd name="connsiteY2-254" fmla="*/ 431800 h 1193800"/>
                <a:gd name="connsiteX3-255" fmla="*/ 10858500 w 12674600"/>
                <a:gd name="connsiteY3-256" fmla="*/ 342900 h 1193800"/>
                <a:gd name="connsiteX4-257" fmla="*/ 12674600 w 12674600"/>
                <a:gd name="connsiteY4-258" fmla="*/ 368300 h 1193800"/>
                <a:gd name="connsiteX5-259" fmla="*/ 12623800 w 12674600"/>
                <a:gd name="connsiteY5-260" fmla="*/ 1130300 h 1193800"/>
                <a:gd name="connsiteX6-261" fmla="*/ 88900 w 12674600"/>
                <a:gd name="connsiteY6-262" fmla="*/ 1193800 h 1193800"/>
                <a:gd name="connsiteX7-263" fmla="*/ 50800 w 12674600"/>
                <a:gd name="connsiteY7-264" fmla="*/ 406400 h 1193800"/>
                <a:gd name="connsiteX8-265" fmla="*/ 0 w 12674600"/>
                <a:gd name="connsiteY8-266" fmla="*/ 431800 h 1193800"/>
                <a:gd name="connsiteX0-267" fmla="*/ 0 w 12674600"/>
                <a:gd name="connsiteY0-268" fmla="*/ 431800 h 1193800"/>
                <a:gd name="connsiteX1-269" fmla="*/ 3479800 w 12674600"/>
                <a:gd name="connsiteY1-270" fmla="*/ 0 h 1193800"/>
                <a:gd name="connsiteX2-271" fmla="*/ 8737600 w 12674600"/>
                <a:gd name="connsiteY2-272" fmla="*/ 431800 h 1193800"/>
                <a:gd name="connsiteX3-273" fmla="*/ 10845800 w 12674600"/>
                <a:gd name="connsiteY3-274" fmla="*/ 215900 h 1193800"/>
                <a:gd name="connsiteX4-275" fmla="*/ 12674600 w 12674600"/>
                <a:gd name="connsiteY4-276" fmla="*/ 368300 h 1193800"/>
                <a:gd name="connsiteX5-277" fmla="*/ 12623800 w 12674600"/>
                <a:gd name="connsiteY5-278" fmla="*/ 1130300 h 1193800"/>
                <a:gd name="connsiteX6-279" fmla="*/ 88900 w 12674600"/>
                <a:gd name="connsiteY6-280" fmla="*/ 1193800 h 1193800"/>
                <a:gd name="connsiteX7-281" fmla="*/ 50800 w 12674600"/>
                <a:gd name="connsiteY7-282" fmla="*/ 406400 h 1193800"/>
                <a:gd name="connsiteX8-283" fmla="*/ 0 w 12674600"/>
                <a:gd name="connsiteY8-284" fmla="*/ 431800 h 1193800"/>
                <a:gd name="connsiteX0-285" fmla="*/ 0 w 12674600"/>
                <a:gd name="connsiteY0-286" fmla="*/ 431800 h 1193800"/>
                <a:gd name="connsiteX1-287" fmla="*/ 3479800 w 12674600"/>
                <a:gd name="connsiteY1-288" fmla="*/ 0 h 1193800"/>
                <a:gd name="connsiteX2-289" fmla="*/ 8737600 w 12674600"/>
                <a:gd name="connsiteY2-290" fmla="*/ 431800 h 1193800"/>
                <a:gd name="connsiteX3-291" fmla="*/ 10833100 w 12674600"/>
                <a:gd name="connsiteY3-292" fmla="*/ 76200 h 1193800"/>
                <a:gd name="connsiteX4-293" fmla="*/ 12674600 w 12674600"/>
                <a:gd name="connsiteY4-294" fmla="*/ 368300 h 1193800"/>
                <a:gd name="connsiteX5-295" fmla="*/ 12623800 w 12674600"/>
                <a:gd name="connsiteY5-296" fmla="*/ 1130300 h 1193800"/>
                <a:gd name="connsiteX6-297" fmla="*/ 88900 w 12674600"/>
                <a:gd name="connsiteY6-298" fmla="*/ 1193800 h 1193800"/>
                <a:gd name="connsiteX7-299" fmla="*/ 50800 w 12674600"/>
                <a:gd name="connsiteY7-300" fmla="*/ 406400 h 1193800"/>
                <a:gd name="connsiteX8-301" fmla="*/ 0 w 12674600"/>
                <a:gd name="connsiteY8-302" fmla="*/ 431800 h 1193800"/>
                <a:gd name="connsiteX0-303" fmla="*/ 0 w 12674600"/>
                <a:gd name="connsiteY0-304" fmla="*/ 431800 h 1193800"/>
                <a:gd name="connsiteX1-305" fmla="*/ 3479800 w 12674600"/>
                <a:gd name="connsiteY1-306" fmla="*/ 0 h 1193800"/>
                <a:gd name="connsiteX2-307" fmla="*/ 8737600 w 12674600"/>
                <a:gd name="connsiteY2-308" fmla="*/ 431800 h 1193800"/>
                <a:gd name="connsiteX3-309" fmla="*/ 10833100 w 12674600"/>
                <a:gd name="connsiteY3-310" fmla="*/ 76200 h 1193800"/>
                <a:gd name="connsiteX4-311" fmla="*/ 12674600 w 12674600"/>
                <a:gd name="connsiteY4-312" fmla="*/ 368300 h 1193800"/>
                <a:gd name="connsiteX5-313" fmla="*/ 12623800 w 12674600"/>
                <a:gd name="connsiteY5-314" fmla="*/ 1130300 h 1193800"/>
                <a:gd name="connsiteX6-315" fmla="*/ 88900 w 12674600"/>
                <a:gd name="connsiteY6-316" fmla="*/ 1193800 h 1193800"/>
                <a:gd name="connsiteX7-317" fmla="*/ 50800 w 12674600"/>
                <a:gd name="connsiteY7-318" fmla="*/ 406400 h 1193800"/>
                <a:gd name="connsiteX8-319" fmla="*/ 0 w 12674600"/>
                <a:gd name="connsiteY8-320" fmla="*/ 431800 h 1193800"/>
                <a:gd name="connsiteX0-321" fmla="*/ 0 w 12674600"/>
                <a:gd name="connsiteY0-322" fmla="*/ 431800 h 1193800"/>
                <a:gd name="connsiteX1-323" fmla="*/ 3479800 w 12674600"/>
                <a:gd name="connsiteY1-324" fmla="*/ 0 h 1193800"/>
                <a:gd name="connsiteX2-325" fmla="*/ 8737600 w 12674600"/>
                <a:gd name="connsiteY2-326" fmla="*/ 431800 h 1193800"/>
                <a:gd name="connsiteX3-327" fmla="*/ 10833100 w 12674600"/>
                <a:gd name="connsiteY3-328" fmla="*/ 76200 h 1193800"/>
                <a:gd name="connsiteX4-329" fmla="*/ 12674600 w 12674600"/>
                <a:gd name="connsiteY4-330" fmla="*/ 368300 h 1193800"/>
                <a:gd name="connsiteX5-331" fmla="*/ 12623800 w 12674600"/>
                <a:gd name="connsiteY5-332" fmla="*/ 1130300 h 1193800"/>
                <a:gd name="connsiteX6-333" fmla="*/ 88900 w 12674600"/>
                <a:gd name="connsiteY6-334" fmla="*/ 1193800 h 1193800"/>
                <a:gd name="connsiteX7-335" fmla="*/ 50800 w 12674600"/>
                <a:gd name="connsiteY7-336" fmla="*/ 406400 h 1193800"/>
                <a:gd name="connsiteX8-337" fmla="*/ 0 w 12674600"/>
                <a:gd name="connsiteY8-338" fmla="*/ 431800 h 11938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</a:cxnLst>
              <a:rect l="l" t="t" r="r" b="b"/>
              <a:pathLst>
                <a:path w="19230" h="904">
                  <a:moveTo>
                    <a:pt x="5020" y="0"/>
                  </a:moveTo>
                  <a:cubicBezTo>
                    <a:pt x="7413" y="0"/>
                    <a:pt x="11370" y="660"/>
                    <a:pt x="13300" y="680"/>
                  </a:cubicBezTo>
                  <a:cubicBezTo>
                    <a:pt x="15230" y="700"/>
                    <a:pt x="15387" y="187"/>
                    <a:pt x="16600" y="120"/>
                  </a:cubicBezTo>
                  <a:cubicBezTo>
                    <a:pt x="17605" y="65"/>
                    <a:pt x="18616" y="275"/>
                    <a:pt x="19198" y="466"/>
                  </a:cubicBezTo>
                  <a:lnTo>
                    <a:pt x="19230" y="477"/>
                  </a:lnTo>
                  <a:lnTo>
                    <a:pt x="19230" y="904"/>
                  </a:lnTo>
                  <a:lnTo>
                    <a:pt x="0" y="904"/>
                  </a:lnTo>
                  <a:lnTo>
                    <a:pt x="0" y="609"/>
                  </a:lnTo>
                  <a:lnTo>
                    <a:pt x="22" y="605"/>
                  </a:lnTo>
                  <a:cubicBezTo>
                    <a:pt x="1094" y="416"/>
                    <a:pt x="2982" y="0"/>
                    <a:pt x="502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304433" y="2554742"/>
            <a:ext cx="4896453" cy="808533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000" u="none" strike="noStrike" kern="1200" cap="none" spc="300" normalizeH="0" baseline="0">
                <a:gradFill flip="none" rotWithShape="1"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5304678" y="3425191"/>
            <a:ext cx="4896480" cy="1578834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20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/>
          <p:cNvSpPr/>
          <p:nvPr userDrawn="1">
            <p:custDataLst>
              <p:tags r:id="rId2"/>
            </p:custDataLst>
          </p:nvPr>
        </p:nvSpPr>
        <p:spPr>
          <a:xfrm>
            <a:off x="-6348" y="6340656"/>
            <a:ext cx="12207870" cy="535496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708" y="444012"/>
            <a:ext cx="10849411" cy="441849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4"/>
            </p:custDataLst>
          </p:nvPr>
        </p:nvSpPr>
        <p:spPr>
          <a:xfrm>
            <a:off x="669756" y="953153"/>
            <a:ext cx="5281866" cy="5387504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5"/>
            </p:custDataLst>
          </p:nvPr>
        </p:nvSpPr>
        <p:spPr>
          <a:xfrm>
            <a:off x="6237252" y="953153"/>
            <a:ext cx="5281866" cy="5387504"/>
          </a:xfrm>
        </p:spPr>
        <p:txBody>
          <a:bodyPr lIns="90170" tIns="46990" rIns="90170" bIns="46990">
            <a:normAutofit/>
          </a:bodyPr>
          <a:lstStyle>
            <a:lvl1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/>
          <p:cNvSpPr/>
          <p:nvPr userDrawn="1">
            <p:custDataLst>
              <p:tags r:id="rId2"/>
            </p:custDataLst>
          </p:nvPr>
        </p:nvSpPr>
        <p:spPr>
          <a:xfrm>
            <a:off x="-6348" y="6340656"/>
            <a:ext cx="12207870" cy="535496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708" y="444012"/>
            <a:ext cx="10849411" cy="441849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669756" y="953153"/>
            <a:ext cx="5281866" cy="380904"/>
          </a:xfrm>
        </p:spPr>
        <p:txBody>
          <a:bodyPr lIns="90170" tIns="46990" rIns="90170" bIns="4699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5"/>
            </p:custDataLst>
          </p:nvPr>
        </p:nvSpPr>
        <p:spPr>
          <a:xfrm>
            <a:off x="669751" y="1407052"/>
            <a:ext cx="5281824" cy="493346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6"/>
            </p:custDataLst>
          </p:nvPr>
        </p:nvSpPr>
        <p:spPr>
          <a:xfrm>
            <a:off x="6234126" y="953153"/>
            <a:ext cx="5281866" cy="38090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7"/>
            </p:custDataLst>
          </p:nvPr>
        </p:nvSpPr>
        <p:spPr>
          <a:xfrm>
            <a:off x="6234126" y="1407052"/>
            <a:ext cx="5281866" cy="493346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-6348" y="6184182"/>
            <a:ext cx="12207870" cy="691970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 userDrawn="1">
            <p:custDataLst>
              <p:tags r:id="rId2"/>
            </p:custDataLst>
          </p:nvPr>
        </p:nvSpPr>
        <p:spPr>
          <a:xfrm>
            <a:off x="-6348" y="6340656"/>
            <a:ext cx="12207870" cy="535496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756" y="444012"/>
            <a:ext cx="10849411" cy="441849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4"/>
            </p:custDataLst>
          </p:nvPr>
        </p:nvSpPr>
        <p:spPr>
          <a:xfrm>
            <a:off x="669756" y="953153"/>
            <a:ext cx="5281866" cy="5387504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5"/>
            </p:custDataLst>
          </p:nvPr>
        </p:nvSpPr>
        <p:spPr>
          <a:xfrm>
            <a:off x="6237300" y="953153"/>
            <a:ext cx="5281866" cy="5387504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gradFill>
          <a:gsLst>
            <a:gs pos="0">
              <a:schemeClr val="accent3"/>
            </a:gs>
            <a:gs pos="100000">
              <a:schemeClr val="accent1"/>
            </a:gs>
          </a:gsLst>
          <a:lin ang="6599999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292724" y="305014"/>
            <a:ext cx="11603378" cy="624797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3"/>
            </p:custDataLst>
          </p:nvPr>
        </p:nvSpPr>
        <p:spPr>
          <a:xfrm>
            <a:off x="10568382" y="953153"/>
            <a:ext cx="950736" cy="5387504"/>
          </a:xfrm>
        </p:spPr>
        <p:txBody>
          <a:bodyPr vert="eaVert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4"/>
            </p:custDataLst>
          </p:nvPr>
        </p:nvSpPr>
        <p:spPr>
          <a:xfrm>
            <a:off x="669751" y="953145"/>
            <a:ext cx="9825542" cy="5387504"/>
          </a:xfrm>
        </p:spPr>
        <p:txBody>
          <a:bodyPr vert="eaVert" lIns="90170" tIns="46990" rIns="90170" bIns="46990">
            <a:normAutofit/>
          </a:bodyPr>
          <a:lstStyle>
            <a:lvl1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gradFill>
          <a:gsLst>
            <a:gs pos="0">
              <a:schemeClr val="accent3"/>
            </a:gs>
            <a:gs pos="100000">
              <a:schemeClr val="accent1"/>
            </a:gs>
          </a:gsLst>
          <a:lin ang="6599999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2"/>
            </p:custDataLst>
          </p:nvPr>
        </p:nvSpPr>
        <p:spPr>
          <a:xfrm>
            <a:off x="292724" y="305014"/>
            <a:ext cx="11603378" cy="624797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669756" y="953153"/>
            <a:ext cx="10849411" cy="5387504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图片 69" descr="图片包含 动物&#10;&#10;已生成高可信度的说明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 flipH="1">
            <a:off x="0" y="893"/>
            <a:ext cx="12188824" cy="6856214"/>
          </a:xfrm>
          <a:prstGeom prst="rect">
            <a:avLst/>
          </a:prstGeom>
        </p:spPr>
      </p:pic>
      <p:pic>
        <p:nvPicPr>
          <p:cNvPr id="7" name="图片 6" descr="图片包含 动物&#10;&#10;已生成高可信度的说明" hidden="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 flipH="1">
            <a:off x="0" y="893"/>
            <a:ext cx="12188824" cy="6856214"/>
          </a:xfrm>
          <a:prstGeom prst="rect">
            <a:avLst/>
          </a:prstGeom>
        </p:spPr>
      </p:pic>
      <p:cxnSp>
        <p:nvCxnSpPr>
          <p:cNvPr id="8" name="直接连接符 7"/>
          <p:cNvCxnSpPr/>
          <p:nvPr userDrawn="1">
            <p:custDataLst>
              <p:tags r:id="rId6"/>
            </p:custDataLst>
          </p:nvPr>
        </p:nvCxnSpPr>
        <p:spPr>
          <a:xfrm>
            <a:off x="428513" y="419884"/>
            <a:ext cx="33328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>
            <p:custDataLst>
              <p:tags r:id="rId7"/>
            </p:custDataLst>
          </p:nvPr>
        </p:nvCxnSpPr>
        <p:spPr>
          <a:xfrm>
            <a:off x="428513" y="502412"/>
            <a:ext cx="33328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 userDrawn="1">
            <p:custDataLst>
              <p:tags r:id="rId8"/>
            </p:custDataLst>
          </p:nvPr>
        </p:nvCxnSpPr>
        <p:spPr>
          <a:xfrm>
            <a:off x="428513" y="584941"/>
            <a:ext cx="33328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>
            <p:custDataLst>
              <p:tags r:id="rId9"/>
            </p:custDataLst>
          </p:nvPr>
        </p:nvCxnSpPr>
        <p:spPr>
          <a:xfrm>
            <a:off x="7244861" y="6374633"/>
            <a:ext cx="3642174" cy="0"/>
          </a:xfrm>
          <a:prstGeom prst="line">
            <a:avLst/>
          </a:prstGeom>
          <a:ln w="3175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 userDrawn="1">
            <p:custDataLst>
              <p:tags r:id="rId10"/>
            </p:custDataLst>
          </p:nvPr>
        </p:nvGrpSpPr>
        <p:grpSpPr>
          <a:xfrm>
            <a:off x="910988" y="4672284"/>
            <a:ext cx="1807689" cy="319799"/>
            <a:chOff x="911225" y="4845050"/>
            <a:chExt cx="1808160" cy="319882"/>
          </a:xfrm>
          <a:solidFill>
            <a:schemeClr val="bg1"/>
          </a:solidFill>
        </p:grpSpPr>
        <p:sp>
          <p:nvSpPr>
            <p:cNvPr id="15" name="椭圆 14"/>
            <p:cNvSpPr/>
            <p:nvPr>
              <p:custDataLst>
                <p:tags r:id="rId11"/>
              </p:custDataLst>
            </p:nvPr>
          </p:nvSpPr>
          <p:spPr>
            <a:xfrm>
              <a:off x="911225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椭圆 15"/>
            <p:cNvSpPr/>
            <p:nvPr>
              <p:custDataLst>
                <p:tags r:id="rId12"/>
              </p:custDataLst>
            </p:nvPr>
          </p:nvSpPr>
          <p:spPr>
            <a:xfrm>
              <a:off x="911225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椭圆 16"/>
            <p:cNvSpPr/>
            <p:nvPr>
              <p:custDataLst>
                <p:tags r:id="rId13"/>
              </p:custDataLst>
            </p:nvPr>
          </p:nvSpPr>
          <p:spPr>
            <a:xfrm>
              <a:off x="1085056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椭圆 17"/>
            <p:cNvSpPr/>
            <p:nvPr>
              <p:custDataLst>
                <p:tags r:id="rId14"/>
              </p:custDataLst>
            </p:nvPr>
          </p:nvSpPr>
          <p:spPr>
            <a:xfrm>
              <a:off x="1085056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" name="椭圆 18"/>
            <p:cNvSpPr/>
            <p:nvPr>
              <p:custDataLst>
                <p:tags r:id="rId15"/>
              </p:custDataLst>
            </p:nvPr>
          </p:nvSpPr>
          <p:spPr>
            <a:xfrm>
              <a:off x="1258887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椭圆 19"/>
            <p:cNvSpPr/>
            <p:nvPr>
              <p:custDataLst>
                <p:tags r:id="rId16"/>
              </p:custDataLst>
            </p:nvPr>
          </p:nvSpPr>
          <p:spPr>
            <a:xfrm>
              <a:off x="1258887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椭圆 20"/>
            <p:cNvSpPr/>
            <p:nvPr>
              <p:custDataLst>
                <p:tags r:id="rId17"/>
              </p:custDataLst>
            </p:nvPr>
          </p:nvSpPr>
          <p:spPr>
            <a:xfrm>
              <a:off x="1432718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" name="椭圆 21"/>
            <p:cNvSpPr/>
            <p:nvPr>
              <p:custDataLst>
                <p:tags r:id="rId18"/>
              </p:custDataLst>
            </p:nvPr>
          </p:nvSpPr>
          <p:spPr>
            <a:xfrm>
              <a:off x="1432718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椭圆 22"/>
            <p:cNvSpPr/>
            <p:nvPr>
              <p:custDataLst>
                <p:tags r:id="rId19"/>
              </p:custDataLst>
            </p:nvPr>
          </p:nvSpPr>
          <p:spPr>
            <a:xfrm>
              <a:off x="1606549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椭圆 23"/>
            <p:cNvSpPr/>
            <p:nvPr>
              <p:custDataLst>
                <p:tags r:id="rId20"/>
              </p:custDataLst>
            </p:nvPr>
          </p:nvSpPr>
          <p:spPr>
            <a:xfrm>
              <a:off x="1606549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椭圆 24"/>
            <p:cNvSpPr/>
            <p:nvPr>
              <p:custDataLst>
                <p:tags r:id="rId21"/>
              </p:custDataLst>
            </p:nvPr>
          </p:nvSpPr>
          <p:spPr>
            <a:xfrm>
              <a:off x="1780380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" name="椭圆 25"/>
            <p:cNvSpPr/>
            <p:nvPr>
              <p:custDataLst>
                <p:tags r:id="rId22"/>
              </p:custDataLst>
            </p:nvPr>
          </p:nvSpPr>
          <p:spPr>
            <a:xfrm>
              <a:off x="1780380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" name="椭圆 26"/>
            <p:cNvSpPr/>
            <p:nvPr>
              <p:custDataLst>
                <p:tags r:id="rId23"/>
              </p:custDataLst>
            </p:nvPr>
          </p:nvSpPr>
          <p:spPr>
            <a:xfrm>
              <a:off x="1954211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椭圆 27"/>
            <p:cNvSpPr/>
            <p:nvPr>
              <p:custDataLst>
                <p:tags r:id="rId24"/>
              </p:custDataLst>
            </p:nvPr>
          </p:nvSpPr>
          <p:spPr>
            <a:xfrm>
              <a:off x="1954211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椭圆 28"/>
            <p:cNvSpPr/>
            <p:nvPr>
              <p:custDataLst>
                <p:tags r:id="rId25"/>
              </p:custDataLst>
            </p:nvPr>
          </p:nvSpPr>
          <p:spPr>
            <a:xfrm>
              <a:off x="2128042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" name="椭圆 29"/>
            <p:cNvSpPr/>
            <p:nvPr>
              <p:custDataLst>
                <p:tags r:id="rId26"/>
              </p:custDataLst>
            </p:nvPr>
          </p:nvSpPr>
          <p:spPr>
            <a:xfrm>
              <a:off x="2128042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" name="椭圆 30"/>
            <p:cNvSpPr/>
            <p:nvPr>
              <p:custDataLst>
                <p:tags r:id="rId27"/>
              </p:custDataLst>
            </p:nvPr>
          </p:nvSpPr>
          <p:spPr>
            <a:xfrm>
              <a:off x="2301873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椭圆 31"/>
            <p:cNvSpPr/>
            <p:nvPr>
              <p:custDataLst>
                <p:tags r:id="rId28"/>
              </p:custDataLst>
            </p:nvPr>
          </p:nvSpPr>
          <p:spPr>
            <a:xfrm>
              <a:off x="2301873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椭圆 32"/>
            <p:cNvSpPr/>
            <p:nvPr>
              <p:custDataLst>
                <p:tags r:id="rId29"/>
              </p:custDataLst>
            </p:nvPr>
          </p:nvSpPr>
          <p:spPr>
            <a:xfrm>
              <a:off x="2475704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椭圆 33"/>
            <p:cNvSpPr/>
            <p:nvPr>
              <p:custDataLst>
                <p:tags r:id="rId30"/>
              </p:custDataLst>
            </p:nvPr>
          </p:nvSpPr>
          <p:spPr>
            <a:xfrm>
              <a:off x="2475704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椭圆 34"/>
            <p:cNvSpPr/>
            <p:nvPr>
              <p:custDataLst>
                <p:tags r:id="rId31"/>
              </p:custDataLst>
            </p:nvPr>
          </p:nvSpPr>
          <p:spPr>
            <a:xfrm>
              <a:off x="2649535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6" name="椭圆 35"/>
            <p:cNvSpPr/>
            <p:nvPr>
              <p:custDataLst>
                <p:tags r:id="rId32"/>
              </p:custDataLst>
            </p:nvPr>
          </p:nvSpPr>
          <p:spPr>
            <a:xfrm>
              <a:off x="2649535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7" name="组合 36"/>
          <p:cNvGrpSpPr/>
          <p:nvPr userDrawn="1">
            <p:custDataLst>
              <p:tags r:id="rId33"/>
            </p:custDataLst>
          </p:nvPr>
        </p:nvGrpSpPr>
        <p:grpSpPr>
          <a:xfrm>
            <a:off x="9958006" y="483366"/>
            <a:ext cx="1286332" cy="891150"/>
            <a:chOff x="9265447" y="481778"/>
            <a:chExt cx="1286667" cy="891382"/>
          </a:xfrm>
          <a:solidFill>
            <a:schemeClr val="bg1"/>
          </a:solidFill>
        </p:grpSpPr>
        <p:sp>
          <p:nvSpPr>
            <p:cNvPr id="38" name="椭圆 37"/>
            <p:cNvSpPr/>
            <p:nvPr>
              <p:custDataLst>
                <p:tags r:id="rId34"/>
              </p:custDataLst>
            </p:nvPr>
          </p:nvSpPr>
          <p:spPr>
            <a:xfrm>
              <a:off x="9265447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>
              <p:custDataLst>
                <p:tags r:id="rId35"/>
              </p:custDataLst>
            </p:nvPr>
          </p:nvSpPr>
          <p:spPr>
            <a:xfrm>
              <a:off x="9265447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>
              <p:custDataLst>
                <p:tags r:id="rId36"/>
              </p:custDataLst>
            </p:nvPr>
          </p:nvSpPr>
          <p:spPr>
            <a:xfrm>
              <a:off x="9439278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>
              <p:custDataLst>
                <p:tags r:id="rId37"/>
              </p:custDataLst>
            </p:nvPr>
          </p:nvSpPr>
          <p:spPr>
            <a:xfrm>
              <a:off x="9439278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>
              <p:custDataLst>
                <p:tags r:id="rId38"/>
              </p:custDataLst>
            </p:nvPr>
          </p:nvSpPr>
          <p:spPr>
            <a:xfrm>
              <a:off x="9613109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>
              <p:custDataLst>
                <p:tags r:id="rId39"/>
              </p:custDataLst>
            </p:nvPr>
          </p:nvSpPr>
          <p:spPr>
            <a:xfrm>
              <a:off x="9613109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>
              <p:custDataLst>
                <p:tags r:id="rId40"/>
              </p:custDataLst>
            </p:nvPr>
          </p:nvSpPr>
          <p:spPr>
            <a:xfrm>
              <a:off x="9786940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>
              <p:custDataLst>
                <p:tags r:id="rId41"/>
              </p:custDataLst>
            </p:nvPr>
          </p:nvSpPr>
          <p:spPr>
            <a:xfrm>
              <a:off x="9786940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>
              <p:custDataLst>
                <p:tags r:id="rId42"/>
              </p:custDataLst>
            </p:nvPr>
          </p:nvSpPr>
          <p:spPr>
            <a:xfrm>
              <a:off x="9960771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>
              <p:custDataLst>
                <p:tags r:id="rId43"/>
              </p:custDataLst>
            </p:nvPr>
          </p:nvSpPr>
          <p:spPr>
            <a:xfrm>
              <a:off x="9960771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>
              <p:custDataLst>
                <p:tags r:id="rId44"/>
              </p:custDataLst>
            </p:nvPr>
          </p:nvSpPr>
          <p:spPr>
            <a:xfrm>
              <a:off x="10134602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>
              <p:custDataLst>
                <p:tags r:id="rId45"/>
              </p:custDataLst>
            </p:nvPr>
          </p:nvSpPr>
          <p:spPr>
            <a:xfrm>
              <a:off x="10134602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>
              <p:custDataLst>
                <p:tags r:id="rId46"/>
              </p:custDataLst>
            </p:nvPr>
          </p:nvSpPr>
          <p:spPr>
            <a:xfrm>
              <a:off x="10308433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>
              <p:custDataLst>
                <p:tags r:id="rId47"/>
              </p:custDataLst>
            </p:nvPr>
          </p:nvSpPr>
          <p:spPr>
            <a:xfrm>
              <a:off x="10308433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>
              <p:custDataLst>
                <p:tags r:id="rId48"/>
              </p:custDataLst>
            </p:nvPr>
          </p:nvSpPr>
          <p:spPr>
            <a:xfrm>
              <a:off x="10482264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>
              <p:custDataLst>
                <p:tags r:id="rId49"/>
              </p:custDataLst>
            </p:nvPr>
          </p:nvSpPr>
          <p:spPr>
            <a:xfrm>
              <a:off x="10482264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>
              <p:custDataLst>
                <p:tags r:id="rId50"/>
              </p:custDataLst>
            </p:nvPr>
          </p:nvSpPr>
          <p:spPr>
            <a:xfrm>
              <a:off x="9265447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>
              <p:custDataLst>
                <p:tags r:id="rId51"/>
              </p:custDataLst>
            </p:nvPr>
          </p:nvSpPr>
          <p:spPr>
            <a:xfrm>
              <a:off x="9265447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>
              <p:custDataLst>
                <p:tags r:id="rId52"/>
              </p:custDataLst>
            </p:nvPr>
          </p:nvSpPr>
          <p:spPr>
            <a:xfrm>
              <a:off x="9439278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>
              <p:custDataLst>
                <p:tags r:id="rId53"/>
              </p:custDataLst>
            </p:nvPr>
          </p:nvSpPr>
          <p:spPr>
            <a:xfrm>
              <a:off x="9439278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>
              <p:custDataLst>
                <p:tags r:id="rId54"/>
              </p:custDataLst>
            </p:nvPr>
          </p:nvSpPr>
          <p:spPr>
            <a:xfrm>
              <a:off x="9613109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>
              <p:custDataLst>
                <p:tags r:id="rId55"/>
              </p:custDataLst>
            </p:nvPr>
          </p:nvSpPr>
          <p:spPr>
            <a:xfrm>
              <a:off x="9613109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>
              <p:custDataLst>
                <p:tags r:id="rId56"/>
              </p:custDataLst>
            </p:nvPr>
          </p:nvSpPr>
          <p:spPr>
            <a:xfrm>
              <a:off x="9786940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>
              <p:custDataLst>
                <p:tags r:id="rId57"/>
              </p:custDataLst>
            </p:nvPr>
          </p:nvSpPr>
          <p:spPr>
            <a:xfrm>
              <a:off x="9786940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>
              <p:custDataLst>
                <p:tags r:id="rId58"/>
              </p:custDataLst>
            </p:nvPr>
          </p:nvSpPr>
          <p:spPr>
            <a:xfrm>
              <a:off x="9960771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>
              <p:custDataLst>
                <p:tags r:id="rId59"/>
              </p:custDataLst>
            </p:nvPr>
          </p:nvSpPr>
          <p:spPr>
            <a:xfrm>
              <a:off x="9960771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>
              <p:custDataLst>
                <p:tags r:id="rId60"/>
              </p:custDataLst>
            </p:nvPr>
          </p:nvSpPr>
          <p:spPr>
            <a:xfrm>
              <a:off x="10134602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>
              <p:custDataLst>
                <p:tags r:id="rId61"/>
              </p:custDataLst>
            </p:nvPr>
          </p:nvSpPr>
          <p:spPr>
            <a:xfrm>
              <a:off x="10134602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>
              <p:custDataLst>
                <p:tags r:id="rId62"/>
              </p:custDataLst>
            </p:nvPr>
          </p:nvSpPr>
          <p:spPr>
            <a:xfrm>
              <a:off x="10308433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>
              <p:custDataLst>
                <p:tags r:id="rId63"/>
              </p:custDataLst>
            </p:nvPr>
          </p:nvSpPr>
          <p:spPr>
            <a:xfrm>
              <a:off x="10308433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>
              <p:custDataLst>
                <p:tags r:id="rId64"/>
              </p:custDataLst>
            </p:nvPr>
          </p:nvSpPr>
          <p:spPr>
            <a:xfrm>
              <a:off x="10482264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>
              <p:custDataLst>
                <p:tags r:id="rId65"/>
              </p:custDataLst>
            </p:nvPr>
          </p:nvSpPr>
          <p:spPr>
            <a:xfrm>
              <a:off x="10482264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6"/>
            </p:custDataLst>
          </p:nvPr>
        </p:nvSpPr>
        <p:spPr>
          <a:xfrm>
            <a:off x="761802" y="2051267"/>
            <a:ext cx="7001319" cy="1949906"/>
          </a:xfrm>
        </p:spPr>
        <p:txBody>
          <a:bodyPr vert="horz" lIns="90170" tIns="46990" rIns="90170" bIns="4699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1500" b="1" i="0" u="none" strike="noStrike" kern="1200" cap="none" spc="6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72" name="文本占位符 71"/>
          <p:cNvSpPr>
            <a:spLocks noGrp="1"/>
          </p:cNvSpPr>
          <p:nvPr>
            <p:ph type="body" sz="quarter" idx="13" hasCustomPrompt="1"/>
            <p:custDataLst>
              <p:tags r:id="rId67"/>
            </p:custDataLst>
          </p:nvPr>
        </p:nvSpPr>
        <p:spPr>
          <a:xfrm>
            <a:off x="761802" y="5172218"/>
            <a:ext cx="6454364" cy="543418"/>
          </a:xfrm>
        </p:spPr>
        <p:txBody>
          <a:bodyPr lIns="90170" tIns="46990" rIns="90170" bIns="46990">
            <a:normAutofit/>
          </a:bodyPr>
          <a:lstStyle>
            <a:lvl1pPr marL="0" indent="0" algn="dist">
              <a:buNone/>
              <a:defRPr sz="20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9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: 形状 12"/>
          <p:cNvSpPr/>
          <p:nvPr userDrawn="1">
            <p:custDataLst>
              <p:tags r:id="rId2"/>
            </p:custDataLst>
          </p:nvPr>
        </p:nvSpPr>
        <p:spPr>
          <a:xfrm>
            <a:off x="-6348" y="6340656"/>
            <a:ext cx="12207870" cy="535496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gradFill>
          <a:gsLst>
            <a:gs pos="0">
              <a:schemeClr val="accent3"/>
            </a:gs>
            <a:gs pos="100000">
              <a:schemeClr val="accent1"/>
            </a:gs>
          </a:gsLst>
          <a:lin ang="6599999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724" y="305014"/>
            <a:ext cx="11603378" cy="624797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3"/>
            </p:custDataLst>
          </p:nvPr>
        </p:nvSpPr>
        <p:spPr>
          <a:xfrm>
            <a:off x="1281266" y="1249768"/>
            <a:ext cx="9623893" cy="723412"/>
          </a:xfrm>
        </p:spPr>
        <p:txBody>
          <a:bodyPr anchor="ctr"/>
          <a:lstStyle>
            <a:lvl1pPr>
              <a:defRPr sz="3200" baseline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/>
            <p:custDataLst>
              <p:tags r:id="rId4"/>
            </p:custDataLst>
          </p:nvPr>
        </p:nvSpPr>
        <p:spPr>
          <a:xfrm>
            <a:off x="1280779" y="2163930"/>
            <a:ext cx="9624093" cy="3444303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893"/>
            <a:ext cx="4822204" cy="686446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9" name="任意多边形: 形状 18"/>
          <p:cNvSpPr/>
          <p:nvPr userDrawn="1">
            <p:custDataLst>
              <p:tags r:id="rId3"/>
            </p:custDataLst>
          </p:nvPr>
        </p:nvSpPr>
        <p:spPr>
          <a:xfrm rot="16200000">
            <a:off x="8567093" y="3243628"/>
            <a:ext cx="6882242" cy="361856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 userDrawn="1">
            <p:custDataLst>
              <p:tags r:id="rId4"/>
            </p:custDataLst>
          </p:nvPr>
        </p:nvSpPr>
        <p:spPr>
          <a:xfrm rot="2955020">
            <a:off x="-241237" y="-111473"/>
            <a:ext cx="1013831" cy="747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3048" y="771092"/>
            <a:ext cx="3958969" cy="881770"/>
          </a:xfrm>
        </p:spPr>
        <p:txBody>
          <a:bodyPr anchor="ctr"/>
          <a:lstStyle>
            <a:lvl1pPr>
              <a:defRPr sz="3600" baseline="0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path path="circle">
                    <a:fillToRect t="100000" r="100000"/>
                  </a:path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586647" y="1764434"/>
            <a:ext cx="3955370" cy="4092134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5099872" y="770630"/>
            <a:ext cx="6478313" cy="5086612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893"/>
            <a:ext cx="12188825" cy="2663306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32" name="矩形: 圆角 31"/>
          <p:cNvSpPr/>
          <p:nvPr userDrawn="1">
            <p:custDataLst>
              <p:tags r:id="rId3"/>
            </p:custDataLst>
          </p:nvPr>
        </p:nvSpPr>
        <p:spPr>
          <a:xfrm rot="2955020">
            <a:off x="-241470" y="-111162"/>
            <a:ext cx="1014111" cy="746979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1" name="任意多边形: 形状 30"/>
          <p:cNvSpPr/>
          <p:nvPr userDrawn="1">
            <p:custDataLst>
              <p:tags r:id="rId4"/>
            </p:custDataLst>
          </p:nvPr>
        </p:nvSpPr>
        <p:spPr>
          <a:xfrm>
            <a:off x="-6348" y="6340656"/>
            <a:ext cx="12207870" cy="535496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5"/>
            </p:custDataLst>
          </p:nvPr>
        </p:nvSpPr>
        <p:spPr>
          <a:xfrm>
            <a:off x="611841" y="781890"/>
            <a:ext cx="10973542" cy="626237"/>
          </a:xfrm>
        </p:spPr>
        <p:txBody>
          <a:bodyPr anchor="ctr"/>
          <a:lstStyle>
            <a:lvl1pPr algn="ctr">
              <a:defRPr sz="3600" baseline="0">
                <a:gradFill>
                  <a:gsLst>
                    <a:gs pos="0">
                      <a:schemeClr val="accent1"/>
                    </a:gs>
                    <a:gs pos="99000">
                      <a:schemeClr val="accent3"/>
                    </a:gs>
                  </a:gsLst>
                  <a:path path="circle">
                    <a:fillToRect t="100000" r="100000"/>
                  </a:path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9"/>
            </p:custDataLst>
          </p:nvPr>
        </p:nvSpPr>
        <p:spPr>
          <a:xfrm>
            <a:off x="611841" y="1660061"/>
            <a:ext cx="10973117" cy="827784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10"/>
            </p:custDataLst>
          </p:nvPr>
        </p:nvSpPr>
        <p:spPr>
          <a:xfrm>
            <a:off x="612615" y="2808162"/>
            <a:ext cx="10962744" cy="3429907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8784"/>
            <a:ext cx="12188825" cy="182832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tx2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643" y="670319"/>
            <a:ext cx="10973542" cy="565053"/>
          </a:xfrm>
        </p:spPr>
        <p:txBody>
          <a:bodyPr anchor="ctr"/>
          <a:lstStyle>
            <a:lvl1pPr algn="ctr">
              <a:defRPr sz="3200" baseline="0">
                <a:gradFill>
                  <a:gsLst>
                    <a:gs pos="0">
                      <a:schemeClr val="accent1"/>
                    </a:gs>
                    <a:gs pos="99000">
                      <a:schemeClr val="accent3"/>
                    </a:gs>
                  </a:gsLst>
                  <a:path path="circle">
                    <a:fillToRect t="100000" r="100000"/>
                  </a:path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679" y="1681655"/>
            <a:ext cx="10987938" cy="3210364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3845" y="5179944"/>
            <a:ext cx="10998735" cy="1011337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22" name="任意多边形: 形状 21"/>
          <p:cNvSpPr/>
          <p:nvPr userDrawn="1">
            <p:custDataLst>
              <p:tags r:id="rId9"/>
            </p:custDataLst>
          </p:nvPr>
        </p:nvSpPr>
        <p:spPr>
          <a:xfrm flipH="1" flipV="1">
            <a:off x="-6348" y="-14343"/>
            <a:ext cx="12207870" cy="493344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904">
                <a:moveTo>
                  <a:pt x="5020" y="0"/>
                </a:moveTo>
                <a:cubicBezTo>
                  <a:pt x="7413" y="0"/>
                  <a:pt x="11370" y="660"/>
                  <a:pt x="13300" y="680"/>
                </a:cubicBezTo>
                <a:cubicBezTo>
                  <a:pt x="15230" y="700"/>
                  <a:pt x="15387" y="187"/>
                  <a:pt x="16600" y="120"/>
                </a:cubicBezTo>
                <a:cubicBezTo>
                  <a:pt x="17605" y="65"/>
                  <a:pt x="18616" y="275"/>
                  <a:pt x="19198" y="466"/>
                </a:cubicBezTo>
                <a:lnTo>
                  <a:pt x="19230" y="477"/>
                </a:lnTo>
                <a:lnTo>
                  <a:pt x="19230" y="904"/>
                </a:lnTo>
                <a:lnTo>
                  <a:pt x="0" y="904"/>
                </a:lnTo>
                <a:lnTo>
                  <a:pt x="0" y="609"/>
                </a:lnTo>
                <a:lnTo>
                  <a:pt x="22" y="605"/>
                </a:lnTo>
                <a:cubicBezTo>
                  <a:pt x="1094" y="416"/>
                  <a:pt x="2982" y="0"/>
                  <a:pt x="502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任意多边形: 形状 21"/>
          <p:cNvSpPr/>
          <p:nvPr userDrawn="1">
            <p:custDataLst>
              <p:tags r:id="rId2"/>
            </p:custDataLst>
          </p:nvPr>
        </p:nvSpPr>
        <p:spPr>
          <a:xfrm>
            <a:off x="-6348" y="6340656"/>
            <a:ext cx="12207870" cy="535496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893"/>
            <a:ext cx="12188825" cy="91416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79449" y="238431"/>
            <a:ext cx="11034726" cy="441849"/>
          </a:xfrm>
        </p:spPr>
        <p:txBody>
          <a:bodyPr>
            <a:noAutofit/>
          </a:bodyPr>
          <a:lstStyle>
            <a:lvl1pPr>
              <a:defRPr sz="2400" baseline="0">
                <a:gradFill>
                  <a:gsLst>
                    <a:gs pos="0">
                      <a:schemeClr val="accent1"/>
                    </a:gs>
                    <a:gs pos="99000">
                      <a:schemeClr val="accent3"/>
                    </a:gs>
                  </a:gsLst>
                  <a:path path="circle">
                    <a:fillToRect t="100000" r="100000"/>
                  </a:path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579449" y="1663660"/>
            <a:ext cx="5341009" cy="2893646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240774" y="1663660"/>
            <a:ext cx="5366202" cy="2893646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0"/>
            </p:custDataLst>
          </p:nvPr>
        </p:nvSpPr>
        <p:spPr>
          <a:xfrm>
            <a:off x="572251" y="4816439"/>
            <a:ext cx="5341009" cy="780997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1"/>
            </p:custDataLst>
          </p:nvPr>
        </p:nvSpPr>
        <p:spPr>
          <a:xfrm>
            <a:off x="6251572" y="4812840"/>
            <a:ext cx="5366202" cy="780997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-1270" y="959867"/>
            <a:ext cx="12188825" cy="4938267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9" name="任意多边形: 形状 28"/>
          <p:cNvSpPr/>
          <p:nvPr userDrawn="1">
            <p:custDataLst>
              <p:tags r:id="rId3"/>
            </p:custDataLst>
          </p:nvPr>
        </p:nvSpPr>
        <p:spPr>
          <a:xfrm>
            <a:off x="-6348" y="6184182"/>
            <a:ext cx="12207870" cy="691970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0" name="任意多边形: 形状 29"/>
          <p:cNvSpPr/>
          <p:nvPr userDrawn="1">
            <p:custDataLst>
              <p:tags r:id="rId4"/>
            </p:custDataLst>
          </p:nvPr>
        </p:nvSpPr>
        <p:spPr>
          <a:xfrm flipH="1" flipV="1">
            <a:off x="-6348" y="-14343"/>
            <a:ext cx="12207870" cy="573891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904">
                <a:moveTo>
                  <a:pt x="5020" y="0"/>
                </a:moveTo>
                <a:cubicBezTo>
                  <a:pt x="7413" y="0"/>
                  <a:pt x="11370" y="660"/>
                  <a:pt x="13300" y="680"/>
                </a:cubicBezTo>
                <a:cubicBezTo>
                  <a:pt x="15230" y="700"/>
                  <a:pt x="15387" y="187"/>
                  <a:pt x="16600" y="120"/>
                </a:cubicBezTo>
                <a:cubicBezTo>
                  <a:pt x="17605" y="65"/>
                  <a:pt x="18616" y="275"/>
                  <a:pt x="19198" y="466"/>
                </a:cubicBezTo>
                <a:lnTo>
                  <a:pt x="19230" y="477"/>
                </a:lnTo>
                <a:lnTo>
                  <a:pt x="19230" y="904"/>
                </a:lnTo>
                <a:lnTo>
                  <a:pt x="0" y="904"/>
                </a:lnTo>
                <a:lnTo>
                  <a:pt x="0" y="609"/>
                </a:lnTo>
                <a:lnTo>
                  <a:pt x="22" y="605"/>
                </a:lnTo>
                <a:cubicBezTo>
                  <a:pt x="1094" y="416"/>
                  <a:pt x="2982" y="0"/>
                  <a:pt x="502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522403" y="1339744"/>
            <a:ext cx="9141619" cy="2386178"/>
          </a:xfrm>
        </p:spPr>
        <p:txBody>
          <a:bodyPr anchor="b"/>
          <a:lstStyle>
            <a:lvl1pPr algn="ctr">
              <a:defRPr sz="6000" baseline="0">
                <a:gradFill flip="none" rotWithShape="1">
                  <a:gsLst>
                    <a:gs pos="100000">
                      <a:schemeClr val="accent1"/>
                    </a:gs>
                    <a:gs pos="0">
                      <a:schemeClr val="accent3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1522017" y="3862687"/>
            <a:ext cx="9141619" cy="1655569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7" Type="http://schemas.openxmlformats.org/officeDocument/2006/relationships/theme" Target="../theme/theme1.xml"/><Relationship Id="rId26" Type="http://schemas.openxmlformats.org/officeDocument/2006/relationships/tags" Target="../tags/tag251.xml"/><Relationship Id="rId25" Type="http://schemas.openxmlformats.org/officeDocument/2006/relationships/tags" Target="../tags/tag250.xml"/><Relationship Id="rId24" Type="http://schemas.openxmlformats.org/officeDocument/2006/relationships/tags" Target="../tags/tag249.xml"/><Relationship Id="rId23" Type="http://schemas.openxmlformats.org/officeDocument/2006/relationships/tags" Target="../tags/tag248.xml"/><Relationship Id="rId22" Type="http://schemas.openxmlformats.org/officeDocument/2006/relationships/tags" Target="../tags/tag247.xml"/><Relationship Id="rId21" Type="http://schemas.openxmlformats.org/officeDocument/2006/relationships/tags" Target="../tags/tag246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.xml"/><Relationship Id="rId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3.xml"/><Relationship Id="rId25" Type="http://schemas.openxmlformats.org/officeDocument/2006/relationships/theme" Target="../theme/theme2.xml"/><Relationship Id="rId24" Type="http://schemas.openxmlformats.org/officeDocument/2006/relationships/tags" Target="../tags/tag502.xml"/><Relationship Id="rId23" Type="http://schemas.openxmlformats.org/officeDocument/2006/relationships/tags" Target="../tags/tag501.xml"/><Relationship Id="rId22" Type="http://schemas.openxmlformats.org/officeDocument/2006/relationships/tags" Target="../tags/tag500.xml"/><Relationship Id="rId21" Type="http://schemas.openxmlformats.org/officeDocument/2006/relationships/tags" Target="../tags/tag499.xml"/><Relationship Id="rId20" Type="http://schemas.openxmlformats.org/officeDocument/2006/relationships/tags" Target="../tags/tag498.xml"/><Relationship Id="rId2" Type="http://schemas.openxmlformats.org/officeDocument/2006/relationships/slideLayout" Target="../slideLayouts/slideLayout22.xml"/><Relationship Id="rId19" Type="http://schemas.openxmlformats.org/officeDocument/2006/relationships/tags" Target="../tags/tag497.xml"/><Relationship Id="rId18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669708" y="443230"/>
            <a:ext cx="10849411" cy="441964"/>
          </a:xfrm>
          <a:prstGeom prst="rect">
            <a:avLst/>
          </a:prstGeom>
        </p:spPr>
        <p:txBody>
          <a:bodyPr vert="horz" lIns="90170" tIns="46990" rIns="90170" bIns="4699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2"/>
            </p:custDataLst>
          </p:nvPr>
        </p:nvSpPr>
        <p:spPr>
          <a:xfrm>
            <a:off x="669708" y="952508"/>
            <a:ext cx="10849411" cy="5388907"/>
          </a:xfrm>
          <a:prstGeom prst="rect">
            <a:avLst/>
          </a:prstGeom>
        </p:spPr>
        <p:txBody>
          <a:bodyPr vert="horz" lIns="90170" tIns="46990" rIns="90170" bIns="46990" rtlCol="0" anchor="t" anchorCtr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3"/>
            </p:custDataLst>
          </p:nvPr>
        </p:nvSpPr>
        <p:spPr>
          <a:xfrm>
            <a:off x="879513" y="6349833"/>
            <a:ext cx="2699297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4"/>
            </p:custDataLst>
          </p:nvPr>
        </p:nvSpPr>
        <p:spPr>
          <a:xfrm>
            <a:off x="4114928" y="6349833"/>
            <a:ext cx="3958969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5"/>
            </p:custDataLst>
          </p:nvPr>
        </p:nvSpPr>
        <p:spPr>
          <a:xfrm>
            <a:off x="8608358" y="6349833"/>
            <a:ext cx="2699297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1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090" algn="l"/>
        </a:tabLst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5995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708" y="444008"/>
            <a:ext cx="10849411" cy="441849"/>
          </a:xfrm>
          <a:prstGeom prst="rect">
            <a:avLst/>
          </a:prstGeom>
        </p:spPr>
        <p:txBody>
          <a:bodyPr vert="horz" lIns="90170" tIns="46990" rIns="90170" bIns="4699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708" y="953153"/>
            <a:ext cx="10849411" cy="5387504"/>
          </a:xfrm>
          <a:prstGeom prst="rect">
            <a:avLst/>
          </a:prstGeom>
        </p:spPr>
        <p:txBody>
          <a:bodyPr vert="horz" lIns="90170" tIns="46990" rIns="90170" bIns="46990" rtlCol="0" anchor="t" anchorCtr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513" y="6349072"/>
            <a:ext cx="2699297" cy="3167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4928" y="6349072"/>
            <a:ext cx="3958969" cy="3167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08358" y="6349072"/>
            <a:ext cx="2699297" cy="3167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893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1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0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7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31.xml"/><Relationship Id="rId4" Type="http://schemas.openxmlformats.org/officeDocument/2006/relationships/themeOverride" Target="../theme/themeOverride1.xml"/><Relationship Id="rId3" Type="http://schemas.openxmlformats.org/officeDocument/2006/relationships/tags" Target="../tags/tag530.xml"/><Relationship Id="rId2" Type="http://schemas.openxmlformats.org/officeDocument/2006/relationships/tags" Target="../tags/tag529.xml"/><Relationship Id="rId1" Type="http://schemas.openxmlformats.org/officeDocument/2006/relationships/tags" Target="../tags/tag5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69925" y="3182620"/>
            <a:ext cx="10711180" cy="1451610"/>
          </a:xfrm>
        </p:spPr>
        <p:txBody>
          <a:bodyPr rtlCol="0">
            <a:normAutofit fontScale="90000"/>
          </a:bodyPr>
          <a:lstStyle/>
          <a:p>
            <a:pPr rtl="0"/>
            <a:r>
              <a:rPr sz="6600" cap="none" dirty="0">
                <a:latin typeface="方正姚体" panose="02010601030101010101" pitchFamily="2" charset="-122"/>
                <a:ea typeface="方正姚体" panose="02010601030101010101" pitchFamily="2" charset="-122"/>
              </a:rPr>
              <a:t>OpenCV计算机视觉基础教程</a:t>
            </a:r>
            <a:endParaRPr sz="6600" cap="none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4342130" y="4725670"/>
            <a:ext cx="3504565" cy="503555"/>
          </a:xfrm>
        </p:spPr>
        <p:txBody>
          <a:bodyPr rtlCol="0">
            <a:normAutofit fontScale="70000"/>
          </a:bodyPr>
          <a:lstStyle/>
          <a:p>
            <a:pPr algn="ctr" rtl="0"/>
            <a:r>
              <a:rPr lang="en-US" altLang="zh-CN" sz="28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Python</a:t>
            </a:r>
            <a:r>
              <a:rPr lang="zh-CN" altLang="en-US" sz="28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版 慕课版</a:t>
            </a:r>
            <a:endParaRPr lang="zh-CN" altLang="en-US" sz="28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7318375" y="5876925"/>
            <a:ext cx="3504565" cy="50355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 fontScale="70000"/>
          </a:bodyPr>
          <a:lstStyle>
            <a:lvl1pPr marL="0" indent="0" algn="di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000" u="none" strike="noStrike" kern="1200" cap="none" spc="1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090" algn="l"/>
              </a:tabLst>
              <a:defRPr sz="1600" u="none" strike="noStrike" kern="1200" cap="none" spc="1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599565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6765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396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36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r>
              <a:rPr lang="zh-CN" altLang="en-US" sz="28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主讲教师：</a:t>
            </a:r>
            <a:r>
              <a:rPr lang="en-US" altLang="zh-CN" sz="28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***</a:t>
            </a:r>
            <a:endParaRPr lang="en-US" altLang="zh-CN" sz="28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第</a:t>
            </a:r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3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章 </a:t>
            </a:r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 </a:t>
            </a:r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图形用户</a:t>
            </a:r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界面</a:t>
            </a:r>
            <a:endParaRPr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本章主要内容：</a:t>
            </a:r>
            <a:endParaRPr lang="en-US" altLang="zh-CN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窗口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控制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绘图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响应鼠标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事件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使用跟踪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栏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实验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3.1 </a:t>
            </a:r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窗口</a:t>
            </a:r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控制</a:t>
            </a:r>
            <a:endParaRPr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本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节主要内容：</a:t>
            </a:r>
            <a:endParaRPr lang="en-US" altLang="zh-CN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创建和关闭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窗口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调整窗口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大小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3.1.1  创建和关闭窗口</a:t>
            </a:r>
            <a:endParaRPr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1．创建窗口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cv2.imshow()函数在显示图像时，指定的窗口如果不存在，则会按默认设置创建一个窗口，窗口大小由图像大小决定，且不能更改。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cv2.namedWindow()函数用于创建窗口，其基本格式如下。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cv2.namedWindow(winname[,flags])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其中，winname为窗口名称，flags为表示窗口属性的常量。如果已存在指定名称的窗口，函数将无效。常用的窗口属性常量如下。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cv2.WINDOW_NORMAL：用户可以调整窗口大小，无限制。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cv2.WINDOW_AUTOSIZE：默认值，用户无法调整窗口大小，窗口大小由显示的图像决定。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cv2.WINDOW_FULLSCREEN：窗口将全屏显示。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cv2.WINDOW_GUI_EXPANDED：窗口中可显示状态栏和工具栏。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cv2.WINDOW_FREERATIO：窗口将尽可能多地显示图片（无比例限制）。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cv2.WINDOW_KEEPRATIO：窗口由图像的比例决定。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示例代码如下。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#test3-1.py：创建窗口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import numpy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import cv2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img=numpy.zeros((240,320),dtype=numpy.uint8)    	</a:t>
            </a:r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	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#创建黑色图像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img[70:170,110:210]=255                         	</a:t>
            </a:r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	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#设置白色区域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cv2.namedWindow('test3-1',cv2.WINDOW_NORMAL)    	#创建普通窗口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cv2.imshow('test3-1',img)                      </a:t>
            </a:r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		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 	#在窗口中显示图像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cv2.waitKey(0)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2．关闭窗口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OpenCV提供了以下两个用于关闭窗口的函数。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cv2.destroyAllWindows()。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关闭所有窗口，示例代码如下。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	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cv2.destroyAllWindows()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cv2.destroyWindow (winname)。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关闭指定名称的窗口，示例代码如下。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	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cv2.destroyWindow('test3-1')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3.1.2  调整窗口大小</a:t>
            </a:r>
            <a:endParaRPr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cv2.resizeWindow()函数用于更改窗口大小，其基本格式如下。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cv2.resizeWindow(winname,size)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其中，winname为窗口名称，size为表示窗口大小的二元组，示例代码如下。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#test3-2.py：调整窗口大小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import cv2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img=cv2.imread('lena.jpg')  				#读取图像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s=img.shape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cv2.imshow('lena',img)          			</a:t>
            </a:r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	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#显示图像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key=cv2.waitKey(500)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cv2.resizeWindow('lena',(s[0]//2,s[1]//2))	</a:t>
            </a:r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		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#更改窗口大小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cv2.waitKey(0)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3.2 </a:t>
            </a:r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绘图</a:t>
            </a:r>
            <a:endParaRPr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本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节主要内容：</a:t>
            </a:r>
            <a:endParaRPr lang="en-US" altLang="zh-CN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绘制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直线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绘制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矩形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绘制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椭圆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绘制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多边形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绘制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文本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绘制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箭头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3.2.1  绘制直线</a:t>
            </a:r>
            <a:endParaRPr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lstStyle/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cv2.line()函数用于绘制直线，其语法格式如下。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cv2.line(img, pt1, pt2, color[, thickness[, lineType[, shift]]] )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参数说明如下。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img为用于绘制图像的图像。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pt1为直线段的起点坐标。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pt2为直线段的终点坐标。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color为直线段的颜色。通常使用BGR模型表示颜色，如(255,0,0)表示蓝色。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thickness表示线条粗细。默认值为1，设置为-1时表示绘制填充图形。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lineType表示线条类型，默认值为cv2.Line_8。线条类型可设置为下列常量。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/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cv2.FILLED：填充。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/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cv2.LINE_4：4条连接线。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/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cv2.LINE_8：8条连接线。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/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cv2.LINE_AA：抗锯齿线，线条更平滑。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shift表示坐标的数值精度，一般情况下不需要设置。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示例代码如下。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#test3-3.py：绘制直线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import numpy as np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import cv2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img=np.zeros((200,320,3), np.uint8) 		#创建一幅黑色图像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cv2.line(img,(0,0),(320,200),(255,0,0),5)		#画对角线1，蓝色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cv2.line(img,(320,0),(0,200),(0,255,0),5)		#画对角线2，绿色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cv2.imshow('draw',img)          			#显示图像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cv2.waitKey(0)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3.2.2  绘制矩形</a:t>
            </a:r>
            <a:endParaRPr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lstStyle/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cv2.rectangle()函数用于绘制矩形，其语法格式如下。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cv2.rectangle(img,pt1,pt2,color[,thickness[,lineType[,shift]]]) 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参数说明如下。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/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img、color、thickness、lineType和shift等参数与cv2.line()函数中的含义一致。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/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pt1为矩形的一个顶点。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/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pt2为矩形中与pt1相对的另一个顶点。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示例代码如下。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#test3-4.py：绘制矩形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import numpy as np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import cv2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img=np.zeros((200,320,3), np.uint8) 			#创建一幅黑色图像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cv2.rectangle(img,(20,20),(300,180),(255,0,0),5)		#画矩形，蓝色边框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cv2.rectangle(img,(70,70),(250,130),(0,255,0),-1)		#画矩形，绿色填充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cv2.imshow('draw',img)          				#显示图像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cv2.waitKey(0)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3.2.3  绘制圆</a:t>
            </a:r>
            <a:endParaRPr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lstStyle/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cv2.circle()函数用于绘制圆，其语法格式如下。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cv2.circle( img, center, radius, color[, thickness[, lineType[, shift]]] )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参数说明如下。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/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img、color、thickness、lineType和shift等参数与cv2.line()函数中的含义一致。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/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center为圆心坐标。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/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radius为半径。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示例代码如下。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#test3-5.py：绘制圆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import numpy as np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import cv2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img=np.zeros((200,320,3), np.uint8) 		#创建一幅黑色图像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cv2.circle(img,(160,100),80,(255,0,0),5)		#画圆，蓝色边框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cv2.circle(img,(160,100),40,(0,255,0),-1)	</a:t>
            </a:r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	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#画圆，绿色填充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cv2.imshow('draw',img)          			#显示图像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cv2.waitKey(0)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3.2.4  绘制椭圆</a:t>
            </a:r>
            <a:endParaRPr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952500"/>
            <a:ext cx="10849610" cy="5888990"/>
          </a:xfrm>
        </p:spPr>
        <p:txBody>
          <a:bodyPr>
            <a:normAutofit fontScale="60000"/>
          </a:bodyPr>
          <a:lstStyle/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cv2.ellipse()函数用于绘制椭圆，其语法格式如下。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cv2.ellipse(img,center,axes,angle,startAngle,endAngle,color[,thickness[, lineType[, shift]]] )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参数说明如下。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/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img、color、thickness、lineType和shift等参数与cv2.line()函数中的含义一致。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/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center为椭圆圆心坐标。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/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axes为椭圆的轴。例如，(100,50)表示长轴的一半为100，短轴的一半为50。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/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angle为椭圆长轴的旋转角度，即长轴与x轴的夹角。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/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startAngle为圆弧的开始角度。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/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endAngle为圆弧的结束角度。开始角度为0°，结束角度为360°时，可绘制完整椭圆；否则为椭圆弧。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示例代码如下。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#test3-6.py：绘制椭圆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import numpy as np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import cv2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img=np.zeros((200,320,3), np.uint8)+255 			#创建一幅白色图像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cv2.ellipse(img,(160,100),(120,50),0,0,360,(255,0,0),5)		#画椭圆，蓝色边框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cv2.ellipse(img,(160,100),(60,15),0,0,360,(0,255,0),51)		#画椭圆，绿色填充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cv2.imshow('draw',img)          			</a:t>
            </a:r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	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#显示图像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cv2.waitKey(0)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3.2.5  绘制多边形</a:t>
            </a:r>
            <a:endParaRPr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952500"/>
            <a:ext cx="10849610" cy="5876925"/>
          </a:xfrm>
        </p:spPr>
        <p:txBody>
          <a:bodyPr>
            <a:normAutofit fontScale="70000"/>
          </a:bodyPr>
          <a:lstStyle/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cv2.polylines()函数用于绘制多边形，其语法格式如下。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cv2.polylines( img, pts, isClosed, color[, thickness[, lineType[, shift]]] )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参数说明如下。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/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img、color、thickness、lineType和shift等参数与cv2.line()函数中的含义一致。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/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pts为多边形各顶点坐标。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/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isClosed为True时，绘制封闭多边形；否则，依次连接各个顶点，绘制一条曲线。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示例代码如下。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#test3-7.py：绘制多边形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import numpy as np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import cv2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img=np.zeros((200,320,3), np.uint8)+255 			#创建一幅白色图像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pts=np.array([[160,20],[20,100],[160,180],[300,100]], np.int32)	#创建顶点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cv2.polylines(img,[pts],True,(255,0,0),5)			#画多边形，蓝色边框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pts=np.array([[160,60],[60,100],[160,140],[260,100]], np.int32)	#创建顶点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cv2.polylines(img,[pts],False,(0,255,0),5)			#画曲线，绿色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cv2.imshow('draw',img)          				#显示图像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cv2.waitKey(0)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3.2.6  绘制文本</a:t>
            </a:r>
            <a:endParaRPr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952500"/>
            <a:ext cx="10849610" cy="58439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cv2.putText()函数用于绘制文本，其语法格式如下。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cv2.putText( img, text, org, fontFace, fontScale, color[, thickness[, lineType[, bottomLeftOrigin]]] )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参数说明如下。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img、color、thickness和lineType等参数与cv2.line()函数中的含义一致。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text为要绘制的文本。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org为文本左下角的位置。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fontFace为字体类型，参数值可设置为如下常量。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>
              <a:lnSpc>
                <a:spcPct val="100000"/>
              </a:lnSpc>
              <a:spcAft>
                <a:spcPts val="400"/>
              </a:spcAft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cv2.FONT_HERSHEY_SIMPLEX：正常大小的sans-serif字体。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>
              <a:lnSpc>
                <a:spcPct val="100000"/>
              </a:lnSpc>
              <a:spcAft>
                <a:spcPts val="400"/>
              </a:spcAft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cv2.FONT_HERSHEY_PLAIN：小号的sans-serif字体。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>
              <a:lnSpc>
                <a:spcPct val="100000"/>
              </a:lnSpc>
              <a:spcAft>
                <a:spcPts val="400"/>
              </a:spcAft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cv2.FONT_HERSHEY_DUPLEX：较复杂的正常大小的sans-serif字体。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>
              <a:lnSpc>
                <a:spcPct val="100000"/>
              </a:lnSpc>
              <a:spcAft>
                <a:spcPts val="400"/>
              </a:spcAft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cv2.FONT_HERSHEY_COMPLEX：正常大小的serif字体。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>
              <a:lnSpc>
                <a:spcPct val="100000"/>
              </a:lnSpc>
              <a:spcAft>
                <a:spcPts val="400"/>
              </a:spcAft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cv2.FONT_HERSHEY_TRIPLEX：较复杂的正常大小的serif字体。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>
              <a:lnSpc>
                <a:spcPct val="100000"/>
              </a:lnSpc>
              <a:spcAft>
                <a:spcPts val="400"/>
              </a:spcAft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cv2.FONT_HERSHEY_COMPLEX_SMALL：简化版正常大小的serif字体。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>
              <a:lnSpc>
                <a:spcPct val="100000"/>
              </a:lnSpc>
              <a:spcAft>
                <a:spcPts val="400"/>
              </a:spcAft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cv2.FONT_HERSHEY_SCRIPT_SIMPLEX：手写风格字体。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>
              <a:lnSpc>
                <a:spcPct val="100000"/>
              </a:lnSpc>
              <a:spcAft>
                <a:spcPts val="400"/>
              </a:spcAft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cv2.FONT_HERSHEY_SCRIPT_COMPLEX：较复杂的手写风格字体。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>
              <a:lnSpc>
                <a:spcPct val="100000"/>
              </a:lnSpc>
              <a:spcAft>
                <a:spcPts val="400"/>
              </a:spcAft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cv2.FONT_ITALIC：斜体。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fontScale为字体大小。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bottomLeftOrigin为文本方向，默认值为False；设置为True时，文本为垂直镜像效果。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示例代码如下。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#test3-8.py：绘制文本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import numpy as np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import cv2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img=np.zeros((200,320,3), np.uint8)+255 	</a:t>
            </a:r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		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	#创建一幅白色图像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font=cv2.FONT_HERSHEY_SCRIPT_SIMPLEX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cv2.putText(img,'Python',(50,100),font,2,(255,0,0),2,cv2.LINE_AA)	#绘制文本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cv2.putText(img,'Python',(50,100),font,2,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(255,0,0),2,cv2.LINE_AA,True)				</a:t>
            </a:r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	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#绘制镜像文本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cv2.imshow('draw',img)          					#显示图像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cv2.waitKey(0)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lstStyle/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cv2.putText()函数不能在图像中绘制汉字，可使用PIL模块在图像中绘制汉字，示例代码如下。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#test3-8-2.py：绘制汉字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import numpy as np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import cv2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img=np.zeros((200,320,3), np.uint8)+255 			#创建一幅白色图像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from PIL import ImageFont, ImageDraw, Image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fontpath = "STSONG.TTF"                             		#指定字体文件名    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font1 = ImageFont.truetype(fontpath,36)         		#载入字体，设置字号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img_pil = Image.fromarray(img)                      		#转换为PIL格式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draw = ImageDraw.Draw(img_pil)                      		#创建Draw对象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draw.text((50,60),'计算机视觉',font=font1,fill=(0,0,0)) 	</a:t>
            </a:r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	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#绘制文本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img = np.array(img_pil)                             		</a:t>
            </a:r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	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#转换为图像数组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cv2.imshow('draw',img)                              		#显示图像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cv2.waitKey(0)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3.2.7  绘制箭头</a:t>
            </a:r>
            <a:endParaRPr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lstStyle/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cv2.arrowedLine()函数用于绘制箭头，其语法格式如下。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cv2.arrowedLine(img,pt1,pt2,color[,thickness[,lineType[,shift[,tipLength]]]])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参数说明如下。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/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img、pt1、pt2、color、thickness、lineType和shift等参数与cv2.line()函数中的含义一致。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/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tipLength为箭尖相对于箭头长度的比例，默认值为0.1。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示例代码如下。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#test3-9.py：绘制箭头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import numpy as np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import cv2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img=np.zeros((200,320,3), np.uint8)+255 		#创建一幅白色图像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cv2.arrowedLine(img,(50,50),(50,150), (0,0,255),2)	#绘制红色垂直箭头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cv2.arrowedLine(img,(50,50),(300,50), (0,0,255),2) 	#绘制红色水平箭头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cv2.imshow('draw',img)          			#显示图像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cv2.waitKey(0)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3.3 </a:t>
            </a:r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响应鼠标</a:t>
            </a:r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事件</a:t>
            </a:r>
            <a:endParaRPr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290" y="909320"/>
            <a:ext cx="10849610" cy="577151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OpenCV可在用户触发鼠标事件时，调用鼠标回调函数完成事件处理。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鼠标回调函数的基本格式如下。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def mouseCallback(event,x,y,flags,param):…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参数说明如下。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mouseCallback为自定义函数名称。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event为调用时传递给函数的鼠标事件对象。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x和y为触发鼠标事件时，鼠标指针在窗口中的坐标(x,y)。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flags为触发鼠标事件时，鼠标拖动或键盘按键操作，参数可设置为下列常量。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cv2.EVENT_LBUTTONDBLCLK：双击鼠标左键。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cv2.EVENT_LBUTTONDOWN：按下鼠标左键。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cv2.EVENT_LBUTTONUP：释放鼠标左键。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cv2.EVENT_MBUTTONDBLCLK：双击鼠标中键。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cv2.EVENT_MBUTTONDOWN：按下鼠标中键。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cv2.EVENT_MBUTTONUP：释放鼠标中键。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cv2.EVENT_MOUSEHWHEEL：滚动鼠标中键（正、负值表示向左或向右滚动）。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cv2.EVENT_MOUSEMOVE：鼠标移动。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cv2.EVENT_MOUSEWHEEL：滚动鼠标中键（正、负值表示向前或向后滚动）。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cv2.EVENT_RBUTTONDBLCLK：双击鼠标右键。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cv2.EVENT_RBUTTONDOWN：按下鼠标右键。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cv2.EVENT_RBUTTONUP：释放鼠标右键。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cv2.EVENT_FLAG_ALTKEY：按下【Alt】键。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cv2.EVENT_FLAG_CTRLKEY：按下【Ctrl】键。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cv2.EVENT_FLAG_LBUTTON：按住鼠标左键拖动。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cv2.EVENT_FLAG_MBUTTON：按住鼠标中键拖动。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cv2.EVENT_FLAG_RBUTTON：按住鼠标右键拖动。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cv2.EVENT_FLAG_SHIFTKEY：按下【Shift】键。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param为传递给回调函数的其他数据。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952500"/>
            <a:ext cx="10849610" cy="599376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cv2.setMouseCallback()用于为图像窗口绑定鼠标回调函数，其基本格式如下。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cv2.setMouseCallback(wname, mouseCallback)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参数说明如下。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indent="0">
              <a:lnSpc>
                <a:spcPct val="100000"/>
              </a:lnSpc>
              <a:spcAft>
                <a:spcPts val="0"/>
              </a:spcAft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wname为图像窗口的名称。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indent="0">
              <a:lnSpc>
                <a:spcPct val="100000"/>
              </a:lnSpc>
              <a:spcAft>
                <a:spcPts val="0"/>
              </a:spcAft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mouseCallback为鼠标回调函数名称。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sz="1400">
              <a:latin typeface="方正姚体" panose="02010601030101010101" pitchFamily="2" charset="-122"/>
              <a:ea typeface="方正姚体" panose="02010601030101010101" pitchFamily="2" charset="-122"/>
              <a:sym typeface="+mn-ea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sz="1400">
                <a:latin typeface="方正姚体" panose="02010601030101010101" pitchFamily="2" charset="-122"/>
                <a:ea typeface="方正姚体" panose="02010601030101010101" pitchFamily="2" charset="-122"/>
                <a:sym typeface="+mn-ea"/>
              </a:rPr>
              <a:t>示例代码如下。</a:t>
            </a:r>
            <a:endParaRPr sz="1400">
              <a:latin typeface="方正姚体" panose="02010601030101010101" pitchFamily="2" charset="-122"/>
              <a:ea typeface="方正姚体" panose="02010601030101010101" pitchFamily="2" charset="-122"/>
              <a:sym typeface="+mn-ea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#test3-10.py：响应鼠标事件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import numpy as np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import cv2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img=np.zeros((200,320,3), np.uint8)+255 			#创建一幅白色图像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def draw(event,x,y,flag,param):				#定义鼠标回调函数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    if event==cv2.EVENT_LBUTTONDBLCLK: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       cv2.circle(img,(x,y),20,(255,0,0),-1)			#双击鼠标左键时画圆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    elif event==cv2.EVENT_RBUTTONDBLCLK: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       cv2.rectangle(img,(x,y),(x+20,y+20),(0,0,255),-1)</a:t>
            </a:r>
            <a:r>
              <a:rPr lang="en-US" altLang="zh-CN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		</a:t>
            </a: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#双击鼠标右键时画矩形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cv2.namedWindow('drawing')				#命名图像窗口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cv2.setMouseCallback('drawing',draw)				#为窗口绑定回调函数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while(True):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    cv2.imshow('drawing',img)           				#显示图像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    k = cv2.waitKey(1)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    if k == 27:                         				#按【Esc】键时结束循环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        break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cv2.destroyAllWindows()</a:t>
            </a:r>
            <a:endParaRPr lang="zh-CN" altLang="en-US" sz="14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3.4 </a:t>
            </a:r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使用跟踪</a:t>
            </a:r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栏</a:t>
            </a:r>
            <a:endParaRPr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lstStyle/>
          <a:p>
            <a:pPr marL="0" indent="0">
              <a:buNone/>
            </a:pPr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跟踪栏（Trackbar）是OpenCV为图像窗口提供的交互工具。用户可以通过跟踪栏中的滑块位置获取特定范围内的值。</a:t>
            </a:r>
            <a:endParaRPr lang="en-US" altLang="zh-CN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cv2.createTrackbar()函数用于创建跟踪栏，其基本格式如下。</a:t>
            </a:r>
            <a:endParaRPr lang="en-US" altLang="zh-CN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cv2.createTrackbar(trackbarname,wname,value,count,onChange,userdata)</a:t>
            </a:r>
            <a:endParaRPr lang="en-US" altLang="zh-CN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参数说明如下。</a:t>
            </a:r>
            <a:endParaRPr lang="en-US" altLang="zh-CN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trackbarname为跟踪栏的名称。</a:t>
            </a:r>
            <a:endParaRPr lang="en-US" altLang="zh-CN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wname为图像窗口的名称。</a:t>
            </a:r>
            <a:endParaRPr lang="en-US" altLang="zh-CN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value为跟踪栏中滑块的初始位置。</a:t>
            </a:r>
            <a:endParaRPr lang="en-US" altLang="zh-CN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count为跟踪栏的最大值，最小值为0。</a:t>
            </a:r>
            <a:endParaRPr lang="en-US" altLang="zh-CN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onChange为跟踪栏滑块位置变化时调用的回调函数名称。</a:t>
            </a:r>
            <a:endParaRPr lang="en-US" altLang="zh-CN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userdata为传递给回调函数的其他可选数据。</a:t>
            </a:r>
            <a:endParaRPr lang="en-US" altLang="zh-CN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>
              <a:buNone/>
            </a:pPr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cv2.getTrackbarPos()函数用于返回跟踪栏的当前值，其基本格式如下。</a:t>
            </a:r>
            <a:endParaRPr lang="en-US" altLang="zh-CN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retval=cv2.getTrackbarPos(trackbarname, wname)</a:t>
            </a:r>
            <a:endParaRPr lang="en-US" altLang="zh-CN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参数说明如下。</a:t>
            </a:r>
            <a:endParaRPr lang="en-US" altLang="zh-CN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trackbarname为跟踪栏的名称。</a:t>
            </a:r>
            <a:endParaRPr lang="en-US" altLang="zh-CN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wname为图像窗口的名称。</a:t>
            </a:r>
            <a:endParaRPr lang="en-US" altLang="zh-CN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lstStyle/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示例代码如下。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#test3-11.py：使用跟踪栏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import numpy as np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import cv2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img=np.zeros((120,400,3), np.uint8) 			#创建一幅黑色图像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def doChange(x):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    b=cv2.getTrackbarPos('B','tracebar')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    g=cv2.getTrackbarPos('G','tracebar')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    r=cv2.getTrackbarPos('R','tracebar')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    img[:]=[b,g,r]                          			#更改图像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cv2.namedWindow('tracebar')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cv2.createTrackbar('B','trackbar',0,255,doChange)	#创建跟踪栏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cv2.createTrackbar('G','trackbar',0,255,doChange)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cv2.createTrackbar('R','trackbar',0,255,doChange)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while(True):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    cv2.imshow('trackbar',img)           			#显示图像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    k = cv2.waitKey(1)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    if k == 27:                         			#按【Esc】键时结束循环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        break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cv2.destroyAllWindows()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3.5 </a:t>
            </a:r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实验</a:t>
            </a:r>
            <a:endParaRPr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本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节主要内容：</a:t>
            </a:r>
            <a:endParaRPr lang="en-US" altLang="zh-CN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实验1：使用鼠标指针取点绘图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实验2：使用跟踪栏选择通道图像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3.5.1 </a:t>
            </a:r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实验1：使用鼠标指针取点绘图</a:t>
            </a:r>
            <a:endParaRPr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1．实验目的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掌握在图像窗口中响应鼠标事件和绘制图形的基本方法。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2．实验内容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创建一幅图像，在图像中单击鼠标左键时绘制鼠标指针所在的点和坐标，单击鼠标右键时使用前面单击鼠标左键所取的点绘制多边形。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3．实验过程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3.5.2  实验2：使用跟踪栏选择通道图像</a:t>
            </a:r>
            <a:endParaRPr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1．实验目的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掌握跟踪栏的基本使用方法。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2．实验内容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创建一个跟踪栏，将其值设置为0、1、2和3，根据跟踪栏的值依次显示原图像、B通道图像、G通道图像和R通道图像。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3．实验过程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dirty="0"/>
              <a:t>谢谢观看</a:t>
            </a:r>
            <a:endParaRPr lang="zh-CN" altLang="en-US" dirty="0"/>
          </a:p>
        </p:txBody>
      </p:sp>
      <p:sp>
        <p:nvSpPr>
          <p:cNvPr id="73" name="矩形 72"/>
          <p:cNvSpPr/>
          <p:nvPr>
            <p:custDataLst>
              <p:tags r:id="rId2"/>
            </p:custDataLst>
          </p:nvPr>
        </p:nvSpPr>
        <p:spPr>
          <a:xfrm rot="5400000">
            <a:off x="10613165" y="5800107"/>
            <a:ext cx="1123022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aseline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202X</a:t>
            </a:r>
            <a:endParaRPr lang="en-US" altLang="zh-CN" sz="2800" baseline="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1.0"/>
  <p:tag name="KSO_WM_BEAUTIFY_FLAG" val="#wm#"/>
  <p:tag name="KSO_WM_SLIDE_BACKGROUND_MASK_FLAG" val="1"/>
  <p:tag name="KSO_WM_UNIT_SUBTYPE" val="q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3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3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2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4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4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1.0"/>
  <p:tag name="KSO_WM_BEAUTIFY_FLAG" val="#wm#"/>
  <p:tag name="KSO_WM_UNIT_SUBTYPE" val="h"/>
  <p:tag name="KSO_WM_SLIDE_BK_DARK_LIGHT" val="2"/>
  <p:tag name="KSO_WM_UNIT_BK_DARK_LIGHT" val="1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1.0"/>
  <p:tag name="KSO_WM_BEAUTIFY_FLAG" val="#wm#"/>
  <p:tag name="KSO_WM_UNIT_SUBTYPE" val="h"/>
  <p:tag name="KSO_WM_SLIDE_BK_DARK_LIGHT" val="2"/>
  <p:tag name="KSO_WM_UNIT_BK_DARK_LIGHT" val="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0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2"/>
</p:tagLst>
</file>

<file path=ppt/tags/tag21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33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33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2633"/>
  <p:tag name="KSO_WM_TEMPLATE_THUMBS_INDEX" val="1、4、7、8、9、10、11、12、13、14、15"/>
  <p:tag name="KSO_WM_TEMPLATE_MASTER_THUMB_INDEX" val="12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1.0"/>
  <p:tag name="KSO_WM_BEAUTIFY_FLAG" val="#wm#"/>
  <p:tag name="KSO_WM_SLIDE_BACKGROUND_MASK_FLAG" val="1"/>
  <p:tag name="KSO_WM_UNIT_SUBTYPE" val="q"/>
  <p:tag name="KSO_WM_UNIT_TYPE" val="i"/>
  <p:tag name="KSO_WM_UNIT_INDEX" val="1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1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3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3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2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4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4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1.0"/>
  <p:tag name="KSO_WM_BEAUTIFY_FLAG" val="#wm#"/>
  <p:tag name="KSO_WM_UNIT_SUBTYPE" val="h"/>
  <p:tag name="KSO_WM_SLIDE_BK_DARK_LIGHT" val="2"/>
  <p:tag name="KSO_WM_UNIT_BK_DARK_LIGHT" val="1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1.0"/>
  <p:tag name="KSO_WM_BEAUTIFY_FLAG" val="#wm#"/>
  <p:tag name="KSO_WM_UNIT_SUBTYPE" val="h"/>
  <p:tag name="KSO_WM_SLIDE_BK_DARK_LIGHT" val="2"/>
  <p:tag name="KSO_WM_UNIT_BK_DARK_LIGHT" val="1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2"/>
</p:tagLst>
</file>

<file path=ppt/tags/tag46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</p:tagLst>
</file>

<file path=ppt/tags/tag4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4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4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4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4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4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33"/>
</p:tagLst>
</file>

<file path=ppt/tags/tag4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33"/>
</p:tagLst>
</file>

<file path=ppt/tags/tag4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02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2633"/>
  <p:tag name="KSO_WM_TEMPLATE_THUMBS_INDEX" val="1、4、7、8、9、10、11、12、13、14、15"/>
  <p:tag name="KSO_WM_TEMPLATE_MASTER_THUMB_INDEX" val="12"/>
</p:tagLst>
</file>

<file path=ppt/tags/tag503.xml><?xml version="1.0" encoding="utf-8"?>
<p:tagLst xmlns:p="http://schemas.openxmlformats.org/presentationml/2006/main">
  <p:tag name="KSO_WM_TEMPLATE_CATEGORY" val=""/>
  <p:tag name="KSO_WM_TEMPLATE_INDEX" val="20202633"/>
</p:tagLst>
</file>

<file path=ppt/tags/tag504.xml><?xml version="1.0" encoding="utf-8"?>
<p:tagLst xmlns:p="http://schemas.openxmlformats.org/presentationml/2006/main">
  <p:tag name="KSO_WM_TEMPLATE_CATEGORY" val=""/>
  <p:tag name="KSO_WM_TEMPLATE_INDEX" val="20202633"/>
</p:tagLst>
</file>

<file path=ppt/tags/tag505.xml><?xml version="1.0" encoding="utf-8"?>
<p:tagLst xmlns:p="http://schemas.openxmlformats.org/presentationml/2006/main">
  <p:tag name="KSO_WM_TEMPLATE_CATEGORY" val=""/>
  <p:tag name="KSO_WM_TEMPLATE_INDEX" val="20202633"/>
</p:tagLst>
</file>

<file path=ppt/tags/tag506.xml><?xml version="1.0" encoding="utf-8"?>
<p:tagLst xmlns:p="http://schemas.openxmlformats.org/presentationml/2006/main">
  <p:tag name="KSO_WM_TEMPLATE_CATEGORY" val=""/>
  <p:tag name="KSO_WM_TEMPLATE_INDEX" val="20202633"/>
</p:tagLst>
</file>

<file path=ppt/tags/tag507.xml><?xml version="1.0" encoding="utf-8"?>
<p:tagLst xmlns:p="http://schemas.openxmlformats.org/presentationml/2006/main">
  <p:tag name="KSO_WM_TEMPLATE_CATEGORY" val=""/>
  <p:tag name="KSO_WM_TEMPLATE_INDEX" val="20202633"/>
</p:tagLst>
</file>

<file path=ppt/tags/tag508.xml><?xml version="1.0" encoding="utf-8"?>
<p:tagLst xmlns:p="http://schemas.openxmlformats.org/presentationml/2006/main">
  <p:tag name="KSO_WM_TEMPLATE_CATEGORY" val=""/>
  <p:tag name="KSO_WM_TEMPLATE_INDEX" val="20202633"/>
</p:tagLst>
</file>

<file path=ppt/tags/tag509.xml><?xml version="1.0" encoding="utf-8"?>
<p:tagLst xmlns:p="http://schemas.openxmlformats.org/presentationml/2006/main">
  <p:tag name="KSO_WM_TEMPLATE_CATEGORY" val=""/>
  <p:tag name="KSO_WM_TEMPLATE_INDEX" val="20202633"/>
</p:tagLst>
</file>

<file path=ppt/tags/tag510.xml><?xml version="1.0" encoding="utf-8"?>
<p:tagLst xmlns:p="http://schemas.openxmlformats.org/presentationml/2006/main">
  <p:tag name="KSO_WM_TEMPLATE_CATEGORY" val=""/>
  <p:tag name="KSO_WM_TEMPLATE_INDEX" val="20202633"/>
</p:tagLst>
</file>

<file path=ppt/tags/tag511.xml><?xml version="1.0" encoding="utf-8"?>
<p:tagLst xmlns:p="http://schemas.openxmlformats.org/presentationml/2006/main">
  <p:tag name="KSO_WM_TEMPLATE_CATEGORY" val=""/>
  <p:tag name="KSO_WM_TEMPLATE_INDEX" val="20202633"/>
</p:tagLst>
</file>

<file path=ppt/tags/tag512.xml><?xml version="1.0" encoding="utf-8"?>
<p:tagLst xmlns:p="http://schemas.openxmlformats.org/presentationml/2006/main">
  <p:tag name="KSO_WM_TEMPLATE_CATEGORY" val=""/>
  <p:tag name="KSO_WM_TEMPLATE_INDEX" val="20202633"/>
</p:tagLst>
</file>

<file path=ppt/tags/tag513.xml><?xml version="1.0" encoding="utf-8"?>
<p:tagLst xmlns:p="http://schemas.openxmlformats.org/presentationml/2006/main">
  <p:tag name="KSO_WM_TEMPLATE_CATEGORY" val=""/>
  <p:tag name="KSO_WM_TEMPLATE_INDEX" val="20202633"/>
</p:tagLst>
</file>

<file path=ppt/tags/tag514.xml><?xml version="1.0" encoding="utf-8"?>
<p:tagLst xmlns:p="http://schemas.openxmlformats.org/presentationml/2006/main">
  <p:tag name="KSO_WM_TEMPLATE_CATEGORY" val=""/>
  <p:tag name="KSO_WM_TEMPLATE_INDEX" val="20202633"/>
</p:tagLst>
</file>

<file path=ppt/tags/tag515.xml><?xml version="1.0" encoding="utf-8"?>
<p:tagLst xmlns:p="http://schemas.openxmlformats.org/presentationml/2006/main">
  <p:tag name="KSO_WM_TEMPLATE_CATEGORY" val=""/>
  <p:tag name="KSO_WM_TEMPLATE_INDEX" val="20202633"/>
</p:tagLst>
</file>

<file path=ppt/tags/tag516.xml><?xml version="1.0" encoding="utf-8"?>
<p:tagLst xmlns:p="http://schemas.openxmlformats.org/presentationml/2006/main">
  <p:tag name="KSO_WM_TEMPLATE_CATEGORY" val=""/>
  <p:tag name="KSO_WM_TEMPLATE_INDEX" val="20202633"/>
</p:tagLst>
</file>

<file path=ppt/tags/tag517.xml><?xml version="1.0" encoding="utf-8"?>
<p:tagLst xmlns:p="http://schemas.openxmlformats.org/presentationml/2006/main">
  <p:tag name="KSO_WM_TEMPLATE_CATEGORY" val=""/>
  <p:tag name="KSO_WM_TEMPLATE_INDEX" val="20202633"/>
</p:tagLst>
</file>

<file path=ppt/tags/tag518.xml><?xml version="1.0" encoding="utf-8"?>
<p:tagLst xmlns:p="http://schemas.openxmlformats.org/presentationml/2006/main">
  <p:tag name="KSO_WM_TEMPLATE_CATEGORY" val=""/>
  <p:tag name="KSO_WM_TEMPLATE_INDEX" val="20202633"/>
</p:tagLst>
</file>

<file path=ppt/tags/tag519.xml><?xml version="1.0" encoding="utf-8"?>
<p:tagLst xmlns:p="http://schemas.openxmlformats.org/presentationml/2006/main">
  <p:tag name="KSO_WM_TEMPLATE_CATEGORY" val=""/>
  <p:tag name="KSO_WM_TEMPLATE_INDEX" val="20202633"/>
</p:tagLst>
</file>

<file path=ppt/tags/tag520.xml><?xml version="1.0" encoding="utf-8"?>
<p:tagLst xmlns:p="http://schemas.openxmlformats.org/presentationml/2006/main">
  <p:tag name="KSO_WM_TEMPLATE_CATEGORY" val=""/>
  <p:tag name="KSO_WM_TEMPLATE_INDEX" val="20202633"/>
</p:tagLst>
</file>

<file path=ppt/tags/tag521.xml><?xml version="1.0" encoding="utf-8"?>
<p:tagLst xmlns:p="http://schemas.openxmlformats.org/presentationml/2006/main">
  <p:tag name="KSO_WM_TEMPLATE_CATEGORY" val=""/>
  <p:tag name="KSO_WM_TEMPLATE_INDEX" val="20202633"/>
</p:tagLst>
</file>

<file path=ppt/tags/tag522.xml><?xml version="1.0" encoding="utf-8"?>
<p:tagLst xmlns:p="http://schemas.openxmlformats.org/presentationml/2006/main">
  <p:tag name="KSO_WM_TEMPLATE_CATEGORY" val=""/>
  <p:tag name="KSO_WM_TEMPLATE_INDEX" val="20202633"/>
</p:tagLst>
</file>

<file path=ppt/tags/tag523.xml><?xml version="1.0" encoding="utf-8"?>
<p:tagLst xmlns:p="http://schemas.openxmlformats.org/presentationml/2006/main">
  <p:tag name="KSO_WM_TEMPLATE_CATEGORY" val=""/>
  <p:tag name="KSO_WM_TEMPLATE_INDEX" val="20202633"/>
</p:tagLst>
</file>

<file path=ppt/tags/tag524.xml><?xml version="1.0" encoding="utf-8"?>
<p:tagLst xmlns:p="http://schemas.openxmlformats.org/presentationml/2006/main">
  <p:tag name="KSO_WM_TEMPLATE_CATEGORY" val=""/>
  <p:tag name="KSO_WM_TEMPLATE_INDEX" val="20202633"/>
</p:tagLst>
</file>

<file path=ppt/tags/tag525.xml><?xml version="1.0" encoding="utf-8"?>
<p:tagLst xmlns:p="http://schemas.openxmlformats.org/presentationml/2006/main">
  <p:tag name="KSO_WM_TEMPLATE_CATEGORY" val=""/>
  <p:tag name="KSO_WM_TEMPLATE_INDEX" val="20202633"/>
</p:tagLst>
</file>

<file path=ppt/tags/tag526.xml><?xml version="1.0" encoding="utf-8"?>
<p:tagLst xmlns:p="http://schemas.openxmlformats.org/presentationml/2006/main">
  <p:tag name="KSO_WM_TEMPLATE_CATEGORY" val=""/>
  <p:tag name="KSO_WM_TEMPLATE_INDEX" val="20202633"/>
</p:tagLst>
</file>

<file path=ppt/tags/tag527.xml><?xml version="1.0" encoding="utf-8"?>
<p:tagLst xmlns:p="http://schemas.openxmlformats.org/presentationml/2006/main">
  <p:tag name="KSO_WM_TEMPLATE_CATEGORY" val=""/>
  <p:tag name="KSO_WM_TEMPLATE_INDEX" val="20202633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33_15*a*1"/>
  <p:tag name="KSO_WM_TEMPLATE_CATEGORY" val="custom"/>
  <p:tag name="KSO_WM_TEMPLATE_INDEX" val="20202633"/>
  <p:tag name="KSO_WM_UNIT_LAYERLEVEL" val="1"/>
  <p:tag name="KSO_WM_TAG_VERSION" val="1.0"/>
  <p:tag name="KSO_WM_BEAUTIFY_FLAG" val="#wm#"/>
  <p:tag name="KSO_WM_UNIT_ISCONTENTSTITLE" val="0"/>
  <p:tag name="KSO_WM_UNIT_NOCLEAR" val="1"/>
  <p:tag name="KSO_WM_UNIT_VALUE" val="6"/>
  <p:tag name="KSO_WM_UNIT_TYPE" val="a"/>
  <p:tag name="KSO_WM_UNIT_INDEX" val="1"/>
  <p:tag name="KSO_WM_UNIT_PRESET_TEXT" val="谢谢观看"/>
  <p:tag name="KSO_WM_UNIT_ISNUMDGMTITLE" val="0"/>
</p:tagLst>
</file>

<file path=ppt/tags/tag5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33_15*i*1"/>
  <p:tag name="KSO_WM_TEMPLATE_CATEGORY" val="custom"/>
  <p:tag name="KSO_WM_TEMPLATE_INDEX" val="20202633"/>
  <p:tag name="KSO_WM_UNIT_LAYERLEVEL" val="1"/>
  <p:tag name="KSO_WM_TAG_VERSION" val="1.0"/>
  <p:tag name="KSO_WM_BEAUTIFY_FLAG" val="#wm#"/>
  <p:tag name="KSO_WM_UNIT_TYPE" val="i"/>
  <p:tag name="KSO_WM_UNIT_INDEX" val="1"/>
  <p:tag name="KSO_WM_UNIT_PRESET_TEXT" val="202X"/>
</p:tagLst>
</file>

<file path=ppt/tags/tag530.xml><?xml version="1.0" encoding="utf-8"?>
<p:tagLst xmlns:p="http://schemas.openxmlformats.org/presentationml/2006/main">
  <p:tag name="KSO_WM_SLIDE_ID" val="custom20202633_15"/>
  <p:tag name="KSO_WM_TEMPLATE_SUBCATEGORY" val="0"/>
  <p:tag name="KSO_WM_TEMPLATE_MASTER_TYPE" val="1"/>
  <p:tag name="KSO_WM_TEMPLATE_COLOR_TYPE" val="1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02633"/>
  <p:tag name="KSO_WM_SLIDE_TYPE" val="endPage"/>
  <p:tag name="KSO_WM_SLIDE_SUBTYPE" val="pureTxt"/>
  <p:tag name="KSO_WM_SLIDE_LAYOUT" val="a_b"/>
  <p:tag name="KSO_WM_SLIDE_LAYOUT_CNT" val="1_1"/>
</p:tagLst>
</file>

<file path=ppt/theme/theme1.xml><?xml version="1.0" encoding="utf-8"?>
<a:theme xmlns:a="http://schemas.openxmlformats.org/drawingml/2006/main" name="2_Office 主题​​">
  <a:themeElements>
    <a:clrScheme name="渐变15">
      <a:dk1>
        <a:srgbClr val="000000"/>
      </a:dk1>
      <a:lt1>
        <a:srgbClr val="FFFFFF"/>
      </a:lt1>
      <a:dk2>
        <a:srgbClr val="F2F2F2"/>
      </a:dk2>
      <a:lt2>
        <a:srgbClr val="FFFFFF"/>
      </a:lt2>
      <a:accent1>
        <a:srgbClr val="4F4EFC"/>
      </a:accent1>
      <a:accent2>
        <a:srgbClr val="5B97FA"/>
      </a:accent2>
      <a:accent3>
        <a:srgbClr val="67DCFD"/>
      </a:accent3>
      <a:accent4>
        <a:srgbClr val="6CFDDC"/>
      </a:accent4>
      <a:accent5>
        <a:srgbClr val="6AFE9A"/>
      </a:accent5>
      <a:accent6>
        <a:srgbClr val="6AFF60"/>
      </a:accent6>
      <a:hlink>
        <a:srgbClr val="658BD5"/>
      </a:hlink>
      <a:folHlink>
        <a:srgbClr val="9F69A3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渐变15">
      <a:dk1>
        <a:srgbClr val="000000"/>
      </a:dk1>
      <a:lt1>
        <a:srgbClr val="FFFFFF"/>
      </a:lt1>
      <a:dk2>
        <a:srgbClr val="F2F2F2"/>
      </a:dk2>
      <a:lt2>
        <a:srgbClr val="FFFFFF"/>
      </a:lt2>
      <a:accent1>
        <a:srgbClr val="4F4EFC"/>
      </a:accent1>
      <a:accent2>
        <a:srgbClr val="5B97FA"/>
      </a:accent2>
      <a:accent3>
        <a:srgbClr val="67DCFD"/>
      </a:accent3>
      <a:accent4>
        <a:srgbClr val="6CFDDC"/>
      </a:accent4>
      <a:accent5>
        <a:srgbClr val="6AFE9A"/>
      </a:accent5>
      <a:accent6>
        <a:srgbClr val="6AFF60"/>
      </a:accent6>
      <a:hlink>
        <a:srgbClr val="658BD5"/>
      </a:hlink>
      <a:folHlink>
        <a:srgbClr val="9F69A3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办公室主题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办公室主题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渐变15">
    <a:dk1>
      <a:srgbClr val="000000"/>
    </a:dk1>
    <a:lt1>
      <a:srgbClr val="FFFFFF"/>
    </a:lt1>
    <a:dk2>
      <a:srgbClr val="F2F2F2"/>
    </a:dk2>
    <a:lt2>
      <a:srgbClr val="FFFFFF"/>
    </a:lt2>
    <a:accent1>
      <a:srgbClr val="4F4EFC"/>
    </a:accent1>
    <a:accent2>
      <a:srgbClr val="5B97FA"/>
    </a:accent2>
    <a:accent3>
      <a:srgbClr val="67DCFD"/>
    </a:accent3>
    <a:accent4>
      <a:srgbClr val="6CFDDC"/>
    </a:accent4>
    <a:accent5>
      <a:srgbClr val="6AFE9A"/>
    </a:accent5>
    <a:accent6>
      <a:srgbClr val="6AFF60"/>
    </a:accent6>
    <a:hlink>
      <a:srgbClr val="658BD5"/>
    </a:hlink>
    <a:folHlink>
      <a:srgbClr val="9F69A3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TM03090430[[fn=带状]]</Template>
  <TotalTime>0</TotalTime>
  <Words>9256</Words>
  <Application>WPS 演示</Application>
  <PresentationFormat>自定义</PresentationFormat>
  <Paragraphs>370</Paragraphs>
  <Slides>26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38" baseType="lpstr">
      <vt:lpstr>Arial</vt:lpstr>
      <vt:lpstr>宋体</vt:lpstr>
      <vt:lpstr>Wingdings</vt:lpstr>
      <vt:lpstr>微软雅黑</vt:lpstr>
      <vt:lpstr>汉仪旗黑-75S</vt:lpstr>
      <vt:lpstr>汉仪旗黑-85S</vt:lpstr>
      <vt:lpstr>方正楷体简体</vt:lpstr>
      <vt:lpstr>方正姚体</vt:lpstr>
      <vt:lpstr>Arial Unicode MS</vt:lpstr>
      <vt:lpstr>Palatino Linotype</vt:lpstr>
      <vt:lpstr>2_Office 主题​​</vt:lpstr>
      <vt:lpstr>1_Office 主题​​</vt:lpstr>
      <vt:lpstr>OpenCV计算机视觉基础教程</vt:lpstr>
      <vt:lpstr>第3章  图形用户界面</vt:lpstr>
      <vt:lpstr>3.1 窗口控制</vt:lpstr>
      <vt:lpstr>3.1.1  创建和关闭窗口</vt:lpstr>
      <vt:lpstr>PowerPoint 演示文稿</vt:lpstr>
      <vt:lpstr>PowerPoint 演示文稿</vt:lpstr>
      <vt:lpstr>3.1.2  调整窗口大小</vt:lpstr>
      <vt:lpstr>3.2 绘图</vt:lpstr>
      <vt:lpstr>3.2.1  绘制直线</vt:lpstr>
      <vt:lpstr>PowerPoint 演示文稿</vt:lpstr>
      <vt:lpstr>3.2.2  绘制矩形</vt:lpstr>
      <vt:lpstr>3.2.3  绘制圆</vt:lpstr>
      <vt:lpstr>3.2.4  绘制椭圆</vt:lpstr>
      <vt:lpstr>3.2.5  绘制多边形</vt:lpstr>
      <vt:lpstr>3.2.6  绘制文本</vt:lpstr>
      <vt:lpstr>PowerPoint 演示文稿</vt:lpstr>
      <vt:lpstr>PowerPoint 演示文稿</vt:lpstr>
      <vt:lpstr>3.2.7  绘制箭头</vt:lpstr>
      <vt:lpstr>3.3 响应鼠标事件</vt:lpstr>
      <vt:lpstr>PowerPoint 演示文稿</vt:lpstr>
      <vt:lpstr>3.4 使用跟踪栏</vt:lpstr>
      <vt:lpstr>PowerPoint 演示文稿</vt:lpstr>
      <vt:lpstr>3.5 实验</vt:lpstr>
      <vt:lpstr>3.5.1 实验1：使用鼠标指针取点绘图</vt:lpstr>
      <vt:lpstr>3.5.2  实验2：使用跟踪栏选择通道图像</vt:lpstr>
      <vt:lpstr>谢谢观看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Python3基础教程</dc:title>
  <dc:creator>china xbg</dc:creator>
  <cp:lastModifiedBy>小新</cp:lastModifiedBy>
  <cp:revision>28</cp:revision>
  <dcterms:created xsi:type="dcterms:W3CDTF">2019-11-26T13:46:00Z</dcterms:created>
  <dcterms:modified xsi:type="dcterms:W3CDTF">2021-06-08T12:35:27Z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9CBD9D2472074812AD158735AE45062F</vt:lpwstr>
  </property>
  <property fmtid="{D5CDD505-2E9C-101B-9397-08002B2CF9AE}" pid="3" name="KSOProductBuildVer">
    <vt:lpwstr>2052-11.1.0.10577</vt:lpwstr>
  </property>
  <property fmtid="{D5CDD505-2E9C-101B-9397-08002B2CF9AE}" pid="4" name="KSOSaveFontToCloudKey">
    <vt:lpwstr>446885205_embed</vt:lpwstr>
  </property>
</Properties>
</file>