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3"/>
  </p:sldMasterIdLst>
  <p:notesMasterIdLst>
    <p:notesMasterId r:id="rId5"/>
  </p:notesMasterIdLst>
  <p:handoutMasterIdLst>
    <p:handoutMasterId r:id="rId55"/>
  </p:handoutMasterIdLst>
  <p:sldIdLst>
    <p:sldId id="257" r:id="rId4"/>
    <p:sldId id="275" r:id="rId6"/>
    <p:sldId id="324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88" r:id="rId15"/>
    <p:sldId id="333" r:id="rId16"/>
    <p:sldId id="334" r:id="rId17"/>
    <p:sldId id="335" r:id="rId18"/>
    <p:sldId id="336" r:id="rId19"/>
    <p:sldId id="337" r:id="rId20"/>
    <p:sldId id="338" r:id="rId21"/>
    <p:sldId id="339" r:id="rId22"/>
    <p:sldId id="340" r:id="rId23"/>
    <p:sldId id="325" r:id="rId24"/>
    <p:sldId id="342" r:id="rId25"/>
    <p:sldId id="343" r:id="rId26"/>
    <p:sldId id="344" r:id="rId27"/>
    <p:sldId id="353" r:id="rId28"/>
    <p:sldId id="345" r:id="rId29"/>
    <p:sldId id="346" r:id="rId30"/>
    <p:sldId id="347" r:id="rId31"/>
    <p:sldId id="348" r:id="rId32"/>
    <p:sldId id="349" r:id="rId33"/>
    <p:sldId id="350" r:id="rId34"/>
    <p:sldId id="351" r:id="rId35"/>
    <p:sldId id="352" r:id="rId36"/>
    <p:sldId id="362" r:id="rId37"/>
    <p:sldId id="363" r:id="rId38"/>
    <p:sldId id="364" r:id="rId39"/>
    <p:sldId id="365" r:id="rId40"/>
    <p:sldId id="366" r:id="rId41"/>
    <p:sldId id="367" r:id="rId42"/>
    <p:sldId id="368" r:id="rId43"/>
    <p:sldId id="369" r:id="rId44"/>
    <p:sldId id="371" r:id="rId45"/>
    <p:sldId id="372" r:id="rId46"/>
    <p:sldId id="375" r:id="rId47"/>
    <p:sldId id="373" r:id="rId48"/>
    <p:sldId id="374" r:id="rId49"/>
    <p:sldId id="370" r:id="rId50"/>
    <p:sldId id="376" r:id="rId51"/>
    <p:sldId id="356" r:id="rId52"/>
    <p:sldId id="357" r:id="rId53"/>
    <p:sldId id="387" r:id="rId5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15" autoAdjust="0"/>
  </p:normalViewPr>
  <p:slideViewPr>
    <p:cSldViewPr>
      <p:cViewPr varScale="1">
        <p:scale>
          <a:sx n="75" d="100"/>
          <a:sy n="75" d="100"/>
        </p:scale>
        <p:origin x="82" y="110"/>
      </p:cViewPr>
      <p:guideLst>
        <p:guide orient="horz" pos="2121"/>
        <p:guide orient="horz" pos="1026"/>
        <p:guide orient="horz" pos="3792"/>
        <p:guide orient="horz" pos="1170"/>
        <p:guide orient="horz" pos="3360"/>
        <p:guide orient="horz" pos="3072"/>
        <p:guide orient="horz" pos="864"/>
        <p:guide orient="horz" pos="557"/>
        <p:guide orient="horz" pos="2784"/>
        <p:guide pos="3839"/>
        <p:guide pos="959"/>
        <p:guide pos="7007"/>
        <p:guide pos="6719"/>
        <p:guide pos="6143"/>
        <p:guide pos="401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96"/>
      </p:cViewPr>
      <p:guideLst>
        <p:guide orient="horz" pos="2828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9" Type="http://schemas.openxmlformats.org/officeDocument/2006/relationships/commentAuthors" Target="commentAuthors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handoutMaster" Target="handoutMasters/handoutMaster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BE8D551-EAFC-440E-BE76-FE90AA8B3E59}" type="datetime1"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</a:fld>
            <a:endParaRPr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C119DBA-4540-49B3-8FA9-6259387ECF9E}" type="slidenum"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</a:fld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A1D97-EEB6-429B-AC02-D2212B4618C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3B36274-F2B9-4C45-BBB4-0EDF4CD651A7}" type="slidenum">
              <a:rPr lang="en-US" altLang="zh-CN" noProof="0" smtClean="0"/>
            </a:fld>
            <a:endParaRPr lang="en-US" altLang="zh-CN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3B36274-F2B9-4C45-BBB4-0EDF4CD651A7}" type="slidenum">
              <a:rPr lang="en-US" altLang="zh-CN" smtClean="0">
                <a:latin typeface="+mj-ea"/>
                <a:ea typeface="+mj-ea"/>
              </a:rPr>
            </a:fld>
            <a:endParaRPr lang="zh-CN" altLang="en-US" dirty="0">
              <a:latin typeface="+mj-ea"/>
              <a:ea typeface="+mj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36B37-480C-4C68-8BAA-2F772309D5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9" Type="http://schemas.openxmlformats.org/officeDocument/2006/relationships/tags" Target="../tags/tag67.xml"/><Relationship Id="rId68" Type="http://schemas.openxmlformats.org/officeDocument/2006/relationships/tags" Target="../tags/tag66.xml"/><Relationship Id="rId67" Type="http://schemas.openxmlformats.org/officeDocument/2006/relationships/tags" Target="../tags/tag65.xml"/><Relationship Id="rId66" Type="http://schemas.openxmlformats.org/officeDocument/2006/relationships/tags" Target="../tags/tag64.xml"/><Relationship Id="rId65" Type="http://schemas.openxmlformats.org/officeDocument/2006/relationships/tags" Target="../tags/tag63.xml"/><Relationship Id="rId64" Type="http://schemas.openxmlformats.org/officeDocument/2006/relationships/tags" Target="../tags/tag62.xml"/><Relationship Id="rId63" Type="http://schemas.openxmlformats.org/officeDocument/2006/relationships/tags" Target="../tags/tag61.xml"/><Relationship Id="rId62" Type="http://schemas.openxmlformats.org/officeDocument/2006/relationships/tags" Target="../tags/tag60.xml"/><Relationship Id="rId61" Type="http://schemas.openxmlformats.org/officeDocument/2006/relationships/tags" Target="../tags/tag59.xml"/><Relationship Id="rId60" Type="http://schemas.openxmlformats.org/officeDocument/2006/relationships/tags" Target="../tags/tag58.xml"/><Relationship Id="rId6" Type="http://schemas.openxmlformats.org/officeDocument/2006/relationships/tags" Target="../tags/tag4.xml"/><Relationship Id="rId59" Type="http://schemas.openxmlformats.org/officeDocument/2006/relationships/tags" Target="../tags/tag57.xml"/><Relationship Id="rId58" Type="http://schemas.openxmlformats.org/officeDocument/2006/relationships/tags" Target="../tags/tag56.xml"/><Relationship Id="rId57" Type="http://schemas.openxmlformats.org/officeDocument/2006/relationships/tags" Target="../tags/tag55.xml"/><Relationship Id="rId56" Type="http://schemas.openxmlformats.org/officeDocument/2006/relationships/tags" Target="../tags/tag54.xml"/><Relationship Id="rId55" Type="http://schemas.openxmlformats.org/officeDocument/2006/relationships/tags" Target="../tags/tag53.xml"/><Relationship Id="rId54" Type="http://schemas.openxmlformats.org/officeDocument/2006/relationships/tags" Target="../tags/tag52.xml"/><Relationship Id="rId53" Type="http://schemas.openxmlformats.org/officeDocument/2006/relationships/tags" Target="../tags/tag51.xml"/><Relationship Id="rId52" Type="http://schemas.openxmlformats.org/officeDocument/2006/relationships/tags" Target="../tags/tag50.xml"/><Relationship Id="rId51" Type="http://schemas.openxmlformats.org/officeDocument/2006/relationships/tags" Target="../tags/tag49.xml"/><Relationship Id="rId50" Type="http://schemas.openxmlformats.org/officeDocument/2006/relationships/tags" Target="../tags/tag48.xml"/><Relationship Id="rId5" Type="http://schemas.openxmlformats.org/officeDocument/2006/relationships/tags" Target="../tags/tag3.xml"/><Relationship Id="rId49" Type="http://schemas.openxmlformats.org/officeDocument/2006/relationships/tags" Target="../tags/tag47.xml"/><Relationship Id="rId48" Type="http://schemas.openxmlformats.org/officeDocument/2006/relationships/tags" Target="../tags/tag46.xml"/><Relationship Id="rId47" Type="http://schemas.openxmlformats.org/officeDocument/2006/relationships/tags" Target="../tags/tag45.xml"/><Relationship Id="rId46" Type="http://schemas.openxmlformats.org/officeDocument/2006/relationships/tags" Target="../tags/tag44.xml"/><Relationship Id="rId45" Type="http://schemas.openxmlformats.org/officeDocument/2006/relationships/tags" Target="../tags/tag43.xml"/><Relationship Id="rId44" Type="http://schemas.openxmlformats.org/officeDocument/2006/relationships/tags" Target="../tags/tag42.xml"/><Relationship Id="rId43" Type="http://schemas.openxmlformats.org/officeDocument/2006/relationships/tags" Target="../tags/tag41.xml"/><Relationship Id="rId42" Type="http://schemas.openxmlformats.org/officeDocument/2006/relationships/tags" Target="../tags/tag40.xml"/><Relationship Id="rId41" Type="http://schemas.openxmlformats.org/officeDocument/2006/relationships/tags" Target="../tags/tag39.xml"/><Relationship Id="rId40" Type="http://schemas.openxmlformats.org/officeDocument/2006/relationships/tags" Target="../tags/tag38.xml"/><Relationship Id="rId4" Type="http://schemas.openxmlformats.org/officeDocument/2006/relationships/tags" Target="../tags/tag2.xml"/><Relationship Id="rId39" Type="http://schemas.openxmlformats.org/officeDocument/2006/relationships/tags" Target="../tags/tag37.xml"/><Relationship Id="rId38" Type="http://schemas.openxmlformats.org/officeDocument/2006/relationships/tags" Target="../tags/tag36.xml"/><Relationship Id="rId37" Type="http://schemas.openxmlformats.org/officeDocument/2006/relationships/tags" Target="../tags/tag35.xml"/><Relationship Id="rId36" Type="http://schemas.openxmlformats.org/officeDocument/2006/relationships/tags" Target="../tags/tag34.xml"/><Relationship Id="rId35" Type="http://schemas.openxmlformats.org/officeDocument/2006/relationships/tags" Target="../tags/tag33.xml"/><Relationship Id="rId34" Type="http://schemas.openxmlformats.org/officeDocument/2006/relationships/tags" Target="../tags/tag32.xml"/><Relationship Id="rId33" Type="http://schemas.openxmlformats.org/officeDocument/2006/relationships/tags" Target="../tags/tag31.xml"/><Relationship Id="rId32" Type="http://schemas.openxmlformats.org/officeDocument/2006/relationships/tags" Target="../tags/tag30.xml"/><Relationship Id="rId31" Type="http://schemas.openxmlformats.org/officeDocument/2006/relationships/tags" Target="../tags/tag29.xml"/><Relationship Id="rId30" Type="http://schemas.openxmlformats.org/officeDocument/2006/relationships/tags" Target="../tags/tag28.xml"/><Relationship Id="rId3" Type="http://schemas.openxmlformats.org/officeDocument/2006/relationships/image" Target="../media/image1.jpeg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0" Type="http://schemas.openxmlformats.org/officeDocument/2006/relationships/tags" Target="../tags/tag190.xml"/><Relationship Id="rId7" Type="http://schemas.openxmlformats.org/officeDocument/2006/relationships/tags" Target="../tags/tag127.xml"/><Relationship Id="rId69" Type="http://schemas.openxmlformats.org/officeDocument/2006/relationships/tags" Target="../tags/tag189.xml"/><Relationship Id="rId68" Type="http://schemas.openxmlformats.org/officeDocument/2006/relationships/tags" Target="../tags/tag188.xml"/><Relationship Id="rId67" Type="http://schemas.openxmlformats.org/officeDocument/2006/relationships/tags" Target="../tags/tag187.xml"/><Relationship Id="rId66" Type="http://schemas.openxmlformats.org/officeDocument/2006/relationships/tags" Target="../tags/tag186.xml"/><Relationship Id="rId65" Type="http://schemas.openxmlformats.org/officeDocument/2006/relationships/tags" Target="../tags/tag185.xml"/><Relationship Id="rId64" Type="http://schemas.openxmlformats.org/officeDocument/2006/relationships/tags" Target="../tags/tag184.xml"/><Relationship Id="rId63" Type="http://schemas.openxmlformats.org/officeDocument/2006/relationships/tags" Target="../tags/tag183.xml"/><Relationship Id="rId62" Type="http://schemas.openxmlformats.org/officeDocument/2006/relationships/tags" Target="../tags/tag182.xml"/><Relationship Id="rId61" Type="http://schemas.openxmlformats.org/officeDocument/2006/relationships/tags" Target="../tags/tag181.xml"/><Relationship Id="rId60" Type="http://schemas.openxmlformats.org/officeDocument/2006/relationships/tags" Target="../tags/tag180.xml"/><Relationship Id="rId6" Type="http://schemas.openxmlformats.org/officeDocument/2006/relationships/tags" Target="../tags/tag126.xml"/><Relationship Id="rId59" Type="http://schemas.openxmlformats.org/officeDocument/2006/relationships/tags" Target="../tags/tag179.xml"/><Relationship Id="rId58" Type="http://schemas.openxmlformats.org/officeDocument/2006/relationships/tags" Target="../tags/tag178.xml"/><Relationship Id="rId57" Type="http://schemas.openxmlformats.org/officeDocument/2006/relationships/tags" Target="../tags/tag177.xml"/><Relationship Id="rId56" Type="http://schemas.openxmlformats.org/officeDocument/2006/relationships/tags" Target="../tags/tag176.xml"/><Relationship Id="rId55" Type="http://schemas.openxmlformats.org/officeDocument/2006/relationships/tags" Target="../tags/tag175.xml"/><Relationship Id="rId54" Type="http://schemas.openxmlformats.org/officeDocument/2006/relationships/tags" Target="../tags/tag174.xml"/><Relationship Id="rId53" Type="http://schemas.openxmlformats.org/officeDocument/2006/relationships/tags" Target="../tags/tag173.xml"/><Relationship Id="rId52" Type="http://schemas.openxmlformats.org/officeDocument/2006/relationships/tags" Target="../tags/tag172.xml"/><Relationship Id="rId51" Type="http://schemas.openxmlformats.org/officeDocument/2006/relationships/tags" Target="../tags/tag171.xml"/><Relationship Id="rId50" Type="http://schemas.openxmlformats.org/officeDocument/2006/relationships/tags" Target="../tags/tag170.xml"/><Relationship Id="rId5" Type="http://schemas.openxmlformats.org/officeDocument/2006/relationships/image" Target="../media/image2.jpeg"/><Relationship Id="rId49" Type="http://schemas.openxmlformats.org/officeDocument/2006/relationships/tags" Target="../tags/tag169.xml"/><Relationship Id="rId48" Type="http://schemas.openxmlformats.org/officeDocument/2006/relationships/tags" Target="../tags/tag168.xml"/><Relationship Id="rId47" Type="http://schemas.openxmlformats.org/officeDocument/2006/relationships/tags" Target="../tags/tag167.xml"/><Relationship Id="rId46" Type="http://schemas.openxmlformats.org/officeDocument/2006/relationships/tags" Target="../tags/tag166.xml"/><Relationship Id="rId45" Type="http://schemas.openxmlformats.org/officeDocument/2006/relationships/tags" Target="../tags/tag165.xml"/><Relationship Id="rId44" Type="http://schemas.openxmlformats.org/officeDocument/2006/relationships/tags" Target="../tags/tag164.xml"/><Relationship Id="rId43" Type="http://schemas.openxmlformats.org/officeDocument/2006/relationships/tags" Target="../tags/tag163.xml"/><Relationship Id="rId42" Type="http://schemas.openxmlformats.org/officeDocument/2006/relationships/tags" Target="../tags/tag162.xml"/><Relationship Id="rId41" Type="http://schemas.openxmlformats.org/officeDocument/2006/relationships/tags" Target="../tags/tag161.xml"/><Relationship Id="rId40" Type="http://schemas.openxmlformats.org/officeDocument/2006/relationships/tags" Target="../tags/tag160.xml"/><Relationship Id="rId4" Type="http://schemas.openxmlformats.org/officeDocument/2006/relationships/tags" Target="../tags/tag125.xml"/><Relationship Id="rId39" Type="http://schemas.openxmlformats.org/officeDocument/2006/relationships/tags" Target="../tags/tag159.xml"/><Relationship Id="rId38" Type="http://schemas.openxmlformats.org/officeDocument/2006/relationships/tags" Target="../tags/tag158.xml"/><Relationship Id="rId37" Type="http://schemas.openxmlformats.org/officeDocument/2006/relationships/tags" Target="../tags/tag157.xml"/><Relationship Id="rId36" Type="http://schemas.openxmlformats.org/officeDocument/2006/relationships/tags" Target="../tags/tag156.xml"/><Relationship Id="rId35" Type="http://schemas.openxmlformats.org/officeDocument/2006/relationships/tags" Target="../tags/tag155.xml"/><Relationship Id="rId34" Type="http://schemas.openxmlformats.org/officeDocument/2006/relationships/tags" Target="../tags/tag154.xml"/><Relationship Id="rId33" Type="http://schemas.openxmlformats.org/officeDocument/2006/relationships/tags" Target="../tags/tag153.xml"/><Relationship Id="rId32" Type="http://schemas.openxmlformats.org/officeDocument/2006/relationships/tags" Target="../tags/tag152.xml"/><Relationship Id="rId31" Type="http://schemas.openxmlformats.org/officeDocument/2006/relationships/tags" Target="../tags/tag151.xml"/><Relationship Id="rId30" Type="http://schemas.openxmlformats.org/officeDocument/2006/relationships/tags" Target="../tags/tag150.xml"/><Relationship Id="rId3" Type="http://schemas.openxmlformats.org/officeDocument/2006/relationships/image" Target="../media/image1.jpeg"/><Relationship Id="rId29" Type="http://schemas.openxmlformats.org/officeDocument/2006/relationships/tags" Target="../tags/tag149.xml"/><Relationship Id="rId28" Type="http://schemas.openxmlformats.org/officeDocument/2006/relationships/tags" Target="../tags/tag148.xml"/><Relationship Id="rId27" Type="http://schemas.openxmlformats.org/officeDocument/2006/relationships/tags" Target="../tags/tag147.xml"/><Relationship Id="rId26" Type="http://schemas.openxmlformats.org/officeDocument/2006/relationships/tags" Target="../tags/tag146.xml"/><Relationship Id="rId25" Type="http://schemas.openxmlformats.org/officeDocument/2006/relationships/tags" Target="../tags/tag145.xml"/><Relationship Id="rId24" Type="http://schemas.openxmlformats.org/officeDocument/2006/relationships/tags" Target="../tags/tag144.xml"/><Relationship Id="rId23" Type="http://schemas.openxmlformats.org/officeDocument/2006/relationships/tags" Target="../tags/tag143.xml"/><Relationship Id="rId22" Type="http://schemas.openxmlformats.org/officeDocument/2006/relationships/tags" Target="../tags/tag142.xml"/><Relationship Id="rId21" Type="http://schemas.openxmlformats.org/officeDocument/2006/relationships/tags" Target="../tags/tag141.xml"/><Relationship Id="rId20" Type="http://schemas.openxmlformats.org/officeDocument/2006/relationships/tags" Target="../tags/tag140.xml"/><Relationship Id="rId2" Type="http://schemas.openxmlformats.org/officeDocument/2006/relationships/tags" Target="../tags/tag124.xml"/><Relationship Id="rId19" Type="http://schemas.openxmlformats.org/officeDocument/2006/relationships/tags" Target="../tags/tag139.xml"/><Relationship Id="rId18" Type="http://schemas.openxmlformats.org/officeDocument/2006/relationships/tags" Target="../tags/tag138.xml"/><Relationship Id="rId17" Type="http://schemas.openxmlformats.org/officeDocument/2006/relationships/tags" Target="../tags/tag137.xml"/><Relationship Id="rId16" Type="http://schemas.openxmlformats.org/officeDocument/2006/relationships/tags" Target="../tags/tag136.xml"/><Relationship Id="rId15" Type="http://schemas.openxmlformats.org/officeDocument/2006/relationships/tags" Target="../tags/tag135.xml"/><Relationship Id="rId14" Type="http://schemas.openxmlformats.org/officeDocument/2006/relationships/tags" Target="../tags/tag134.xml"/><Relationship Id="rId13" Type="http://schemas.openxmlformats.org/officeDocument/2006/relationships/tags" Target="../tags/tag133.xml"/><Relationship Id="rId12" Type="http://schemas.openxmlformats.org/officeDocument/2006/relationships/tags" Target="../tags/tag132.xml"/><Relationship Id="rId11" Type="http://schemas.openxmlformats.org/officeDocument/2006/relationships/tags" Target="../tags/tag131.xml"/><Relationship Id="rId10" Type="http://schemas.openxmlformats.org/officeDocument/2006/relationships/tags" Target="../tags/tag130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201.xml"/><Relationship Id="rId6" Type="http://schemas.openxmlformats.org/officeDocument/2006/relationships/tags" Target="../tags/tag200.xml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0" Type="http://schemas.openxmlformats.org/officeDocument/2006/relationships/tags" Target="../tags/tag210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18.xml"/><Relationship Id="rId8" Type="http://schemas.openxmlformats.org/officeDocument/2006/relationships/tags" Target="../tags/tag217.xml"/><Relationship Id="rId7" Type="http://schemas.openxmlformats.org/officeDocument/2006/relationships/tags" Target="../tags/tag216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0" Type="http://schemas.openxmlformats.org/officeDocument/2006/relationships/tags" Target="../tags/tag219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227.xml"/><Relationship Id="rId8" Type="http://schemas.openxmlformats.org/officeDocument/2006/relationships/tags" Target="../tags/tag226.xml"/><Relationship Id="rId7" Type="http://schemas.openxmlformats.org/officeDocument/2006/relationships/tags" Target="../tags/tag225.xml"/><Relationship Id="rId6" Type="http://schemas.openxmlformats.org/officeDocument/2006/relationships/tags" Target="../tags/tag224.xml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1" Type="http://schemas.openxmlformats.org/officeDocument/2006/relationships/tags" Target="../tags/tag237.xml"/><Relationship Id="rId10" Type="http://schemas.openxmlformats.org/officeDocument/2006/relationships/tags" Target="../tags/tag236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45.xml"/><Relationship Id="rId8" Type="http://schemas.openxmlformats.org/officeDocument/2006/relationships/tags" Target="../tags/tag244.xml"/><Relationship Id="rId7" Type="http://schemas.openxmlformats.org/officeDocument/2006/relationships/tags" Target="../tags/tag243.xml"/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258.xml"/><Relationship Id="rId8" Type="http://schemas.openxmlformats.org/officeDocument/2006/relationships/tags" Target="../tags/tag257.xml"/><Relationship Id="rId7" Type="http://schemas.openxmlformats.org/officeDocument/2006/relationships/tags" Target="../tags/tag256.xml"/><Relationship Id="rId69" Type="http://schemas.openxmlformats.org/officeDocument/2006/relationships/tags" Target="../tags/tag318.xml"/><Relationship Id="rId68" Type="http://schemas.openxmlformats.org/officeDocument/2006/relationships/tags" Target="../tags/tag317.xml"/><Relationship Id="rId67" Type="http://schemas.openxmlformats.org/officeDocument/2006/relationships/tags" Target="../tags/tag316.xml"/><Relationship Id="rId66" Type="http://schemas.openxmlformats.org/officeDocument/2006/relationships/tags" Target="../tags/tag315.xml"/><Relationship Id="rId65" Type="http://schemas.openxmlformats.org/officeDocument/2006/relationships/tags" Target="../tags/tag314.xml"/><Relationship Id="rId64" Type="http://schemas.openxmlformats.org/officeDocument/2006/relationships/tags" Target="../tags/tag313.xml"/><Relationship Id="rId63" Type="http://schemas.openxmlformats.org/officeDocument/2006/relationships/tags" Target="../tags/tag312.xml"/><Relationship Id="rId62" Type="http://schemas.openxmlformats.org/officeDocument/2006/relationships/tags" Target="../tags/tag311.xml"/><Relationship Id="rId61" Type="http://schemas.openxmlformats.org/officeDocument/2006/relationships/tags" Target="../tags/tag310.xml"/><Relationship Id="rId60" Type="http://schemas.openxmlformats.org/officeDocument/2006/relationships/tags" Target="../tags/tag309.xml"/><Relationship Id="rId6" Type="http://schemas.openxmlformats.org/officeDocument/2006/relationships/tags" Target="../tags/tag255.xml"/><Relationship Id="rId59" Type="http://schemas.openxmlformats.org/officeDocument/2006/relationships/tags" Target="../tags/tag308.xml"/><Relationship Id="rId58" Type="http://schemas.openxmlformats.org/officeDocument/2006/relationships/tags" Target="../tags/tag307.xml"/><Relationship Id="rId57" Type="http://schemas.openxmlformats.org/officeDocument/2006/relationships/tags" Target="../tags/tag306.xml"/><Relationship Id="rId56" Type="http://schemas.openxmlformats.org/officeDocument/2006/relationships/tags" Target="../tags/tag305.xml"/><Relationship Id="rId55" Type="http://schemas.openxmlformats.org/officeDocument/2006/relationships/tags" Target="../tags/tag304.xml"/><Relationship Id="rId54" Type="http://schemas.openxmlformats.org/officeDocument/2006/relationships/tags" Target="../tags/tag303.xml"/><Relationship Id="rId53" Type="http://schemas.openxmlformats.org/officeDocument/2006/relationships/tags" Target="../tags/tag302.xml"/><Relationship Id="rId52" Type="http://schemas.openxmlformats.org/officeDocument/2006/relationships/tags" Target="../tags/tag301.xml"/><Relationship Id="rId51" Type="http://schemas.openxmlformats.org/officeDocument/2006/relationships/tags" Target="../tags/tag300.xml"/><Relationship Id="rId50" Type="http://schemas.openxmlformats.org/officeDocument/2006/relationships/tags" Target="../tags/tag299.xml"/><Relationship Id="rId5" Type="http://schemas.openxmlformats.org/officeDocument/2006/relationships/tags" Target="../tags/tag254.xml"/><Relationship Id="rId49" Type="http://schemas.openxmlformats.org/officeDocument/2006/relationships/tags" Target="../tags/tag298.xml"/><Relationship Id="rId48" Type="http://schemas.openxmlformats.org/officeDocument/2006/relationships/tags" Target="../tags/tag297.xml"/><Relationship Id="rId47" Type="http://schemas.openxmlformats.org/officeDocument/2006/relationships/tags" Target="../tags/tag296.xml"/><Relationship Id="rId46" Type="http://schemas.openxmlformats.org/officeDocument/2006/relationships/tags" Target="../tags/tag295.xml"/><Relationship Id="rId45" Type="http://schemas.openxmlformats.org/officeDocument/2006/relationships/tags" Target="../tags/tag294.xml"/><Relationship Id="rId44" Type="http://schemas.openxmlformats.org/officeDocument/2006/relationships/tags" Target="../tags/tag293.xml"/><Relationship Id="rId43" Type="http://schemas.openxmlformats.org/officeDocument/2006/relationships/tags" Target="../tags/tag292.xml"/><Relationship Id="rId42" Type="http://schemas.openxmlformats.org/officeDocument/2006/relationships/tags" Target="../tags/tag291.xml"/><Relationship Id="rId41" Type="http://schemas.openxmlformats.org/officeDocument/2006/relationships/tags" Target="../tags/tag290.xml"/><Relationship Id="rId40" Type="http://schemas.openxmlformats.org/officeDocument/2006/relationships/tags" Target="../tags/tag289.xml"/><Relationship Id="rId4" Type="http://schemas.openxmlformats.org/officeDocument/2006/relationships/tags" Target="../tags/tag253.xml"/><Relationship Id="rId39" Type="http://schemas.openxmlformats.org/officeDocument/2006/relationships/tags" Target="../tags/tag288.xml"/><Relationship Id="rId38" Type="http://schemas.openxmlformats.org/officeDocument/2006/relationships/tags" Target="../tags/tag287.xml"/><Relationship Id="rId37" Type="http://schemas.openxmlformats.org/officeDocument/2006/relationships/tags" Target="../tags/tag286.xml"/><Relationship Id="rId36" Type="http://schemas.openxmlformats.org/officeDocument/2006/relationships/tags" Target="../tags/tag285.xml"/><Relationship Id="rId35" Type="http://schemas.openxmlformats.org/officeDocument/2006/relationships/tags" Target="../tags/tag284.xml"/><Relationship Id="rId34" Type="http://schemas.openxmlformats.org/officeDocument/2006/relationships/tags" Target="../tags/tag283.xml"/><Relationship Id="rId33" Type="http://schemas.openxmlformats.org/officeDocument/2006/relationships/tags" Target="../tags/tag282.xml"/><Relationship Id="rId32" Type="http://schemas.openxmlformats.org/officeDocument/2006/relationships/tags" Target="../tags/tag281.xml"/><Relationship Id="rId31" Type="http://schemas.openxmlformats.org/officeDocument/2006/relationships/tags" Target="../tags/tag280.xml"/><Relationship Id="rId30" Type="http://schemas.openxmlformats.org/officeDocument/2006/relationships/tags" Target="../tags/tag279.xml"/><Relationship Id="rId3" Type="http://schemas.openxmlformats.org/officeDocument/2006/relationships/image" Target="../media/image1.jpeg"/><Relationship Id="rId29" Type="http://schemas.openxmlformats.org/officeDocument/2006/relationships/tags" Target="../tags/tag278.xml"/><Relationship Id="rId28" Type="http://schemas.openxmlformats.org/officeDocument/2006/relationships/tags" Target="../tags/tag277.xml"/><Relationship Id="rId27" Type="http://schemas.openxmlformats.org/officeDocument/2006/relationships/tags" Target="../tags/tag276.xml"/><Relationship Id="rId26" Type="http://schemas.openxmlformats.org/officeDocument/2006/relationships/tags" Target="../tags/tag275.xml"/><Relationship Id="rId25" Type="http://schemas.openxmlformats.org/officeDocument/2006/relationships/tags" Target="../tags/tag274.xml"/><Relationship Id="rId24" Type="http://schemas.openxmlformats.org/officeDocument/2006/relationships/tags" Target="../tags/tag273.xml"/><Relationship Id="rId23" Type="http://schemas.openxmlformats.org/officeDocument/2006/relationships/tags" Target="../tags/tag272.xml"/><Relationship Id="rId22" Type="http://schemas.openxmlformats.org/officeDocument/2006/relationships/tags" Target="../tags/tag271.xml"/><Relationship Id="rId21" Type="http://schemas.openxmlformats.org/officeDocument/2006/relationships/tags" Target="../tags/tag270.xml"/><Relationship Id="rId20" Type="http://schemas.openxmlformats.org/officeDocument/2006/relationships/tags" Target="../tags/tag269.xml"/><Relationship Id="rId2" Type="http://schemas.openxmlformats.org/officeDocument/2006/relationships/tags" Target="../tags/tag252.xml"/><Relationship Id="rId19" Type="http://schemas.openxmlformats.org/officeDocument/2006/relationships/tags" Target="../tags/tag268.xml"/><Relationship Id="rId18" Type="http://schemas.openxmlformats.org/officeDocument/2006/relationships/tags" Target="../tags/tag267.xml"/><Relationship Id="rId17" Type="http://schemas.openxmlformats.org/officeDocument/2006/relationships/tags" Target="../tags/tag266.xml"/><Relationship Id="rId16" Type="http://schemas.openxmlformats.org/officeDocument/2006/relationships/tags" Target="../tags/tag265.xml"/><Relationship Id="rId15" Type="http://schemas.openxmlformats.org/officeDocument/2006/relationships/tags" Target="../tags/tag264.xml"/><Relationship Id="rId14" Type="http://schemas.openxmlformats.org/officeDocument/2006/relationships/tags" Target="../tags/tag263.xml"/><Relationship Id="rId13" Type="http://schemas.openxmlformats.org/officeDocument/2006/relationships/tags" Target="../tags/tag262.xml"/><Relationship Id="rId12" Type="http://schemas.openxmlformats.org/officeDocument/2006/relationships/tags" Target="../tags/tag261.xml"/><Relationship Id="rId11" Type="http://schemas.openxmlformats.org/officeDocument/2006/relationships/tags" Target="../tags/tag260.xml"/><Relationship Id="rId10" Type="http://schemas.openxmlformats.org/officeDocument/2006/relationships/tags" Target="../tags/tag25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324.xml"/><Relationship Id="rId6" Type="http://schemas.openxmlformats.org/officeDocument/2006/relationships/tags" Target="../tags/tag323.xml"/><Relationship Id="rId5" Type="http://schemas.openxmlformats.org/officeDocument/2006/relationships/tags" Target="../tags/tag322.xml"/><Relationship Id="rId4" Type="http://schemas.openxmlformats.org/officeDocument/2006/relationships/tags" Target="../tags/tag321.xml"/><Relationship Id="rId3" Type="http://schemas.openxmlformats.org/officeDocument/2006/relationships/tags" Target="../tags/tag320.xml"/><Relationship Id="rId2" Type="http://schemas.openxmlformats.org/officeDocument/2006/relationships/tags" Target="../tags/tag31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332.xml"/><Relationship Id="rId8" Type="http://schemas.openxmlformats.org/officeDocument/2006/relationships/tags" Target="../tags/tag331.xml"/><Relationship Id="rId7" Type="http://schemas.openxmlformats.org/officeDocument/2006/relationships/tags" Target="../tags/tag330.xml"/><Relationship Id="rId6" Type="http://schemas.openxmlformats.org/officeDocument/2006/relationships/tags" Target="../tags/tag329.xml"/><Relationship Id="rId5" Type="http://schemas.openxmlformats.org/officeDocument/2006/relationships/tags" Target="../tags/tag328.xml"/><Relationship Id="rId4" Type="http://schemas.openxmlformats.org/officeDocument/2006/relationships/tags" Target="../tags/tag327.xml"/><Relationship Id="rId3" Type="http://schemas.openxmlformats.org/officeDocument/2006/relationships/tags" Target="../tags/tag326.xml"/><Relationship Id="rId2" Type="http://schemas.openxmlformats.org/officeDocument/2006/relationships/tags" Target="../tags/tag32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339.xml"/><Relationship Id="rId7" Type="http://schemas.openxmlformats.org/officeDocument/2006/relationships/tags" Target="../tags/tag338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347.xml"/><Relationship Id="rId8" Type="http://schemas.openxmlformats.org/officeDocument/2006/relationships/tags" Target="../tags/tag346.xml"/><Relationship Id="rId7" Type="http://schemas.openxmlformats.org/officeDocument/2006/relationships/tags" Target="../tags/tag345.xml"/><Relationship Id="rId6" Type="http://schemas.openxmlformats.org/officeDocument/2006/relationships/tags" Target="../tags/tag344.xml"/><Relationship Id="rId5" Type="http://schemas.openxmlformats.org/officeDocument/2006/relationships/tags" Target="../tags/tag343.xml"/><Relationship Id="rId4" Type="http://schemas.openxmlformats.org/officeDocument/2006/relationships/tags" Target="../tags/tag342.xml"/><Relationship Id="rId3" Type="http://schemas.openxmlformats.org/officeDocument/2006/relationships/tags" Target="../tags/tag341.xml"/><Relationship Id="rId2" Type="http://schemas.openxmlformats.org/officeDocument/2006/relationships/tags" Target="../tags/tag340.xml"/><Relationship Id="rId10" Type="http://schemas.openxmlformats.org/officeDocument/2006/relationships/tags" Target="../tags/tag348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6" Type="http://schemas.openxmlformats.org/officeDocument/2006/relationships/tags" Target="../tags/tag353.xml"/><Relationship Id="rId5" Type="http://schemas.openxmlformats.org/officeDocument/2006/relationships/tags" Target="../tags/tag352.xml"/><Relationship Id="rId4" Type="http://schemas.openxmlformats.org/officeDocument/2006/relationships/tags" Target="../tags/tag351.xml"/><Relationship Id="rId3" Type="http://schemas.openxmlformats.org/officeDocument/2006/relationships/tags" Target="../tags/tag350.xml"/><Relationship Id="rId2" Type="http://schemas.openxmlformats.org/officeDocument/2006/relationships/tags" Target="../tags/tag349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4" Type="http://schemas.openxmlformats.org/officeDocument/2006/relationships/tags" Target="../tags/tag356.xml"/><Relationship Id="rId3" Type="http://schemas.openxmlformats.org/officeDocument/2006/relationships/tags" Target="../tags/tag355.xml"/><Relationship Id="rId2" Type="http://schemas.openxmlformats.org/officeDocument/2006/relationships/tags" Target="../tags/tag354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363.xml"/><Relationship Id="rId7" Type="http://schemas.openxmlformats.org/officeDocument/2006/relationships/tags" Target="../tags/tag362.xml"/><Relationship Id="rId6" Type="http://schemas.openxmlformats.org/officeDocument/2006/relationships/tags" Target="../tags/tag361.xml"/><Relationship Id="rId5" Type="http://schemas.openxmlformats.org/officeDocument/2006/relationships/tags" Target="../tags/tag360.xml"/><Relationship Id="rId4" Type="http://schemas.openxmlformats.org/officeDocument/2006/relationships/tags" Target="../tags/tag359.xml"/><Relationship Id="rId3" Type="http://schemas.openxmlformats.org/officeDocument/2006/relationships/tags" Target="../tags/tag358.xml"/><Relationship Id="rId2" Type="http://schemas.openxmlformats.org/officeDocument/2006/relationships/tags" Target="../tags/tag357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369.xml"/><Relationship Id="rId6" Type="http://schemas.openxmlformats.org/officeDocument/2006/relationships/tags" Target="../tags/tag368.xml"/><Relationship Id="rId5" Type="http://schemas.openxmlformats.org/officeDocument/2006/relationships/tags" Target="../tags/tag367.xml"/><Relationship Id="rId4" Type="http://schemas.openxmlformats.org/officeDocument/2006/relationships/tags" Target="../tags/tag366.xml"/><Relationship Id="rId3" Type="http://schemas.openxmlformats.org/officeDocument/2006/relationships/tags" Target="../tags/tag365.xml"/><Relationship Id="rId2" Type="http://schemas.openxmlformats.org/officeDocument/2006/relationships/tags" Target="../tags/tag364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374.xml"/><Relationship Id="rId5" Type="http://schemas.openxmlformats.org/officeDocument/2006/relationships/tags" Target="../tags/tag373.xml"/><Relationship Id="rId4" Type="http://schemas.openxmlformats.org/officeDocument/2006/relationships/tags" Target="../tags/tag372.xml"/><Relationship Id="rId3" Type="http://schemas.openxmlformats.org/officeDocument/2006/relationships/tags" Target="../tags/tag371.xml"/><Relationship Id="rId2" Type="http://schemas.openxmlformats.org/officeDocument/2006/relationships/tags" Target="../tags/tag370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380.xml"/><Relationship Id="rId8" Type="http://schemas.openxmlformats.org/officeDocument/2006/relationships/tags" Target="../tags/tag379.xml"/><Relationship Id="rId70" Type="http://schemas.openxmlformats.org/officeDocument/2006/relationships/tags" Target="../tags/tag441.xml"/><Relationship Id="rId7" Type="http://schemas.openxmlformats.org/officeDocument/2006/relationships/tags" Target="../tags/tag378.xml"/><Relationship Id="rId69" Type="http://schemas.openxmlformats.org/officeDocument/2006/relationships/tags" Target="../tags/tag440.xml"/><Relationship Id="rId68" Type="http://schemas.openxmlformats.org/officeDocument/2006/relationships/tags" Target="../tags/tag439.xml"/><Relationship Id="rId67" Type="http://schemas.openxmlformats.org/officeDocument/2006/relationships/tags" Target="../tags/tag438.xml"/><Relationship Id="rId66" Type="http://schemas.openxmlformats.org/officeDocument/2006/relationships/tags" Target="../tags/tag437.xml"/><Relationship Id="rId65" Type="http://schemas.openxmlformats.org/officeDocument/2006/relationships/tags" Target="../tags/tag436.xml"/><Relationship Id="rId64" Type="http://schemas.openxmlformats.org/officeDocument/2006/relationships/tags" Target="../tags/tag435.xml"/><Relationship Id="rId63" Type="http://schemas.openxmlformats.org/officeDocument/2006/relationships/tags" Target="../tags/tag434.xml"/><Relationship Id="rId62" Type="http://schemas.openxmlformats.org/officeDocument/2006/relationships/tags" Target="../tags/tag433.xml"/><Relationship Id="rId61" Type="http://schemas.openxmlformats.org/officeDocument/2006/relationships/tags" Target="../tags/tag432.xml"/><Relationship Id="rId60" Type="http://schemas.openxmlformats.org/officeDocument/2006/relationships/tags" Target="../tags/tag431.xml"/><Relationship Id="rId6" Type="http://schemas.openxmlformats.org/officeDocument/2006/relationships/tags" Target="../tags/tag377.xml"/><Relationship Id="rId59" Type="http://schemas.openxmlformats.org/officeDocument/2006/relationships/tags" Target="../tags/tag430.xml"/><Relationship Id="rId58" Type="http://schemas.openxmlformats.org/officeDocument/2006/relationships/tags" Target="../tags/tag429.xml"/><Relationship Id="rId57" Type="http://schemas.openxmlformats.org/officeDocument/2006/relationships/tags" Target="../tags/tag428.xml"/><Relationship Id="rId56" Type="http://schemas.openxmlformats.org/officeDocument/2006/relationships/tags" Target="../tags/tag427.xml"/><Relationship Id="rId55" Type="http://schemas.openxmlformats.org/officeDocument/2006/relationships/tags" Target="../tags/tag426.xml"/><Relationship Id="rId54" Type="http://schemas.openxmlformats.org/officeDocument/2006/relationships/tags" Target="../tags/tag425.xml"/><Relationship Id="rId53" Type="http://schemas.openxmlformats.org/officeDocument/2006/relationships/tags" Target="../tags/tag424.xml"/><Relationship Id="rId52" Type="http://schemas.openxmlformats.org/officeDocument/2006/relationships/tags" Target="../tags/tag423.xml"/><Relationship Id="rId51" Type="http://schemas.openxmlformats.org/officeDocument/2006/relationships/tags" Target="../tags/tag422.xml"/><Relationship Id="rId50" Type="http://schemas.openxmlformats.org/officeDocument/2006/relationships/tags" Target="../tags/tag421.xml"/><Relationship Id="rId5" Type="http://schemas.openxmlformats.org/officeDocument/2006/relationships/image" Target="../media/image2.jpeg"/><Relationship Id="rId49" Type="http://schemas.openxmlformats.org/officeDocument/2006/relationships/tags" Target="../tags/tag420.xml"/><Relationship Id="rId48" Type="http://schemas.openxmlformats.org/officeDocument/2006/relationships/tags" Target="../tags/tag419.xml"/><Relationship Id="rId47" Type="http://schemas.openxmlformats.org/officeDocument/2006/relationships/tags" Target="../tags/tag418.xml"/><Relationship Id="rId46" Type="http://schemas.openxmlformats.org/officeDocument/2006/relationships/tags" Target="../tags/tag417.xml"/><Relationship Id="rId45" Type="http://schemas.openxmlformats.org/officeDocument/2006/relationships/tags" Target="../tags/tag416.xml"/><Relationship Id="rId44" Type="http://schemas.openxmlformats.org/officeDocument/2006/relationships/tags" Target="../tags/tag415.xml"/><Relationship Id="rId43" Type="http://schemas.openxmlformats.org/officeDocument/2006/relationships/tags" Target="../tags/tag414.xml"/><Relationship Id="rId42" Type="http://schemas.openxmlformats.org/officeDocument/2006/relationships/tags" Target="../tags/tag413.xml"/><Relationship Id="rId41" Type="http://schemas.openxmlformats.org/officeDocument/2006/relationships/tags" Target="../tags/tag412.xml"/><Relationship Id="rId40" Type="http://schemas.openxmlformats.org/officeDocument/2006/relationships/tags" Target="../tags/tag411.xml"/><Relationship Id="rId4" Type="http://schemas.openxmlformats.org/officeDocument/2006/relationships/tags" Target="../tags/tag376.xml"/><Relationship Id="rId39" Type="http://schemas.openxmlformats.org/officeDocument/2006/relationships/tags" Target="../tags/tag410.xml"/><Relationship Id="rId38" Type="http://schemas.openxmlformats.org/officeDocument/2006/relationships/tags" Target="../tags/tag409.xml"/><Relationship Id="rId37" Type="http://schemas.openxmlformats.org/officeDocument/2006/relationships/tags" Target="../tags/tag408.xml"/><Relationship Id="rId36" Type="http://schemas.openxmlformats.org/officeDocument/2006/relationships/tags" Target="../tags/tag407.xml"/><Relationship Id="rId35" Type="http://schemas.openxmlformats.org/officeDocument/2006/relationships/tags" Target="../tags/tag406.xml"/><Relationship Id="rId34" Type="http://schemas.openxmlformats.org/officeDocument/2006/relationships/tags" Target="../tags/tag405.xml"/><Relationship Id="rId33" Type="http://schemas.openxmlformats.org/officeDocument/2006/relationships/tags" Target="../tags/tag404.xml"/><Relationship Id="rId32" Type="http://schemas.openxmlformats.org/officeDocument/2006/relationships/tags" Target="../tags/tag403.xml"/><Relationship Id="rId31" Type="http://schemas.openxmlformats.org/officeDocument/2006/relationships/tags" Target="../tags/tag402.xml"/><Relationship Id="rId30" Type="http://schemas.openxmlformats.org/officeDocument/2006/relationships/tags" Target="../tags/tag401.xml"/><Relationship Id="rId3" Type="http://schemas.openxmlformats.org/officeDocument/2006/relationships/image" Target="../media/image1.jpeg"/><Relationship Id="rId29" Type="http://schemas.openxmlformats.org/officeDocument/2006/relationships/tags" Target="../tags/tag400.xml"/><Relationship Id="rId28" Type="http://schemas.openxmlformats.org/officeDocument/2006/relationships/tags" Target="../tags/tag399.xml"/><Relationship Id="rId27" Type="http://schemas.openxmlformats.org/officeDocument/2006/relationships/tags" Target="../tags/tag398.xml"/><Relationship Id="rId26" Type="http://schemas.openxmlformats.org/officeDocument/2006/relationships/tags" Target="../tags/tag397.xml"/><Relationship Id="rId25" Type="http://schemas.openxmlformats.org/officeDocument/2006/relationships/tags" Target="../tags/tag396.xml"/><Relationship Id="rId24" Type="http://schemas.openxmlformats.org/officeDocument/2006/relationships/tags" Target="../tags/tag395.xml"/><Relationship Id="rId23" Type="http://schemas.openxmlformats.org/officeDocument/2006/relationships/tags" Target="../tags/tag394.xml"/><Relationship Id="rId22" Type="http://schemas.openxmlformats.org/officeDocument/2006/relationships/tags" Target="../tags/tag393.xml"/><Relationship Id="rId21" Type="http://schemas.openxmlformats.org/officeDocument/2006/relationships/tags" Target="../tags/tag392.xml"/><Relationship Id="rId20" Type="http://schemas.openxmlformats.org/officeDocument/2006/relationships/tags" Target="../tags/tag391.xml"/><Relationship Id="rId2" Type="http://schemas.openxmlformats.org/officeDocument/2006/relationships/tags" Target="../tags/tag375.xml"/><Relationship Id="rId19" Type="http://schemas.openxmlformats.org/officeDocument/2006/relationships/tags" Target="../tags/tag390.xml"/><Relationship Id="rId18" Type="http://schemas.openxmlformats.org/officeDocument/2006/relationships/tags" Target="../tags/tag389.xml"/><Relationship Id="rId17" Type="http://schemas.openxmlformats.org/officeDocument/2006/relationships/tags" Target="../tags/tag388.xml"/><Relationship Id="rId16" Type="http://schemas.openxmlformats.org/officeDocument/2006/relationships/tags" Target="../tags/tag387.xml"/><Relationship Id="rId15" Type="http://schemas.openxmlformats.org/officeDocument/2006/relationships/tags" Target="../tags/tag386.xml"/><Relationship Id="rId14" Type="http://schemas.openxmlformats.org/officeDocument/2006/relationships/tags" Target="../tags/tag385.xml"/><Relationship Id="rId13" Type="http://schemas.openxmlformats.org/officeDocument/2006/relationships/tags" Target="../tags/tag384.xml"/><Relationship Id="rId12" Type="http://schemas.openxmlformats.org/officeDocument/2006/relationships/tags" Target="../tags/tag383.xml"/><Relationship Id="rId11" Type="http://schemas.openxmlformats.org/officeDocument/2006/relationships/tags" Target="../tags/tag382.xml"/><Relationship Id="rId10" Type="http://schemas.openxmlformats.org/officeDocument/2006/relationships/tags" Target="../tags/tag381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446.xml"/><Relationship Id="rId5" Type="http://schemas.openxmlformats.org/officeDocument/2006/relationships/tags" Target="../tags/tag445.xml"/><Relationship Id="rId4" Type="http://schemas.openxmlformats.org/officeDocument/2006/relationships/tags" Target="../tags/tag444.xml"/><Relationship Id="rId3" Type="http://schemas.openxmlformats.org/officeDocument/2006/relationships/tags" Target="../tags/tag443.xml"/><Relationship Id="rId2" Type="http://schemas.openxmlformats.org/officeDocument/2006/relationships/tags" Target="../tags/tag442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" Type="http://schemas.openxmlformats.org/officeDocument/2006/relationships/tags" Target="../tags/tag447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460.xml"/><Relationship Id="rId8" Type="http://schemas.openxmlformats.org/officeDocument/2006/relationships/tags" Target="../tags/tag459.xml"/><Relationship Id="rId7" Type="http://schemas.openxmlformats.org/officeDocument/2006/relationships/tags" Target="../tags/tag458.xml"/><Relationship Id="rId6" Type="http://schemas.openxmlformats.org/officeDocument/2006/relationships/tags" Target="../tags/tag457.xml"/><Relationship Id="rId5" Type="http://schemas.openxmlformats.org/officeDocument/2006/relationships/tags" Target="../tags/tag456.xml"/><Relationship Id="rId4" Type="http://schemas.openxmlformats.org/officeDocument/2006/relationships/tags" Target="../tags/tag455.xml"/><Relationship Id="rId3" Type="http://schemas.openxmlformats.org/officeDocument/2006/relationships/tags" Target="../tags/tag454.xml"/><Relationship Id="rId2" Type="http://schemas.openxmlformats.org/officeDocument/2006/relationships/tags" Target="../tags/tag453.xml"/><Relationship Id="rId10" Type="http://schemas.openxmlformats.org/officeDocument/2006/relationships/tags" Target="../tags/tag461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469.xml"/><Relationship Id="rId8" Type="http://schemas.openxmlformats.org/officeDocument/2006/relationships/tags" Target="../tags/tag468.xml"/><Relationship Id="rId7" Type="http://schemas.openxmlformats.org/officeDocument/2006/relationships/tags" Target="../tags/tag467.xml"/><Relationship Id="rId6" Type="http://schemas.openxmlformats.org/officeDocument/2006/relationships/tags" Target="../tags/tag466.xml"/><Relationship Id="rId5" Type="http://schemas.openxmlformats.org/officeDocument/2006/relationships/tags" Target="../tags/tag465.xml"/><Relationship Id="rId4" Type="http://schemas.openxmlformats.org/officeDocument/2006/relationships/tags" Target="../tags/tag464.xml"/><Relationship Id="rId3" Type="http://schemas.openxmlformats.org/officeDocument/2006/relationships/tags" Target="../tags/tag463.xml"/><Relationship Id="rId2" Type="http://schemas.openxmlformats.org/officeDocument/2006/relationships/tags" Target="../tags/tag462.xml"/><Relationship Id="rId10" Type="http://schemas.openxmlformats.org/officeDocument/2006/relationships/tags" Target="../tags/tag470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478.xml"/><Relationship Id="rId8" Type="http://schemas.openxmlformats.org/officeDocument/2006/relationships/tags" Target="../tags/tag477.xml"/><Relationship Id="rId7" Type="http://schemas.openxmlformats.org/officeDocument/2006/relationships/tags" Target="../tags/tag476.xml"/><Relationship Id="rId6" Type="http://schemas.openxmlformats.org/officeDocument/2006/relationships/tags" Target="../tags/tag475.xml"/><Relationship Id="rId5" Type="http://schemas.openxmlformats.org/officeDocument/2006/relationships/tags" Target="../tags/tag474.xml"/><Relationship Id="rId4" Type="http://schemas.openxmlformats.org/officeDocument/2006/relationships/tags" Target="../tags/tag473.xml"/><Relationship Id="rId3" Type="http://schemas.openxmlformats.org/officeDocument/2006/relationships/tags" Target="../tags/tag472.xml"/><Relationship Id="rId2" Type="http://schemas.openxmlformats.org/officeDocument/2006/relationships/tags" Target="../tags/tag471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486.xml"/><Relationship Id="rId8" Type="http://schemas.openxmlformats.org/officeDocument/2006/relationships/tags" Target="../tags/tag485.xml"/><Relationship Id="rId7" Type="http://schemas.openxmlformats.org/officeDocument/2006/relationships/tags" Target="../tags/tag484.xml"/><Relationship Id="rId6" Type="http://schemas.openxmlformats.org/officeDocument/2006/relationships/tags" Target="../tags/tag483.xml"/><Relationship Id="rId5" Type="http://schemas.openxmlformats.org/officeDocument/2006/relationships/tags" Target="../tags/tag482.xml"/><Relationship Id="rId4" Type="http://schemas.openxmlformats.org/officeDocument/2006/relationships/tags" Target="../tags/tag481.xml"/><Relationship Id="rId3" Type="http://schemas.openxmlformats.org/officeDocument/2006/relationships/tags" Target="../tags/tag480.xml"/><Relationship Id="rId2" Type="http://schemas.openxmlformats.org/officeDocument/2006/relationships/tags" Target="../tags/tag479.xml"/><Relationship Id="rId11" Type="http://schemas.openxmlformats.org/officeDocument/2006/relationships/tags" Target="../tags/tag488.xml"/><Relationship Id="rId10" Type="http://schemas.openxmlformats.org/officeDocument/2006/relationships/tags" Target="../tags/tag487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496.xml"/><Relationship Id="rId8" Type="http://schemas.openxmlformats.org/officeDocument/2006/relationships/tags" Target="../tags/tag495.xml"/><Relationship Id="rId7" Type="http://schemas.openxmlformats.org/officeDocument/2006/relationships/tags" Target="../tags/tag494.xml"/><Relationship Id="rId6" Type="http://schemas.openxmlformats.org/officeDocument/2006/relationships/tags" Target="../tags/tag493.xml"/><Relationship Id="rId5" Type="http://schemas.openxmlformats.org/officeDocument/2006/relationships/tags" Target="../tags/tag492.xml"/><Relationship Id="rId4" Type="http://schemas.openxmlformats.org/officeDocument/2006/relationships/tags" Target="../tags/tag491.xml"/><Relationship Id="rId3" Type="http://schemas.openxmlformats.org/officeDocument/2006/relationships/tags" Target="../tags/tag490.xml"/><Relationship Id="rId2" Type="http://schemas.openxmlformats.org/officeDocument/2006/relationships/tags" Target="../tags/tag48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动物&#10;&#10;已生成高可信度的说明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grpSp>
        <p:nvGrpSpPr>
          <p:cNvPr id="13" name="组合 12"/>
          <p:cNvGrpSpPr/>
          <p:nvPr>
            <p:custDataLst>
              <p:tags r:id="rId4"/>
            </p:custDataLst>
          </p:nvPr>
        </p:nvGrpSpPr>
        <p:grpSpPr>
          <a:xfrm>
            <a:off x="428513" y="419100"/>
            <a:ext cx="333288" cy="165100"/>
            <a:chOff x="428625" y="419100"/>
            <a:chExt cx="333375" cy="165100"/>
          </a:xfrm>
        </p:grpSpPr>
        <p:cxnSp>
          <p:nvCxnSpPr>
            <p:cNvPr id="7" name="直接连接符 6"/>
            <p:cNvCxnSpPr/>
            <p:nvPr userDrawn="1">
              <p:custDataLst>
                <p:tags r:id="rId5"/>
              </p:custDataLst>
            </p:nvPr>
          </p:nvCxnSpPr>
          <p:spPr>
            <a:xfrm>
              <a:off x="428625" y="41910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 userDrawn="1">
              <p:custDataLst>
                <p:tags r:id="rId6"/>
              </p:custDataLst>
            </p:nvPr>
          </p:nvCxnSpPr>
          <p:spPr>
            <a:xfrm>
              <a:off x="428625" y="50165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 userDrawn="1">
              <p:custDataLst>
                <p:tags r:id="rId7"/>
              </p:custDataLst>
            </p:nvPr>
          </p:nvCxnSpPr>
          <p:spPr>
            <a:xfrm>
              <a:off x="428625" y="58420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7244861" y="6375400"/>
            <a:ext cx="3642174" cy="0"/>
          </a:xfrm>
          <a:prstGeom prst="line">
            <a:avLst/>
          </a:prstGeom>
          <a:ln w="31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>
            <p:custDataLst>
              <p:tags r:id="rId9"/>
            </p:custDataLst>
          </p:nvPr>
        </p:nvGrpSpPr>
        <p:grpSpPr>
          <a:xfrm>
            <a:off x="910988" y="4845050"/>
            <a:ext cx="1807689" cy="319882"/>
            <a:chOff x="911225" y="4845050"/>
            <a:chExt cx="1808160" cy="319882"/>
          </a:xfrm>
          <a:solidFill>
            <a:schemeClr val="bg1"/>
          </a:solidFill>
        </p:grpSpPr>
        <p:sp>
          <p:nvSpPr>
            <p:cNvPr id="127" name="椭圆 126"/>
            <p:cNvSpPr/>
            <p:nvPr>
              <p:custDataLst>
                <p:tags r:id="rId10"/>
              </p:custDataLst>
            </p:nvPr>
          </p:nvSpPr>
          <p:spPr>
            <a:xfrm>
              <a:off x="91122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椭圆 127"/>
            <p:cNvSpPr/>
            <p:nvPr>
              <p:custDataLst>
                <p:tags r:id="rId11"/>
              </p:custDataLst>
            </p:nvPr>
          </p:nvSpPr>
          <p:spPr>
            <a:xfrm>
              <a:off x="91122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椭圆 128"/>
            <p:cNvSpPr/>
            <p:nvPr>
              <p:custDataLst>
                <p:tags r:id="rId12"/>
              </p:custDataLst>
            </p:nvPr>
          </p:nvSpPr>
          <p:spPr>
            <a:xfrm>
              <a:off x="1085056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椭圆 129"/>
            <p:cNvSpPr/>
            <p:nvPr>
              <p:custDataLst>
                <p:tags r:id="rId13"/>
              </p:custDataLst>
            </p:nvPr>
          </p:nvSpPr>
          <p:spPr>
            <a:xfrm>
              <a:off x="1085056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椭圆 130"/>
            <p:cNvSpPr/>
            <p:nvPr>
              <p:custDataLst>
                <p:tags r:id="rId14"/>
              </p:custDataLst>
            </p:nvPr>
          </p:nvSpPr>
          <p:spPr>
            <a:xfrm>
              <a:off x="1258887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/>
            <p:cNvSpPr/>
            <p:nvPr>
              <p:custDataLst>
                <p:tags r:id="rId15"/>
              </p:custDataLst>
            </p:nvPr>
          </p:nvSpPr>
          <p:spPr>
            <a:xfrm>
              <a:off x="1258887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椭圆 132"/>
            <p:cNvSpPr/>
            <p:nvPr>
              <p:custDataLst>
                <p:tags r:id="rId16"/>
              </p:custDataLst>
            </p:nvPr>
          </p:nvSpPr>
          <p:spPr>
            <a:xfrm>
              <a:off x="1432718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椭圆 133"/>
            <p:cNvSpPr/>
            <p:nvPr>
              <p:custDataLst>
                <p:tags r:id="rId17"/>
              </p:custDataLst>
            </p:nvPr>
          </p:nvSpPr>
          <p:spPr>
            <a:xfrm>
              <a:off x="1432718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134"/>
            <p:cNvSpPr/>
            <p:nvPr>
              <p:custDataLst>
                <p:tags r:id="rId18"/>
              </p:custDataLst>
            </p:nvPr>
          </p:nvSpPr>
          <p:spPr>
            <a:xfrm>
              <a:off x="1606549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/>
            <p:cNvSpPr/>
            <p:nvPr>
              <p:custDataLst>
                <p:tags r:id="rId19"/>
              </p:custDataLst>
            </p:nvPr>
          </p:nvSpPr>
          <p:spPr>
            <a:xfrm>
              <a:off x="1606549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/>
            <p:cNvSpPr/>
            <p:nvPr>
              <p:custDataLst>
                <p:tags r:id="rId20"/>
              </p:custDataLst>
            </p:nvPr>
          </p:nvSpPr>
          <p:spPr>
            <a:xfrm>
              <a:off x="1780380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椭圆 137"/>
            <p:cNvSpPr/>
            <p:nvPr>
              <p:custDataLst>
                <p:tags r:id="rId21"/>
              </p:custDataLst>
            </p:nvPr>
          </p:nvSpPr>
          <p:spPr>
            <a:xfrm>
              <a:off x="1780380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椭圆 138"/>
            <p:cNvSpPr/>
            <p:nvPr>
              <p:custDataLst>
                <p:tags r:id="rId22"/>
              </p:custDataLst>
            </p:nvPr>
          </p:nvSpPr>
          <p:spPr>
            <a:xfrm>
              <a:off x="1954211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椭圆 139"/>
            <p:cNvSpPr/>
            <p:nvPr>
              <p:custDataLst>
                <p:tags r:id="rId23"/>
              </p:custDataLst>
            </p:nvPr>
          </p:nvSpPr>
          <p:spPr>
            <a:xfrm>
              <a:off x="1954211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椭圆 140"/>
            <p:cNvSpPr/>
            <p:nvPr>
              <p:custDataLst>
                <p:tags r:id="rId24"/>
              </p:custDataLst>
            </p:nvPr>
          </p:nvSpPr>
          <p:spPr>
            <a:xfrm>
              <a:off x="2128042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椭圆 141"/>
            <p:cNvSpPr/>
            <p:nvPr>
              <p:custDataLst>
                <p:tags r:id="rId25"/>
              </p:custDataLst>
            </p:nvPr>
          </p:nvSpPr>
          <p:spPr>
            <a:xfrm>
              <a:off x="2128042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椭圆 142"/>
            <p:cNvSpPr/>
            <p:nvPr>
              <p:custDataLst>
                <p:tags r:id="rId26"/>
              </p:custDataLst>
            </p:nvPr>
          </p:nvSpPr>
          <p:spPr>
            <a:xfrm>
              <a:off x="2301873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椭圆 143"/>
            <p:cNvSpPr/>
            <p:nvPr>
              <p:custDataLst>
                <p:tags r:id="rId27"/>
              </p:custDataLst>
            </p:nvPr>
          </p:nvSpPr>
          <p:spPr>
            <a:xfrm>
              <a:off x="2301873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椭圆 144"/>
            <p:cNvSpPr/>
            <p:nvPr>
              <p:custDataLst>
                <p:tags r:id="rId28"/>
              </p:custDataLst>
            </p:nvPr>
          </p:nvSpPr>
          <p:spPr>
            <a:xfrm>
              <a:off x="2475704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椭圆 145"/>
            <p:cNvSpPr/>
            <p:nvPr>
              <p:custDataLst>
                <p:tags r:id="rId29"/>
              </p:custDataLst>
            </p:nvPr>
          </p:nvSpPr>
          <p:spPr>
            <a:xfrm>
              <a:off x="2475704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椭圆 146"/>
            <p:cNvSpPr/>
            <p:nvPr>
              <p:custDataLst>
                <p:tags r:id="rId30"/>
              </p:custDataLst>
            </p:nvPr>
          </p:nvSpPr>
          <p:spPr>
            <a:xfrm>
              <a:off x="264953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椭圆 147"/>
            <p:cNvSpPr/>
            <p:nvPr>
              <p:custDataLst>
                <p:tags r:id="rId31"/>
              </p:custDataLst>
            </p:nvPr>
          </p:nvSpPr>
          <p:spPr>
            <a:xfrm>
              <a:off x="264953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9" name="组合 218"/>
          <p:cNvGrpSpPr/>
          <p:nvPr>
            <p:custDataLst>
              <p:tags r:id="rId32"/>
            </p:custDataLst>
          </p:nvPr>
        </p:nvGrpSpPr>
        <p:grpSpPr>
          <a:xfrm>
            <a:off x="10219095" y="488763"/>
            <a:ext cx="1286332" cy="891382"/>
            <a:chOff x="9265447" y="481778"/>
            <a:chExt cx="1286667" cy="891382"/>
          </a:xfrm>
          <a:solidFill>
            <a:schemeClr val="bg1"/>
          </a:solidFill>
        </p:grpSpPr>
        <p:sp>
          <p:nvSpPr>
            <p:cNvPr id="151" name="椭圆 150"/>
            <p:cNvSpPr/>
            <p:nvPr>
              <p:custDataLst>
                <p:tags r:id="rId33"/>
              </p:custDataLst>
            </p:nvPr>
          </p:nvSpPr>
          <p:spPr>
            <a:xfrm>
              <a:off x="9265447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椭圆 151"/>
            <p:cNvSpPr/>
            <p:nvPr>
              <p:custDataLst>
                <p:tags r:id="rId34"/>
              </p:custDataLst>
            </p:nvPr>
          </p:nvSpPr>
          <p:spPr>
            <a:xfrm>
              <a:off x="9265447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椭圆 152"/>
            <p:cNvSpPr/>
            <p:nvPr>
              <p:custDataLst>
                <p:tags r:id="rId35"/>
              </p:custDataLst>
            </p:nvPr>
          </p:nvSpPr>
          <p:spPr>
            <a:xfrm>
              <a:off x="9439278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椭圆 153"/>
            <p:cNvSpPr/>
            <p:nvPr>
              <p:custDataLst>
                <p:tags r:id="rId36"/>
              </p:custDataLst>
            </p:nvPr>
          </p:nvSpPr>
          <p:spPr>
            <a:xfrm>
              <a:off x="9439278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椭圆 154"/>
            <p:cNvSpPr/>
            <p:nvPr>
              <p:custDataLst>
                <p:tags r:id="rId37"/>
              </p:custDataLst>
            </p:nvPr>
          </p:nvSpPr>
          <p:spPr>
            <a:xfrm>
              <a:off x="9613109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椭圆 155"/>
            <p:cNvSpPr/>
            <p:nvPr>
              <p:custDataLst>
                <p:tags r:id="rId38"/>
              </p:custDataLst>
            </p:nvPr>
          </p:nvSpPr>
          <p:spPr>
            <a:xfrm>
              <a:off x="9613109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椭圆 156"/>
            <p:cNvSpPr/>
            <p:nvPr>
              <p:custDataLst>
                <p:tags r:id="rId39"/>
              </p:custDataLst>
            </p:nvPr>
          </p:nvSpPr>
          <p:spPr>
            <a:xfrm>
              <a:off x="9786940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椭圆 157"/>
            <p:cNvSpPr/>
            <p:nvPr>
              <p:custDataLst>
                <p:tags r:id="rId40"/>
              </p:custDataLst>
            </p:nvPr>
          </p:nvSpPr>
          <p:spPr>
            <a:xfrm>
              <a:off x="9786940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椭圆 158"/>
            <p:cNvSpPr/>
            <p:nvPr>
              <p:custDataLst>
                <p:tags r:id="rId41"/>
              </p:custDataLst>
            </p:nvPr>
          </p:nvSpPr>
          <p:spPr>
            <a:xfrm>
              <a:off x="9960771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椭圆 159"/>
            <p:cNvSpPr/>
            <p:nvPr>
              <p:custDataLst>
                <p:tags r:id="rId42"/>
              </p:custDataLst>
            </p:nvPr>
          </p:nvSpPr>
          <p:spPr>
            <a:xfrm>
              <a:off x="9960771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椭圆 160"/>
            <p:cNvSpPr/>
            <p:nvPr>
              <p:custDataLst>
                <p:tags r:id="rId43"/>
              </p:custDataLst>
            </p:nvPr>
          </p:nvSpPr>
          <p:spPr>
            <a:xfrm>
              <a:off x="10134602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2" name="椭圆 161"/>
            <p:cNvSpPr/>
            <p:nvPr>
              <p:custDataLst>
                <p:tags r:id="rId44"/>
              </p:custDataLst>
            </p:nvPr>
          </p:nvSpPr>
          <p:spPr>
            <a:xfrm>
              <a:off x="10134602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椭圆 162"/>
            <p:cNvSpPr/>
            <p:nvPr>
              <p:custDataLst>
                <p:tags r:id="rId45"/>
              </p:custDataLst>
            </p:nvPr>
          </p:nvSpPr>
          <p:spPr>
            <a:xfrm>
              <a:off x="10308433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椭圆 163"/>
            <p:cNvSpPr/>
            <p:nvPr>
              <p:custDataLst>
                <p:tags r:id="rId46"/>
              </p:custDataLst>
            </p:nvPr>
          </p:nvSpPr>
          <p:spPr>
            <a:xfrm>
              <a:off x="10308433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椭圆 164"/>
            <p:cNvSpPr/>
            <p:nvPr>
              <p:custDataLst>
                <p:tags r:id="rId47"/>
              </p:custDataLst>
            </p:nvPr>
          </p:nvSpPr>
          <p:spPr>
            <a:xfrm>
              <a:off x="10482264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椭圆 165"/>
            <p:cNvSpPr/>
            <p:nvPr>
              <p:custDataLst>
                <p:tags r:id="rId48"/>
              </p:custDataLst>
            </p:nvPr>
          </p:nvSpPr>
          <p:spPr>
            <a:xfrm>
              <a:off x="10482264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椭圆 173"/>
            <p:cNvSpPr/>
            <p:nvPr>
              <p:custDataLst>
                <p:tags r:id="rId49"/>
              </p:custDataLst>
            </p:nvPr>
          </p:nvSpPr>
          <p:spPr>
            <a:xfrm>
              <a:off x="9265447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椭圆 174"/>
            <p:cNvSpPr/>
            <p:nvPr>
              <p:custDataLst>
                <p:tags r:id="rId50"/>
              </p:custDataLst>
            </p:nvPr>
          </p:nvSpPr>
          <p:spPr>
            <a:xfrm>
              <a:off x="9265447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椭圆 175"/>
            <p:cNvSpPr/>
            <p:nvPr>
              <p:custDataLst>
                <p:tags r:id="rId51"/>
              </p:custDataLst>
            </p:nvPr>
          </p:nvSpPr>
          <p:spPr>
            <a:xfrm>
              <a:off x="9439278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椭圆 176"/>
            <p:cNvSpPr/>
            <p:nvPr>
              <p:custDataLst>
                <p:tags r:id="rId52"/>
              </p:custDataLst>
            </p:nvPr>
          </p:nvSpPr>
          <p:spPr>
            <a:xfrm>
              <a:off x="9439278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椭圆 177"/>
            <p:cNvSpPr/>
            <p:nvPr>
              <p:custDataLst>
                <p:tags r:id="rId53"/>
              </p:custDataLst>
            </p:nvPr>
          </p:nvSpPr>
          <p:spPr>
            <a:xfrm>
              <a:off x="9613109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椭圆 178"/>
            <p:cNvSpPr/>
            <p:nvPr>
              <p:custDataLst>
                <p:tags r:id="rId54"/>
              </p:custDataLst>
            </p:nvPr>
          </p:nvSpPr>
          <p:spPr>
            <a:xfrm>
              <a:off x="9613109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椭圆 179"/>
            <p:cNvSpPr/>
            <p:nvPr>
              <p:custDataLst>
                <p:tags r:id="rId55"/>
              </p:custDataLst>
            </p:nvPr>
          </p:nvSpPr>
          <p:spPr>
            <a:xfrm>
              <a:off x="9786940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椭圆 180"/>
            <p:cNvSpPr/>
            <p:nvPr>
              <p:custDataLst>
                <p:tags r:id="rId56"/>
              </p:custDataLst>
            </p:nvPr>
          </p:nvSpPr>
          <p:spPr>
            <a:xfrm>
              <a:off x="9786940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椭圆 181"/>
            <p:cNvSpPr/>
            <p:nvPr>
              <p:custDataLst>
                <p:tags r:id="rId57"/>
              </p:custDataLst>
            </p:nvPr>
          </p:nvSpPr>
          <p:spPr>
            <a:xfrm>
              <a:off x="9960771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椭圆 182"/>
            <p:cNvSpPr/>
            <p:nvPr>
              <p:custDataLst>
                <p:tags r:id="rId58"/>
              </p:custDataLst>
            </p:nvPr>
          </p:nvSpPr>
          <p:spPr>
            <a:xfrm>
              <a:off x="9960771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椭圆 183"/>
            <p:cNvSpPr/>
            <p:nvPr>
              <p:custDataLst>
                <p:tags r:id="rId59"/>
              </p:custDataLst>
            </p:nvPr>
          </p:nvSpPr>
          <p:spPr>
            <a:xfrm>
              <a:off x="10134602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椭圆 184"/>
            <p:cNvSpPr/>
            <p:nvPr>
              <p:custDataLst>
                <p:tags r:id="rId60"/>
              </p:custDataLst>
            </p:nvPr>
          </p:nvSpPr>
          <p:spPr>
            <a:xfrm>
              <a:off x="10134602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椭圆 185"/>
            <p:cNvSpPr/>
            <p:nvPr>
              <p:custDataLst>
                <p:tags r:id="rId61"/>
              </p:custDataLst>
            </p:nvPr>
          </p:nvSpPr>
          <p:spPr>
            <a:xfrm>
              <a:off x="10308433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椭圆 186"/>
            <p:cNvSpPr/>
            <p:nvPr>
              <p:custDataLst>
                <p:tags r:id="rId62"/>
              </p:custDataLst>
            </p:nvPr>
          </p:nvSpPr>
          <p:spPr>
            <a:xfrm>
              <a:off x="10308433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椭圆 187"/>
            <p:cNvSpPr/>
            <p:nvPr>
              <p:custDataLst>
                <p:tags r:id="rId63"/>
              </p:custDataLst>
            </p:nvPr>
          </p:nvSpPr>
          <p:spPr>
            <a:xfrm>
              <a:off x="10482264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椭圆 188"/>
            <p:cNvSpPr/>
            <p:nvPr>
              <p:custDataLst>
                <p:tags r:id="rId64"/>
              </p:custDataLst>
            </p:nvPr>
          </p:nvSpPr>
          <p:spPr>
            <a:xfrm>
              <a:off x="10482264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5"/>
            </p:custDataLst>
          </p:nvPr>
        </p:nvSpPr>
        <p:spPr>
          <a:xfrm>
            <a:off x="669707" y="3182448"/>
            <a:ext cx="9435117" cy="1451463"/>
          </a:xfrm>
        </p:spPr>
        <p:txBody>
          <a:bodyPr lIns="90170" tIns="46990" rIns="36000" bIns="46990" anchor="t" anchorCtr="0">
            <a:normAutofit/>
          </a:bodyPr>
          <a:lstStyle>
            <a:lvl1pPr algn="dist">
              <a:defRPr sz="8000" spc="600" baseline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  <p:custDataLst>
              <p:tags r:id="rId66"/>
            </p:custDataLst>
          </p:nvPr>
        </p:nvSpPr>
        <p:spPr>
          <a:xfrm>
            <a:off x="669707" y="5315574"/>
            <a:ext cx="6456312" cy="503238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dist">
              <a:buNone/>
              <a:defRPr sz="2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6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69708" y="952508"/>
            <a:ext cx="10849411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>
            <p:custDataLst>
              <p:tags r:id="rId2"/>
            </p:custDataLst>
          </p:nvPr>
        </p:nvGrpSpPr>
        <p:grpSpPr>
          <a:xfrm>
            <a:off x="-6348" y="-15240"/>
            <a:ext cx="12207870" cy="6892290"/>
            <a:chOff x="-6350" y="-15240"/>
            <a:chExt cx="12211050" cy="6892290"/>
          </a:xfrm>
        </p:grpSpPr>
        <p:sp>
          <p:nvSpPr>
            <p:cNvPr id="7" name="任意多边形: 形状 6"/>
            <p:cNvSpPr/>
            <p:nvPr userDrawn="1">
              <p:custDataLst>
                <p:tags r:id="rId3"/>
              </p:custDataLst>
            </p:nvPr>
          </p:nvSpPr>
          <p:spPr>
            <a:xfrm>
              <a:off x="-6350" y="6184900"/>
              <a:ext cx="12211050" cy="692150"/>
            </a:xfrm>
            <a:custGeom>
              <a:avLst/>
              <a:gdLst>
                <a:gd name="connsiteX0" fmla="*/ 0 w 12674600"/>
                <a:gd name="connsiteY0" fmla="*/ 444500 h 1206500"/>
                <a:gd name="connsiteX1" fmla="*/ 3327400 w 12674600"/>
                <a:gd name="connsiteY1" fmla="*/ 0 h 1206500"/>
                <a:gd name="connsiteX2" fmla="*/ 3479800 w 12674600"/>
                <a:gd name="connsiteY2" fmla="*/ 12700 h 1206500"/>
                <a:gd name="connsiteX3" fmla="*/ 8737600 w 12674600"/>
                <a:gd name="connsiteY3" fmla="*/ 444500 h 1206500"/>
                <a:gd name="connsiteX4" fmla="*/ 8864600 w 12674600"/>
                <a:gd name="connsiteY4" fmla="*/ 469900 h 1206500"/>
                <a:gd name="connsiteX5" fmla="*/ 8991600 w 12674600"/>
                <a:gd name="connsiteY5" fmla="*/ 495300 h 1206500"/>
                <a:gd name="connsiteX6" fmla="*/ 10858500 w 12674600"/>
                <a:gd name="connsiteY6" fmla="*/ 355600 h 1206500"/>
                <a:gd name="connsiteX7" fmla="*/ 12674600 w 12674600"/>
                <a:gd name="connsiteY7" fmla="*/ 381000 h 1206500"/>
                <a:gd name="connsiteX8" fmla="*/ 12623800 w 12674600"/>
                <a:gd name="connsiteY8" fmla="*/ 1143000 h 1206500"/>
                <a:gd name="connsiteX9" fmla="*/ 88900 w 12674600"/>
                <a:gd name="connsiteY9" fmla="*/ 1206500 h 1206500"/>
                <a:gd name="connsiteX10" fmla="*/ 50800 w 12674600"/>
                <a:gd name="connsiteY10" fmla="*/ 419100 h 1206500"/>
                <a:gd name="connsiteX11" fmla="*/ 0 w 12674600"/>
                <a:gd name="connsiteY11" fmla="*/ 444500 h 1206500"/>
                <a:gd name="connsiteX0-1" fmla="*/ 0 w 12674600"/>
                <a:gd name="connsiteY0-2" fmla="*/ 431800 h 1193800"/>
                <a:gd name="connsiteX1-3" fmla="*/ 3479800 w 12674600"/>
                <a:gd name="connsiteY1-4" fmla="*/ 0 h 1193800"/>
                <a:gd name="connsiteX2-5" fmla="*/ 8737600 w 12674600"/>
                <a:gd name="connsiteY2-6" fmla="*/ 431800 h 1193800"/>
                <a:gd name="connsiteX3-7" fmla="*/ 8864600 w 12674600"/>
                <a:gd name="connsiteY3-8" fmla="*/ 457200 h 1193800"/>
                <a:gd name="connsiteX4-9" fmla="*/ 8991600 w 12674600"/>
                <a:gd name="connsiteY4-10" fmla="*/ 482600 h 1193800"/>
                <a:gd name="connsiteX5-11" fmla="*/ 10858500 w 12674600"/>
                <a:gd name="connsiteY5-12" fmla="*/ 342900 h 1193800"/>
                <a:gd name="connsiteX6-13" fmla="*/ 12674600 w 12674600"/>
                <a:gd name="connsiteY6-14" fmla="*/ 368300 h 1193800"/>
                <a:gd name="connsiteX7-15" fmla="*/ 12623800 w 12674600"/>
                <a:gd name="connsiteY7-16" fmla="*/ 1130300 h 1193800"/>
                <a:gd name="connsiteX8-17" fmla="*/ 88900 w 12674600"/>
                <a:gd name="connsiteY8-18" fmla="*/ 1193800 h 1193800"/>
                <a:gd name="connsiteX9-19" fmla="*/ 50800 w 12674600"/>
                <a:gd name="connsiteY9-20" fmla="*/ 406400 h 1193800"/>
                <a:gd name="connsiteX10-21" fmla="*/ 0 w 12674600"/>
                <a:gd name="connsiteY10-22" fmla="*/ 431800 h 1193800"/>
                <a:gd name="connsiteX0-23" fmla="*/ 0 w 12674600"/>
                <a:gd name="connsiteY0-24" fmla="*/ 431800 h 1193800"/>
                <a:gd name="connsiteX1-25" fmla="*/ 3479800 w 12674600"/>
                <a:gd name="connsiteY1-26" fmla="*/ 0 h 1193800"/>
                <a:gd name="connsiteX2-27" fmla="*/ 8737600 w 12674600"/>
                <a:gd name="connsiteY2-28" fmla="*/ 431800 h 1193800"/>
                <a:gd name="connsiteX3-29" fmla="*/ 8864600 w 12674600"/>
                <a:gd name="connsiteY3-30" fmla="*/ 457200 h 1193800"/>
                <a:gd name="connsiteX4-31" fmla="*/ 8991600 w 12674600"/>
                <a:gd name="connsiteY4-32" fmla="*/ 482600 h 1193800"/>
                <a:gd name="connsiteX5-33" fmla="*/ 10858500 w 12674600"/>
                <a:gd name="connsiteY5-34" fmla="*/ 342900 h 1193800"/>
                <a:gd name="connsiteX6-35" fmla="*/ 12674600 w 12674600"/>
                <a:gd name="connsiteY6-36" fmla="*/ 368300 h 1193800"/>
                <a:gd name="connsiteX7-37" fmla="*/ 12623800 w 12674600"/>
                <a:gd name="connsiteY7-38" fmla="*/ 1130300 h 1193800"/>
                <a:gd name="connsiteX8-39" fmla="*/ 88900 w 12674600"/>
                <a:gd name="connsiteY8-40" fmla="*/ 1193800 h 1193800"/>
                <a:gd name="connsiteX9-41" fmla="*/ 50800 w 12674600"/>
                <a:gd name="connsiteY9-42" fmla="*/ 406400 h 1193800"/>
                <a:gd name="connsiteX10-43" fmla="*/ 0 w 12674600"/>
                <a:gd name="connsiteY10-44" fmla="*/ 431800 h 1193800"/>
                <a:gd name="connsiteX0-45" fmla="*/ 0 w 12674600"/>
                <a:gd name="connsiteY0-46" fmla="*/ 431800 h 1193800"/>
                <a:gd name="connsiteX1-47" fmla="*/ 3479800 w 12674600"/>
                <a:gd name="connsiteY1-48" fmla="*/ 0 h 1193800"/>
                <a:gd name="connsiteX2-49" fmla="*/ 8737600 w 12674600"/>
                <a:gd name="connsiteY2-50" fmla="*/ 431800 h 1193800"/>
                <a:gd name="connsiteX3-51" fmla="*/ 8864600 w 12674600"/>
                <a:gd name="connsiteY3-52" fmla="*/ 457200 h 1193800"/>
                <a:gd name="connsiteX4-53" fmla="*/ 8991600 w 12674600"/>
                <a:gd name="connsiteY4-54" fmla="*/ 482600 h 1193800"/>
                <a:gd name="connsiteX5-55" fmla="*/ 10858500 w 12674600"/>
                <a:gd name="connsiteY5-56" fmla="*/ 342900 h 1193800"/>
                <a:gd name="connsiteX6-57" fmla="*/ 12674600 w 12674600"/>
                <a:gd name="connsiteY6-58" fmla="*/ 368300 h 1193800"/>
                <a:gd name="connsiteX7-59" fmla="*/ 12623800 w 12674600"/>
                <a:gd name="connsiteY7-60" fmla="*/ 1130300 h 1193800"/>
                <a:gd name="connsiteX8-61" fmla="*/ 88900 w 12674600"/>
                <a:gd name="connsiteY8-62" fmla="*/ 1193800 h 1193800"/>
                <a:gd name="connsiteX9-63" fmla="*/ 50800 w 12674600"/>
                <a:gd name="connsiteY9-64" fmla="*/ 406400 h 1193800"/>
                <a:gd name="connsiteX10-65" fmla="*/ 0 w 12674600"/>
                <a:gd name="connsiteY10-66" fmla="*/ 431800 h 1193800"/>
                <a:gd name="connsiteX0-67" fmla="*/ 0 w 12674600"/>
                <a:gd name="connsiteY0-68" fmla="*/ 431800 h 1193800"/>
                <a:gd name="connsiteX1-69" fmla="*/ 3479800 w 12674600"/>
                <a:gd name="connsiteY1-70" fmla="*/ 0 h 1193800"/>
                <a:gd name="connsiteX2-71" fmla="*/ 8737600 w 12674600"/>
                <a:gd name="connsiteY2-72" fmla="*/ 431800 h 1193800"/>
                <a:gd name="connsiteX3-73" fmla="*/ 8991600 w 12674600"/>
                <a:gd name="connsiteY3-74" fmla="*/ 482600 h 1193800"/>
                <a:gd name="connsiteX4-75" fmla="*/ 10858500 w 12674600"/>
                <a:gd name="connsiteY4-76" fmla="*/ 342900 h 1193800"/>
                <a:gd name="connsiteX5-77" fmla="*/ 12674600 w 12674600"/>
                <a:gd name="connsiteY5-78" fmla="*/ 368300 h 1193800"/>
                <a:gd name="connsiteX6-79" fmla="*/ 12623800 w 12674600"/>
                <a:gd name="connsiteY6-80" fmla="*/ 1130300 h 1193800"/>
                <a:gd name="connsiteX7-81" fmla="*/ 88900 w 12674600"/>
                <a:gd name="connsiteY7-82" fmla="*/ 1193800 h 1193800"/>
                <a:gd name="connsiteX8-83" fmla="*/ 50800 w 12674600"/>
                <a:gd name="connsiteY8-84" fmla="*/ 406400 h 1193800"/>
                <a:gd name="connsiteX9-85" fmla="*/ 0 w 12674600"/>
                <a:gd name="connsiteY9-86" fmla="*/ 431800 h 1193800"/>
                <a:gd name="connsiteX0-87" fmla="*/ 0 w 12674600"/>
                <a:gd name="connsiteY0-88" fmla="*/ 431800 h 1193800"/>
                <a:gd name="connsiteX1-89" fmla="*/ 3479800 w 12674600"/>
                <a:gd name="connsiteY1-90" fmla="*/ 0 h 1193800"/>
                <a:gd name="connsiteX2-91" fmla="*/ 8737600 w 12674600"/>
                <a:gd name="connsiteY2-92" fmla="*/ 431800 h 1193800"/>
                <a:gd name="connsiteX3-93" fmla="*/ 10858500 w 12674600"/>
                <a:gd name="connsiteY3-94" fmla="*/ 342900 h 1193800"/>
                <a:gd name="connsiteX4-95" fmla="*/ 12674600 w 12674600"/>
                <a:gd name="connsiteY4-96" fmla="*/ 368300 h 1193800"/>
                <a:gd name="connsiteX5-97" fmla="*/ 12623800 w 12674600"/>
                <a:gd name="connsiteY5-98" fmla="*/ 1130300 h 1193800"/>
                <a:gd name="connsiteX6-99" fmla="*/ 88900 w 12674600"/>
                <a:gd name="connsiteY6-100" fmla="*/ 1193800 h 1193800"/>
                <a:gd name="connsiteX7-101" fmla="*/ 50800 w 12674600"/>
                <a:gd name="connsiteY7-102" fmla="*/ 406400 h 1193800"/>
                <a:gd name="connsiteX8-103" fmla="*/ 0 w 12674600"/>
                <a:gd name="connsiteY8-104" fmla="*/ 431800 h 1193800"/>
                <a:gd name="connsiteX0-105" fmla="*/ 0 w 12674600"/>
                <a:gd name="connsiteY0-106" fmla="*/ 431800 h 1193800"/>
                <a:gd name="connsiteX1-107" fmla="*/ 3479800 w 12674600"/>
                <a:gd name="connsiteY1-108" fmla="*/ 0 h 1193800"/>
                <a:gd name="connsiteX2-109" fmla="*/ 8737600 w 12674600"/>
                <a:gd name="connsiteY2-110" fmla="*/ 431800 h 1193800"/>
                <a:gd name="connsiteX3-111" fmla="*/ 10858500 w 12674600"/>
                <a:gd name="connsiteY3-112" fmla="*/ 342900 h 1193800"/>
                <a:gd name="connsiteX4-113" fmla="*/ 12674600 w 12674600"/>
                <a:gd name="connsiteY4-114" fmla="*/ 368300 h 1193800"/>
                <a:gd name="connsiteX5-115" fmla="*/ 12623800 w 12674600"/>
                <a:gd name="connsiteY5-116" fmla="*/ 1130300 h 1193800"/>
                <a:gd name="connsiteX6-117" fmla="*/ 88900 w 12674600"/>
                <a:gd name="connsiteY6-118" fmla="*/ 1193800 h 1193800"/>
                <a:gd name="connsiteX7-119" fmla="*/ 50800 w 12674600"/>
                <a:gd name="connsiteY7-120" fmla="*/ 406400 h 1193800"/>
                <a:gd name="connsiteX8-121" fmla="*/ 0 w 12674600"/>
                <a:gd name="connsiteY8-122" fmla="*/ 431800 h 1193800"/>
                <a:gd name="connsiteX0-123" fmla="*/ 0 w 12674600"/>
                <a:gd name="connsiteY0-124" fmla="*/ 431800 h 1193800"/>
                <a:gd name="connsiteX1-125" fmla="*/ 3479800 w 12674600"/>
                <a:gd name="connsiteY1-126" fmla="*/ 0 h 1193800"/>
                <a:gd name="connsiteX2-127" fmla="*/ 8737600 w 12674600"/>
                <a:gd name="connsiteY2-128" fmla="*/ 431800 h 1193800"/>
                <a:gd name="connsiteX3-129" fmla="*/ 10858500 w 12674600"/>
                <a:gd name="connsiteY3-130" fmla="*/ 342900 h 1193800"/>
                <a:gd name="connsiteX4-131" fmla="*/ 12674600 w 12674600"/>
                <a:gd name="connsiteY4-132" fmla="*/ 368300 h 1193800"/>
                <a:gd name="connsiteX5-133" fmla="*/ 12623800 w 12674600"/>
                <a:gd name="connsiteY5-134" fmla="*/ 1130300 h 1193800"/>
                <a:gd name="connsiteX6-135" fmla="*/ 88900 w 12674600"/>
                <a:gd name="connsiteY6-136" fmla="*/ 1193800 h 1193800"/>
                <a:gd name="connsiteX7-137" fmla="*/ 50800 w 12674600"/>
                <a:gd name="connsiteY7-138" fmla="*/ 406400 h 1193800"/>
                <a:gd name="connsiteX8-139" fmla="*/ 0 w 12674600"/>
                <a:gd name="connsiteY8-140" fmla="*/ 431800 h 1193800"/>
                <a:gd name="connsiteX0-141" fmla="*/ 0 w 12674600"/>
                <a:gd name="connsiteY0-142" fmla="*/ 431800 h 1193800"/>
                <a:gd name="connsiteX1-143" fmla="*/ 3479800 w 12674600"/>
                <a:gd name="connsiteY1-144" fmla="*/ 0 h 1193800"/>
                <a:gd name="connsiteX2-145" fmla="*/ 8737600 w 12674600"/>
                <a:gd name="connsiteY2-146" fmla="*/ 431800 h 1193800"/>
                <a:gd name="connsiteX3-147" fmla="*/ 10858500 w 12674600"/>
                <a:gd name="connsiteY3-148" fmla="*/ 342900 h 1193800"/>
                <a:gd name="connsiteX4-149" fmla="*/ 12674600 w 12674600"/>
                <a:gd name="connsiteY4-150" fmla="*/ 368300 h 1193800"/>
                <a:gd name="connsiteX5-151" fmla="*/ 12623800 w 12674600"/>
                <a:gd name="connsiteY5-152" fmla="*/ 1130300 h 1193800"/>
                <a:gd name="connsiteX6-153" fmla="*/ 88900 w 12674600"/>
                <a:gd name="connsiteY6-154" fmla="*/ 1193800 h 1193800"/>
                <a:gd name="connsiteX7-155" fmla="*/ 50800 w 12674600"/>
                <a:gd name="connsiteY7-156" fmla="*/ 406400 h 1193800"/>
                <a:gd name="connsiteX8-157" fmla="*/ 0 w 12674600"/>
                <a:gd name="connsiteY8-158" fmla="*/ 431800 h 1193800"/>
                <a:gd name="connsiteX0-159" fmla="*/ 0 w 12674600"/>
                <a:gd name="connsiteY0-160" fmla="*/ 431800 h 1193800"/>
                <a:gd name="connsiteX1-161" fmla="*/ 3479800 w 12674600"/>
                <a:gd name="connsiteY1-162" fmla="*/ 0 h 1193800"/>
                <a:gd name="connsiteX2-163" fmla="*/ 8737600 w 12674600"/>
                <a:gd name="connsiteY2-164" fmla="*/ 431800 h 1193800"/>
                <a:gd name="connsiteX3-165" fmla="*/ 10858500 w 12674600"/>
                <a:gd name="connsiteY3-166" fmla="*/ 342900 h 1193800"/>
                <a:gd name="connsiteX4-167" fmla="*/ 12674600 w 12674600"/>
                <a:gd name="connsiteY4-168" fmla="*/ 368300 h 1193800"/>
                <a:gd name="connsiteX5-169" fmla="*/ 12623800 w 12674600"/>
                <a:gd name="connsiteY5-170" fmla="*/ 1130300 h 1193800"/>
                <a:gd name="connsiteX6-171" fmla="*/ 88900 w 12674600"/>
                <a:gd name="connsiteY6-172" fmla="*/ 1193800 h 1193800"/>
                <a:gd name="connsiteX7-173" fmla="*/ 50800 w 12674600"/>
                <a:gd name="connsiteY7-174" fmla="*/ 406400 h 1193800"/>
                <a:gd name="connsiteX8-175" fmla="*/ 0 w 12674600"/>
                <a:gd name="connsiteY8-176" fmla="*/ 431800 h 1193800"/>
                <a:gd name="connsiteX0-177" fmla="*/ 0 w 12674600"/>
                <a:gd name="connsiteY0-178" fmla="*/ 431800 h 1193800"/>
                <a:gd name="connsiteX1-179" fmla="*/ 3479800 w 12674600"/>
                <a:gd name="connsiteY1-180" fmla="*/ 0 h 1193800"/>
                <a:gd name="connsiteX2-181" fmla="*/ 8737600 w 12674600"/>
                <a:gd name="connsiteY2-182" fmla="*/ 431800 h 1193800"/>
                <a:gd name="connsiteX3-183" fmla="*/ 10858500 w 12674600"/>
                <a:gd name="connsiteY3-184" fmla="*/ 342900 h 1193800"/>
                <a:gd name="connsiteX4-185" fmla="*/ 12674600 w 12674600"/>
                <a:gd name="connsiteY4-186" fmla="*/ 368300 h 1193800"/>
                <a:gd name="connsiteX5-187" fmla="*/ 12623800 w 12674600"/>
                <a:gd name="connsiteY5-188" fmla="*/ 1130300 h 1193800"/>
                <a:gd name="connsiteX6-189" fmla="*/ 88900 w 12674600"/>
                <a:gd name="connsiteY6-190" fmla="*/ 1193800 h 1193800"/>
                <a:gd name="connsiteX7-191" fmla="*/ 50800 w 12674600"/>
                <a:gd name="connsiteY7-192" fmla="*/ 406400 h 1193800"/>
                <a:gd name="connsiteX8-193" fmla="*/ 0 w 12674600"/>
                <a:gd name="connsiteY8-194" fmla="*/ 431800 h 1193800"/>
                <a:gd name="connsiteX0-195" fmla="*/ 0 w 12674600"/>
                <a:gd name="connsiteY0-196" fmla="*/ 431800 h 1193800"/>
                <a:gd name="connsiteX1-197" fmla="*/ 3479800 w 12674600"/>
                <a:gd name="connsiteY1-198" fmla="*/ 0 h 1193800"/>
                <a:gd name="connsiteX2-199" fmla="*/ 8737600 w 12674600"/>
                <a:gd name="connsiteY2-200" fmla="*/ 431800 h 1193800"/>
                <a:gd name="connsiteX3-201" fmla="*/ 10858500 w 12674600"/>
                <a:gd name="connsiteY3-202" fmla="*/ 342900 h 1193800"/>
                <a:gd name="connsiteX4-203" fmla="*/ 12674600 w 12674600"/>
                <a:gd name="connsiteY4-204" fmla="*/ 368300 h 1193800"/>
                <a:gd name="connsiteX5-205" fmla="*/ 12623800 w 12674600"/>
                <a:gd name="connsiteY5-206" fmla="*/ 1130300 h 1193800"/>
                <a:gd name="connsiteX6-207" fmla="*/ 88900 w 12674600"/>
                <a:gd name="connsiteY6-208" fmla="*/ 1193800 h 1193800"/>
                <a:gd name="connsiteX7-209" fmla="*/ 50800 w 12674600"/>
                <a:gd name="connsiteY7-210" fmla="*/ 406400 h 1193800"/>
                <a:gd name="connsiteX8-211" fmla="*/ 0 w 12674600"/>
                <a:gd name="connsiteY8-212" fmla="*/ 431800 h 1193800"/>
                <a:gd name="connsiteX0-213" fmla="*/ 0 w 12674600"/>
                <a:gd name="connsiteY0-214" fmla="*/ 431800 h 1193800"/>
                <a:gd name="connsiteX1-215" fmla="*/ 3479800 w 12674600"/>
                <a:gd name="connsiteY1-216" fmla="*/ 0 h 1193800"/>
                <a:gd name="connsiteX2-217" fmla="*/ 8737600 w 12674600"/>
                <a:gd name="connsiteY2-218" fmla="*/ 431800 h 1193800"/>
                <a:gd name="connsiteX3-219" fmla="*/ 10858500 w 12674600"/>
                <a:gd name="connsiteY3-220" fmla="*/ 342900 h 1193800"/>
                <a:gd name="connsiteX4-221" fmla="*/ 12674600 w 12674600"/>
                <a:gd name="connsiteY4-222" fmla="*/ 368300 h 1193800"/>
                <a:gd name="connsiteX5-223" fmla="*/ 12623800 w 12674600"/>
                <a:gd name="connsiteY5-224" fmla="*/ 1130300 h 1193800"/>
                <a:gd name="connsiteX6-225" fmla="*/ 88900 w 12674600"/>
                <a:gd name="connsiteY6-226" fmla="*/ 1193800 h 1193800"/>
                <a:gd name="connsiteX7-227" fmla="*/ 50800 w 12674600"/>
                <a:gd name="connsiteY7-228" fmla="*/ 406400 h 1193800"/>
                <a:gd name="connsiteX8-229" fmla="*/ 0 w 12674600"/>
                <a:gd name="connsiteY8-230" fmla="*/ 431800 h 1193800"/>
                <a:gd name="connsiteX0-231" fmla="*/ 0 w 12674600"/>
                <a:gd name="connsiteY0-232" fmla="*/ 431800 h 1193800"/>
                <a:gd name="connsiteX1-233" fmla="*/ 3479800 w 12674600"/>
                <a:gd name="connsiteY1-234" fmla="*/ 0 h 1193800"/>
                <a:gd name="connsiteX2-235" fmla="*/ 8737600 w 12674600"/>
                <a:gd name="connsiteY2-236" fmla="*/ 431800 h 1193800"/>
                <a:gd name="connsiteX3-237" fmla="*/ 10858500 w 12674600"/>
                <a:gd name="connsiteY3-238" fmla="*/ 342900 h 1193800"/>
                <a:gd name="connsiteX4-239" fmla="*/ 12674600 w 12674600"/>
                <a:gd name="connsiteY4-240" fmla="*/ 368300 h 1193800"/>
                <a:gd name="connsiteX5-241" fmla="*/ 12623800 w 12674600"/>
                <a:gd name="connsiteY5-242" fmla="*/ 1130300 h 1193800"/>
                <a:gd name="connsiteX6-243" fmla="*/ 88900 w 12674600"/>
                <a:gd name="connsiteY6-244" fmla="*/ 1193800 h 1193800"/>
                <a:gd name="connsiteX7-245" fmla="*/ 50800 w 12674600"/>
                <a:gd name="connsiteY7-246" fmla="*/ 406400 h 1193800"/>
                <a:gd name="connsiteX8-247" fmla="*/ 0 w 12674600"/>
                <a:gd name="connsiteY8-248" fmla="*/ 431800 h 1193800"/>
                <a:gd name="connsiteX0-249" fmla="*/ 0 w 12674600"/>
                <a:gd name="connsiteY0-250" fmla="*/ 431800 h 1193800"/>
                <a:gd name="connsiteX1-251" fmla="*/ 3479800 w 12674600"/>
                <a:gd name="connsiteY1-252" fmla="*/ 0 h 1193800"/>
                <a:gd name="connsiteX2-253" fmla="*/ 8737600 w 12674600"/>
                <a:gd name="connsiteY2-254" fmla="*/ 431800 h 1193800"/>
                <a:gd name="connsiteX3-255" fmla="*/ 10858500 w 12674600"/>
                <a:gd name="connsiteY3-256" fmla="*/ 342900 h 1193800"/>
                <a:gd name="connsiteX4-257" fmla="*/ 12674600 w 12674600"/>
                <a:gd name="connsiteY4-258" fmla="*/ 368300 h 1193800"/>
                <a:gd name="connsiteX5-259" fmla="*/ 12623800 w 12674600"/>
                <a:gd name="connsiteY5-260" fmla="*/ 1130300 h 1193800"/>
                <a:gd name="connsiteX6-261" fmla="*/ 88900 w 12674600"/>
                <a:gd name="connsiteY6-262" fmla="*/ 1193800 h 1193800"/>
                <a:gd name="connsiteX7-263" fmla="*/ 50800 w 12674600"/>
                <a:gd name="connsiteY7-264" fmla="*/ 406400 h 1193800"/>
                <a:gd name="connsiteX8-265" fmla="*/ 0 w 12674600"/>
                <a:gd name="connsiteY8-266" fmla="*/ 431800 h 1193800"/>
                <a:gd name="connsiteX0-267" fmla="*/ 0 w 12674600"/>
                <a:gd name="connsiteY0-268" fmla="*/ 431800 h 1193800"/>
                <a:gd name="connsiteX1-269" fmla="*/ 3479800 w 12674600"/>
                <a:gd name="connsiteY1-270" fmla="*/ 0 h 1193800"/>
                <a:gd name="connsiteX2-271" fmla="*/ 8737600 w 12674600"/>
                <a:gd name="connsiteY2-272" fmla="*/ 431800 h 1193800"/>
                <a:gd name="connsiteX3-273" fmla="*/ 10845800 w 12674600"/>
                <a:gd name="connsiteY3-274" fmla="*/ 215900 h 1193800"/>
                <a:gd name="connsiteX4-275" fmla="*/ 12674600 w 12674600"/>
                <a:gd name="connsiteY4-276" fmla="*/ 368300 h 1193800"/>
                <a:gd name="connsiteX5-277" fmla="*/ 12623800 w 12674600"/>
                <a:gd name="connsiteY5-278" fmla="*/ 1130300 h 1193800"/>
                <a:gd name="connsiteX6-279" fmla="*/ 88900 w 12674600"/>
                <a:gd name="connsiteY6-280" fmla="*/ 1193800 h 1193800"/>
                <a:gd name="connsiteX7-281" fmla="*/ 50800 w 12674600"/>
                <a:gd name="connsiteY7-282" fmla="*/ 406400 h 1193800"/>
                <a:gd name="connsiteX8-283" fmla="*/ 0 w 12674600"/>
                <a:gd name="connsiteY8-284" fmla="*/ 431800 h 1193800"/>
                <a:gd name="connsiteX0-285" fmla="*/ 0 w 12674600"/>
                <a:gd name="connsiteY0-286" fmla="*/ 431800 h 1193800"/>
                <a:gd name="connsiteX1-287" fmla="*/ 3479800 w 12674600"/>
                <a:gd name="connsiteY1-288" fmla="*/ 0 h 1193800"/>
                <a:gd name="connsiteX2-289" fmla="*/ 8737600 w 12674600"/>
                <a:gd name="connsiteY2-290" fmla="*/ 431800 h 1193800"/>
                <a:gd name="connsiteX3-291" fmla="*/ 10833100 w 12674600"/>
                <a:gd name="connsiteY3-292" fmla="*/ 76200 h 1193800"/>
                <a:gd name="connsiteX4-293" fmla="*/ 12674600 w 12674600"/>
                <a:gd name="connsiteY4-294" fmla="*/ 368300 h 1193800"/>
                <a:gd name="connsiteX5-295" fmla="*/ 12623800 w 12674600"/>
                <a:gd name="connsiteY5-296" fmla="*/ 1130300 h 1193800"/>
                <a:gd name="connsiteX6-297" fmla="*/ 88900 w 12674600"/>
                <a:gd name="connsiteY6-298" fmla="*/ 1193800 h 1193800"/>
                <a:gd name="connsiteX7-299" fmla="*/ 50800 w 12674600"/>
                <a:gd name="connsiteY7-300" fmla="*/ 406400 h 1193800"/>
                <a:gd name="connsiteX8-301" fmla="*/ 0 w 12674600"/>
                <a:gd name="connsiteY8-302" fmla="*/ 431800 h 1193800"/>
                <a:gd name="connsiteX0-303" fmla="*/ 0 w 12674600"/>
                <a:gd name="connsiteY0-304" fmla="*/ 431800 h 1193800"/>
                <a:gd name="connsiteX1-305" fmla="*/ 3479800 w 12674600"/>
                <a:gd name="connsiteY1-306" fmla="*/ 0 h 1193800"/>
                <a:gd name="connsiteX2-307" fmla="*/ 8737600 w 12674600"/>
                <a:gd name="connsiteY2-308" fmla="*/ 431800 h 1193800"/>
                <a:gd name="connsiteX3-309" fmla="*/ 10833100 w 12674600"/>
                <a:gd name="connsiteY3-310" fmla="*/ 76200 h 1193800"/>
                <a:gd name="connsiteX4-311" fmla="*/ 12674600 w 12674600"/>
                <a:gd name="connsiteY4-312" fmla="*/ 368300 h 1193800"/>
                <a:gd name="connsiteX5-313" fmla="*/ 12623800 w 12674600"/>
                <a:gd name="connsiteY5-314" fmla="*/ 1130300 h 1193800"/>
                <a:gd name="connsiteX6-315" fmla="*/ 88900 w 12674600"/>
                <a:gd name="connsiteY6-316" fmla="*/ 1193800 h 1193800"/>
                <a:gd name="connsiteX7-317" fmla="*/ 50800 w 12674600"/>
                <a:gd name="connsiteY7-318" fmla="*/ 406400 h 1193800"/>
                <a:gd name="connsiteX8-319" fmla="*/ 0 w 12674600"/>
                <a:gd name="connsiteY8-320" fmla="*/ 431800 h 1193800"/>
                <a:gd name="connsiteX0-321" fmla="*/ 0 w 12674600"/>
                <a:gd name="connsiteY0-322" fmla="*/ 431800 h 1193800"/>
                <a:gd name="connsiteX1-323" fmla="*/ 3479800 w 12674600"/>
                <a:gd name="connsiteY1-324" fmla="*/ 0 h 1193800"/>
                <a:gd name="connsiteX2-325" fmla="*/ 8737600 w 12674600"/>
                <a:gd name="connsiteY2-326" fmla="*/ 431800 h 1193800"/>
                <a:gd name="connsiteX3-327" fmla="*/ 10833100 w 12674600"/>
                <a:gd name="connsiteY3-328" fmla="*/ 76200 h 1193800"/>
                <a:gd name="connsiteX4-329" fmla="*/ 12674600 w 12674600"/>
                <a:gd name="connsiteY4-330" fmla="*/ 368300 h 1193800"/>
                <a:gd name="connsiteX5-331" fmla="*/ 12623800 w 12674600"/>
                <a:gd name="connsiteY5-332" fmla="*/ 1130300 h 1193800"/>
                <a:gd name="connsiteX6-333" fmla="*/ 88900 w 12674600"/>
                <a:gd name="connsiteY6-334" fmla="*/ 1193800 h 1193800"/>
                <a:gd name="connsiteX7-335" fmla="*/ 50800 w 12674600"/>
                <a:gd name="connsiteY7-336" fmla="*/ 406400 h 1193800"/>
                <a:gd name="connsiteX8-337" fmla="*/ 0 w 12674600"/>
                <a:gd name="connsiteY8-338" fmla="*/ 431800 h 1193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9230" h="1090">
                  <a:moveTo>
                    <a:pt x="5210" y="0"/>
                  </a:moveTo>
                  <a:cubicBezTo>
                    <a:pt x="7603" y="0"/>
                    <a:pt x="11560" y="660"/>
                    <a:pt x="13490" y="680"/>
                  </a:cubicBezTo>
                  <a:cubicBezTo>
                    <a:pt x="15420" y="700"/>
                    <a:pt x="15577" y="187"/>
                    <a:pt x="16790" y="120"/>
                  </a:cubicBezTo>
                  <a:cubicBezTo>
                    <a:pt x="17700" y="70"/>
                    <a:pt x="18616" y="238"/>
                    <a:pt x="19212" y="412"/>
                  </a:cubicBezTo>
                  <a:lnTo>
                    <a:pt x="19230" y="417"/>
                  </a:lnTo>
                  <a:lnTo>
                    <a:pt x="19230" y="1090"/>
                  </a:lnTo>
                  <a:lnTo>
                    <a:pt x="0" y="1090"/>
                  </a:lnTo>
                  <a:lnTo>
                    <a:pt x="0" y="641"/>
                  </a:lnTo>
                  <a:lnTo>
                    <a:pt x="10" y="640"/>
                  </a:lnTo>
                  <a:cubicBezTo>
                    <a:pt x="1033" y="473"/>
                    <a:pt x="3036" y="0"/>
                    <a:pt x="521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/>
            <p:cNvSpPr/>
            <p:nvPr userDrawn="1">
              <p:custDataLst>
                <p:tags r:id="rId4"/>
              </p:custDataLst>
            </p:nvPr>
          </p:nvSpPr>
          <p:spPr>
            <a:xfrm flipH="1" flipV="1">
              <a:off x="-6350" y="-15240"/>
              <a:ext cx="12211050" cy="574040"/>
            </a:xfrm>
            <a:custGeom>
              <a:avLst/>
              <a:gdLst>
                <a:gd name="connsiteX0" fmla="*/ 0 w 12674600"/>
                <a:gd name="connsiteY0" fmla="*/ 444500 h 1206500"/>
                <a:gd name="connsiteX1" fmla="*/ 3327400 w 12674600"/>
                <a:gd name="connsiteY1" fmla="*/ 0 h 1206500"/>
                <a:gd name="connsiteX2" fmla="*/ 3479800 w 12674600"/>
                <a:gd name="connsiteY2" fmla="*/ 12700 h 1206500"/>
                <a:gd name="connsiteX3" fmla="*/ 8737600 w 12674600"/>
                <a:gd name="connsiteY3" fmla="*/ 444500 h 1206500"/>
                <a:gd name="connsiteX4" fmla="*/ 8864600 w 12674600"/>
                <a:gd name="connsiteY4" fmla="*/ 469900 h 1206500"/>
                <a:gd name="connsiteX5" fmla="*/ 8991600 w 12674600"/>
                <a:gd name="connsiteY5" fmla="*/ 495300 h 1206500"/>
                <a:gd name="connsiteX6" fmla="*/ 10858500 w 12674600"/>
                <a:gd name="connsiteY6" fmla="*/ 355600 h 1206500"/>
                <a:gd name="connsiteX7" fmla="*/ 12674600 w 12674600"/>
                <a:gd name="connsiteY7" fmla="*/ 381000 h 1206500"/>
                <a:gd name="connsiteX8" fmla="*/ 12623800 w 12674600"/>
                <a:gd name="connsiteY8" fmla="*/ 1143000 h 1206500"/>
                <a:gd name="connsiteX9" fmla="*/ 88900 w 12674600"/>
                <a:gd name="connsiteY9" fmla="*/ 1206500 h 1206500"/>
                <a:gd name="connsiteX10" fmla="*/ 50800 w 12674600"/>
                <a:gd name="connsiteY10" fmla="*/ 419100 h 1206500"/>
                <a:gd name="connsiteX11" fmla="*/ 0 w 12674600"/>
                <a:gd name="connsiteY11" fmla="*/ 444500 h 1206500"/>
                <a:gd name="connsiteX0-1" fmla="*/ 0 w 12674600"/>
                <a:gd name="connsiteY0-2" fmla="*/ 431800 h 1193800"/>
                <a:gd name="connsiteX1-3" fmla="*/ 3479800 w 12674600"/>
                <a:gd name="connsiteY1-4" fmla="*/ 0 h 1193800"/>
                <a:gd name="connsiteX2-5" fmla="*/ 8737600 w 12674600"/>
                <a:gd name="connsiteY2-6" fmla="*/ 431800 h 1193800"/>
                <a:gd name="connsiteX3-7" fmla="*/ 8864600 w 12674600"/>
                <a:gd name="connsiteY3-8" fmla="*/ 457200 h 1193800"/>
                <a:gd name="connsiteX4-9" fmla="*/ 8991600 w 12674600"/>
                <a:gd name="connsiteY4-10" fmla="*/ 482600 h 1193800"/>
                <a:gd name="connsiteX5-11" fmla="*/ 10858500 w 12674600"/>
                <a:gd name="connsiteY5-12" fmla="*/ 342900 h 1193800"/>
                <a:gd name="connsiteX6-13" fmla="*/ 12674600 w 12674600"/>
                <a:gd name="connsiteY6-14" fmla="*/ 368300 h 1193800"/>
                <a:gd name="connsiteX7-15" fmla="*/ 12623800 w 12674600"/>
                <a:gd name="connsiteY7-16" fmla="*/ 1130300 h 1193800"/>
                <a:gd name="connsiteX8-17" fmla="*/ 88900 w 12674600"/>
                <a:gd name="connsiteY8-18" fmla="*/ 1193800 h 1193800"/>
                <a:gd name="connsiteX9-19" fmla="*/ 50800 w 12674600"/>
                <a:gd name="connsiteY9-20" fmla="*/ 406400 h 1193800"/>
                <a:gd name="connsiteX10-21" fmla="*/ 0 w 12674600"/>
                <a:gd name="connsiteY10-22" fmla="*/ 431800 h 1193800"/>
                <a:gd name="connsiteX0-23" fmla="*/ 0 w 12674600"/>
                <a:gd name="connsiteY0-24" fmla="*/ 431800 h 1193800"/>
                <a:gd name="connsiteX1-25" fmla="*/ 3479800 w 12674600"/>
                <a:gd name="connsiteY1-26" fmla="*/ 0 h 1193800"/>
                <a:gd name="connsiteX2-27" fmla="*/ 8737600 w 12674600"/>
                <a:gd name="connsiteY2-28" fmla="*/ 431800 h 1193800"/>
                <a:gd name="connsiteX3-29" fmla="*/ 8864600 w 12674600"/>
                <a:gd name="connsiteY3-30" fmla="*/ 457200 h 1193800"/>
                <a:gd name="connsiteX4-31" fmla="*/ 8991600 w 12674600"/>
                <a:gd name="connsiteY4-32" fmla="*/ 482600 h 1193800"/>
                <a:gd name="connsiteX5-33" fmla="*/ 10858500 w 12674600"/>
                <a:gd name="connsiteY5-34" fmla="*/ 342900 h 1193800"/>
                <a:gd name="connsiteX6-35" fmla="*/ 12674600 w 12674600"/>
                <a:gd name="connsiteY6-36" fmla="*/ 368300 h 1193800"/>
                <a:gd name="connsiteX7-37" fmla="*/ 12623800 w 12674600"/>
                <a:gd name="connsiteY7-38" fmla="*/ 1130300 h 1193800"/>
                <a:gd name="connsiteX8-39" fmla="*/ 88900 w 12674600"/>
                <a:gd name="connsiteY8-40" fmla="*/ 1193800 h 1193800"/>
                <a:gd name="connsiteX9-41" fmla="*/ 50800 w 12674600"/>
                <a:gd name="connsiteY9-42" fmla="*/ 406400 h 1193800"/>
                <a:gd name="connsiteX10-43" fmla="*/ 0 w 12674600"/>
                <a:gd name="connsiteY10-44" fmla="*/ 431800 h 1193800"/>
                <a:gd name="connsiteX0-45" fmla="*/ 0 w 12674600"/>
                <a:gd name="connsiteY0-46" fmla="*/ 431800 h 1193800"/>
                <a:gd name="connsiteX1-47" fmla="*/ 3479800 w 12674600"/>
                <a:gd name="connsiteY1-48" fmla="*/ 0 h 1193800"/>
                <a:gd name="connsiteX2-49" fmla="*/ 8737600 w 12674600"/>
                <a:gd name="connsiteY2-50" fmla="*/ 431800 h 1193800"/>
                <a:gd name="connsiteX3-51" fmla="*/ 8864600 w 12674600"/>
                <a:gd name="connsiteY3-52" fmla="*/ 457200 h 1193800"/>
                <a:gd name="connsiteX4-53" fmla="*/ 8991600 w 12674600"/>
                <a:gd name="connsiteY4-54" fmla="*/ 482600 h 1193800"/>
                <a:gd name="connsiteX5-55" fmla="*/ 10858500 w 12674600"/>
                <a:gd name="connsiteY5-56" fmla="*/ 342900 h 1193800"/>
                <a:gd name="connsiteX6-57" fmla="*/ 12674600 w 12674600"/>
                <a:gd name="connsiteY6-58" fmla="*/ 368300 h 1193800"/>
                <a:gd name="connsiteX7-59" fmla="*/ 12623800 w 12674600"/>
                <a:gd name="connsiteY7-60" fmla="*/ 1130300 h 1193800"/>
                <a:gd name="connsiteX8-61" fmla="*/ 88900 w 12674600"/>
                <a:gd name="connsiteY8-62" fmla="*/ 1193800 h 1193800"/>
                <a:gd name="connsiteX9-63" fmla="*/ 50800 w 12674600"/>
                <a:gd name="connsiteY9-64" fmla="*/ 406400 h 1193800"/>
                <a:gd name="connsiteX10-65" fmla="*/ 0 w 12674600"/>
                <a:gd name="connsiteY10-66" fmla="*/ 431800 h 1193800"/>
                <a:gd name="connsiteX0-67" fmla="*/ 0 w 12674600"/>
                <a:gd name="connsiteY0-68" fmla="*/ 431800 h 1193800"/>
                <a:gd name="connsiteX1-69" fmla="*/ 3479800 w 12674600"/>
                <a:gd name="connsiteY1-70" fmla="*/ 0 h 1193800"/>
                <a:gd name="connsiteX2-71" fmla="*/ 8737600 w 12674600"/>
                <a:gd name="connsiteY2-72" fmla="*/ 431800 h 1193800"/>
                <a:gd name="connsiteX3-73" fmla="*/ 8991600 w 12674600"/>
                <a:gd name="connsiteY3-74" fmla="*/ 482600 h 1193800"/>
                <a:gd name="connsiteX4-75" fmla="*/ 10858500 w 12674600"/>
                <a:gd name="connsiteY4-76" fmla="*/ 342900 h 1193800"/>
                <a:gd name="connsiteX5-77" fmla="*/ 12674600 w 12674600"/>
                <a:gd name="connsiteY5-78" fmla="*/ 368300 h 1193800"/>
                <a:gd name="connsiteX6-79" fmla="*/ 12623800 w 12674600"/>
                <a:gd name="connsiteY6-80" fmla="*/ 1130300 h 1193800"/>
                <a:gd name="connsiteX7-81" fmla="*/ 88900 w 12674600"/>
                <a:gd name="connsiteY7-82" fmla="*/ 1193800 h 1193800"/>
                <a:gd name="connsiteX8-83" fmla="*/ 50800 w 12674600"/>
                <a:gd name="connsiteY8-84" fmla="*/ 406400 h 1193800"/>
                <a:gd name="connsiteX9-85" fmla="*/ 0 w 12674600"/>
                <a:gd name="connsiteY9-86" fmla="*/ 431800 h 1193800"/>
                <a:gd name="connsiteX0-87" fmla="*/ 0 w 12674600"/>
                <a:gd name="connsiteY0-88" fmla="*/ 431800 h 1193800"/>
                <a:gd name="connsiteX1-89" fmla="*/ 3479800 w 12674600"/>
                <a:gd name="connsiteY1-90" fmla="*/ 0 h 1193800"/>
                <a:gd name="connsiteX2-91" fmla="*/ 8737600 w 12674600"/>
                <a:gd name="connsiteY2-92" fmla="*/ 431800 h 1193800"/>
                <a:gd name="connsiteX3-93" fmla="*/ 10858500 w 12674600"/>
                <a:gd name="connsiteY3-94" fmla="*/ 342900 h 1193800"/>
                <a:gd name="connsiteX4-95" fmla="*/ 12674600 w 12674600"/>
                <a:gd name="connsiteY4-96" fmla="*/ 368300 h 1193800"/>
                <a:gd name="connsiteX5-97" fmla="*/ 12623800 w 12674600"/>
                <a:gd name="connsiteY5-98" fmla="*/ 1130300 h 1193800"/>
                <a:gd name="connsiteX6-99" fmla="*/ 88900 w 12674600"/>
                <a:gd name="connsiteY6-100" fmla="*/ 1193800 h 1193800"/>
                <a:gd name="connsiteX7-101" fmla="*/ 50800 w 12674600"/>
                <a:gd name="connsiteY7-102" fmla="*/ 406400 h 1193800"/>
                <a:gd name="connsiteX8-103" fmla="*/ 0 w 12674600"/>
                <a:gd name="connsiteY8-104" fmla="*/ 431800 h 1193800"/>
                <a:gd name="connsiteX0-105" fmla="*/ 0 w 12674600"/>
                <a:gd name="connsiteY0-106" fmla="*/ 431800 h 1193800"/>
                <a:gd name="connsiteX1-107" fmla="*/ 3479800 w 12674600"/>
                <a:gd name="connsiteY1-108" fmla="*/ 0 h 1193800"/>
                <a:gd name="connsiteX2-109" fmla="*/ 8737600 w 12674600"/>
                <a:gd name="connsiteY2-110" fmla="*/ 431800 h 1193800"/>
                <a:gd name="connsiteX3-111" fmla="*/ 10858500 w 12674600"/>
                <a:gd name="connsiteY3-112" fmla="*/ 342900 h 1193800"/>
                <a:gd name="connsiteX4-113" fmla="*/ 12674600 w 12674600"/>
                <a:gd name="connsiteY4-114" fmla="*/ 368300 h 1193800"/>
                <a:gd name="connsiteX5-115" fmla="*/ 12623800 w 12674600"/>
                <a:gd name="connsiteY5-116" fmla="*/ 1130300 h 1193800"/>
                <a:gd name="connsiteX6-117" fmla="*/ 88900 w 12674600"/>
                <a:gd name="connsiteY6-118" fmla="*/ 1193800 h 1193800"/>
                <a:gd name="connsiteX7-119" fmla="*/ 50800 w 12674600"/>
                <a:gd name="connsiteY7-120" fmla="*/ 406400 h 1193800"/>
                <a:gd name="connsiteX8-121" fmla="*/ 0 w 12674600"/>
                <a:gd name="connsiteY8-122" fmla="*/ 431800 h 1193800"/>
                <a:gd name="connsiteX0-123" fmla="*/ 0 w 12674600"/>
                <a:gd name="connsiteY0-124" fmla="*/ 431800 h 1193800"/>
                <a:gd name="connsiteX1-125" fmla="*/ 3479800 w 12674600"/>
                <a:gd name="connsiteY1-126" fmla="*/ 0 h 1193800"/>
                <a:gd name="connsiteX2-127" fmla="*/ 8737600 w 12674600"/>
                <a:gd name="connsiteY2-128" fmla="*/ 431800 h 1193800"/>
                <a:gd name="connsiteX3-129" fmla="*/ 10858500 w 12674600"/>
                <a:gd name="connsiteY3-130" fmla="*/ 342900 h 1193800"/>
                <a:gd name="connsiteX4-131" fmla="*/ 12674600 w 12674600"/>
                <a:gd name="connsiteY4-132" fmla="*/ 368300 h 1193800"/>
                <a:gd name="connsiteX5-133" fmla="*/ 12623800 w 12674600"/>
                <a:gd name="connsiteY5-134" fmla="*/ 1130300 h 1193800"/>
                <a:gd name="connsiteX6-135" fmla="*/ 88900 w 12674600"/>
                <a:gd name="connsiteY6-136" fmla="*/ 1193800 h 1193800"/>
                <a:gd name="connsiteX7-137" fmla="*/ 50800 w 12674600"/>
                <a:gd name="connsiteY7-138" fmla="*/ 406400 h 1193800"/>
                <a:gd name="connsiteX8-139" fmla="*/ 0 w 12674600"/>
                <a:gd name="connsiteY8-140" fmla="*/ 431800 h 1193800"/>
                <a:gd name="connsiteX0-141" fmla="*/ 0 w 12674600"/>
                <a:gd name="connsiteY0-142" fmla="*/ 431800 h 1193800"/>
                <a:gd name="connsiteX1-143" fmla="*/ 3479800 w 12674600"/>
                <a:gd name="connsiteY1-144" fmla="*/ 0 h 1193800"/>
                <a:gd name="connsiteX2-145" fmla="*/ 8737600 w 12674600"/>
                <a:gd name="connsiteY2-146" fmla="*/ 431800 h 1193800"/>
                <a:gd name="connsiteX3-147" fmla="*/ 10858500 w 12674600"/>
                <a:gd name="connsiteY3-148" fmla="*/ 342900 h 1193800"/>
                <a:gd name="connsiteX4-149" fmla="*/ 12674600 w 12674600"/>
                <a:gd name="connsiteY4-150" fmla="*/ 368300 h 1193800"/>
                <a:gd name="connsiteX5-151" fmla="*/ 12623800 w 12674600"/>
                <a:gd name="connsiteY5-152" fmla="*/ 1130300 h 1193800"/>
                <a:gd name="connsiteX6-153" fmla="*/ 88900 w 12674600"/>
                <a:gd name="connsiteY6-154" fmla="*/ 1193800 h 1193800"/>
                <a:gd name="connsiteX7-155" fmla="*/ 50800 w 12674600"/>
                <a:gd name="connsiteY7-156" fmla="*/ 406400 h 1193800"/>
                <a:gd name="connsiteX8-157" fmla="*/ 0 w 12674600"/>
                <a:gd name="connsiteY8-158" fmla="*/ 431800 h 1193800"/>
                <a:gd name="connsiteX0-159" fmla="*/ 0 w 12674600"/>
                <a:gd name="connsiteY0-160" fmla="*/ 431800 h 1193800"/>
                <a:gd name="connsiteX1-161" fmla="*/ 3479800 w 12674600"/>
                <a:gd name="connsiteY1-162" fmla="*/ 0 h 1193800"/>
                <a:gd name="connsiteX2-163" fmla="*/ 8737600 w 12674600"/>
                <a:gd name="connsiteY2-164" fmla="*/ 431800 h 1193800"/>
                <a:gd name="connsiteX3-165" fmla="*/ 10858500 w 12674600"/>
                <a:gd name="connsiteY3-166" fmla="*/ 342900 h 1193800"/>
                <a:gd name="connsiteX4-167" fmla="*/ 12674600 w 12674600"/>
                <a:gd name="connsiteY4-168" fmla="*/ 368300 h 1193800"/>
                <a:gd name="connsiteX5-169" fmla="*/ 12623800 w 12674600"/>
                <a:gd name="connsiteY5-170" fmla="*/ 1130300 h 1193800"/>
                <a:gd name="connsiteX6-171" fmla="*/ 88900 w 12674600"/>
                <a:gd name="connsiteY6-172" fmla="*/ 1193800 h 1193800"/>
                <a:gd name="connsiteX7-173" fmla="*/ 50800 w 12674600"/>
                <a:gd name="connsiteY7-174" fmla="*/ 406400 h 1193800"/>
                <a:gd name="connsiteX8-175" fmla="*/ 0 w 12674600"/>
                <a:gd name="connsiteY8-176" fmla="*/ 431800 h 1193800"/>
                <a:gd name="connsiteX0-177" fmla="*/ 0 w 12674600"/>
                <a:gd name="connsiteY0-178" fmla="*/ 431800 h 1193800"/>
                <a:gd name="connsiteX1-179" fmla="*/ 3479800 w 12674600"/>
                <a:gd name="connsiteY1-180" fmla="*/ 0 h 1193800"/>
                <a:gd name="connsiteX2-181" fmla="*/ 8737600 w 12674600"/>
                <a:gd name="connsiteY2-182" fmla="*/ 431800 h 1193800"/>
                <a:gd name="connsiteX3-183" fmla="*/ 10858500 w 12674600"/>
                <a:gd name="connsiteY3-184" fmla="*/ 342900 h 1193800"/>
                <a:gd name="connsiteX4-185" fmla="*/ 12674600 w 12674600"/>
                <a:gd name="connsiteY4-186" fmla="*/ 368300 h 1193800"/>
                <a:gd name="connsiteX5-187" fmla="*/ 12623800 w 12674600"/>
                <a:gd name="connsiteY5-188" fmla="*/ 1130300 h 1193800"/>
                <a:gd name="connsiteX6-189" fmla="*/ 88900 w 12674600"/>
                <a:gd name="connsiteY6-190" fmla="*/ 1193800 h 1193800"/>
                <a:gd name="connsiteX7-191" fmla="*/ 50800 w 12674600"/>
                <a:gd name="connsiteY7-192" fmla="*/ 406400 h 1193800"/>
                <a:gd name="connsiteX8-193" fmla="*/ 0 w 12674600"/>
                <a:gd name="connsiteY8-194" fmla="*/ 431800 h 1193800"/>
                <a:gd name="connsiteX0-195" fmla="*/ 0 w 12674600"/>
                <a:gd name="connsiteY0-196" fmla="*/ 431800 h 1193800"/>
                <a:gd name="connsiteX1-197" fmla="*/ 3479800 w 12674600"/>
                <a:gd name="connsiteY1-198" fmla="*/ 0 h 1193800"/>
                <a:gd name="connsiteX2-199" fmla="*/ 8737600 w 12674600"/>
                <a:gd name="connsiteY2-200" fmla="*/ 431800 h 1193800"/>
                <a:gd name="connsiteX3-201" fmla="*/ 10858500 w 12674600"/>
                <a:gd name="connsiteY3-202" fmla="*/ 342900 h 1193800"/>
                <a:gd name="connsiteX4-203" fmla="*/ 12674600 w 12674600"/>
                <a:gd name="connsiteY4-204" fmla="*/ 368300 h 1193800"/>
                <a:gd name="connsiteX5-205" fmla="*/ 12623800 w 12674600"/>
                <a:gd name="connsiteY5-206" fmla="*/ 1130300 h 1193800"/>
                <a:gd name="connsiteX6-207" fmla="*/ 88900 w 12674600"/>
                <a:gd name="connsiteY6-208" fmla="*/ 1193800 h 1193800"/>
                <a:gd name="connsiteX7-209" fmla="*/ 50800 w 12674600"/>
                <a:gd name="connsiteY7-210" fmla="*/ 406400 h 1193800"/>
                <a:gd name="connsiteX8-211" fmla="*/ 0 w 12674600"/>
                <a:gd name="connsiteY8-212" fmla="*/ 431800 h 1193800"/>
                <a:gd name="connsiteX0-213" fmla="*/ 0 w 12674600"/>
                <a:gd name="connsiteY0-214" fmla="*/ 431800 h 1193800"/>
                <a:gd name="connsiteX1-215" fmla="*/ 3479800 w 12674600"/>
                <a:gd name="connsiteY1-216" fmla="*/ 0 h 1193800"/>
                <a:gd name="connsiteX2-217" fmla="*/ 8737600 w 12674600"/>
                <a:gd name="connsiteY2-218" fmla="*/ 431800 h 1193800"/>
                <a:gd name="connsiteX3-219" fmla="*/ 10858500 w 12674600"/>
                <a:gd name="connsiteY3-220" fmla="*/ 342900 h 1193800"/>
                <a:gd name="connsiteX4-221" fmla="*/ 12674600 w 12674600"/>
                <a:gd name="connsiteY4-222" fmla="*/ 368300 h 1193800"/>
                <a:gd name="connsiteX5-223" fmla="*/ 12623800 w 12674600"/>
                <a:gd name="connsiteY5-224" fmla="*/ 1130300 h 1193800"/>
                <a:gd name="connsiteX6-225" fmla="*/ 88900 w 12674600"/>
                <a:gd name="connsiteY6-226" fmla="*/ 1193800 h 1193800"/>
                <a:gd name="connsiteX7-227" fmla="*/ 50800 w 12674600"/>
                <a:gd name="connsiteY7-228" fmla="*/ 406400 h 1193800"/>
                <a:gd name="connsiteX8-229" fmla="*/ 0 w 12674600"/>
                <a:gd name="connsiteY8-230" fmla="*/ 431800 h 1193800"/>
                <a:gd name="connsiteX0-231" fmla="*/ 0 w 12674600"/>
                <a:gd name="connsiteY0-232" fmla="*/ 431800 h 1193800"/>
                <a:gd name="connsiteX1-233" fmla="*/ 3479800 w 12674600"/>
                <a:gd name="connsiteY1-234" fmla="*/ 0 h 1193800"/>
                <a:gd name="connsiteX2-235" fmla="*/ 8737600 w 12674600"/>
                <a:gd name="connsiteY2-236" fmla="*/ 431800 h 1193800"/>
                <a:gd name="connsiteX3-237" fmla="*/ 10858500 w 12674600"/>
                <a:gd name="connsiteY3-238" fmla="*/ 342900 h 1193800"/>
                <a:gd name="connsiteX4-239" fmla="*/ 12674600 w 12674600"/>
                <a:gd name="connsiteY4-240" fmla="*/ 368300 h 1193800"/>
                <a:gd name="connsiteX5-241" fmla="*/ 12623800 w 12674600"/>
                <a:gd name="connsiteY5-242" fmla="*/ 1130300 h 1193800"/>
                <a:gd name="connsiteX6-243" fmla="*/ 88900 w 12674600"/>
                <a:gd name="connsiteY6-244" fmla="*/ 1193800 h 1193800"/>
                <a:gd name="connsiteX7-245" fmla="*/ 50800 w 12674600"/>
                <a:gd name="connsiteY7-246" fmla="*/ 406400 h 1193800"/>
                <a:gd name="connsiteX8-247" fmla="*/ 0 w 12674600"/>
                <a:gd name="connsiteY8-248" fmla="*/ 431800 h 1193800"/>
                <a:gd name="connsiteX0-249" fmla="*/ 0 w 12674600"/>
                <a:gd name="connsiteY0-250" fmla="*/ 431800 h 1193800"/>
                <a:gd name="connsiteX1-251" fmla="*/ 3479800 w 12674600"/>
                <a:gd name="connsiteY1-252" fmla="*/ 0 h 1193800"/>
                <a:gd name="connsiteX2-253" fmla="*/ 8737600 w 12674600"/>
                <a:gd name="connsiteY2-254" fmla="*/ 431800 h 1193800"/>
                <a:gd name="connsiteX3-255" fmla="*/ 10858500 w 12674600"/>
                <a:gd name="connsiteY3-256" fmla="*/ 342900 h 1193800"/>
                <a:gd name="connsiteX4-257" fmla="*/ 12674600 w 12674600"/>
                <a:gd name="connsiteY4-258" fmla="*/ 368300 h 1193800"/>
                <a:gd name="connsiteX5-259" fmla="*/ 12623800 w 12674600"/>
                <a:gd name="connsiteY5-260" fmla="*/ 1130300 h 1193800"/>
                <a:gd name="connsiteX6-261" fmla="*/ 88900 w 12674600"/>
                <a:gd name="connsiteY6-262" fmla="*/ 1193800 h 1193800"/>
                <a:gd name="connsiteX7-263" fmla="*/ 50800 w 12674600"/>
                <a:gd name="connsiteY7-264" fmla="*/ 406400 h 1193800"/>
                <a:gd name="connsiteX8-265" fmla="*/ 0 w 12674600"/>
                <a:gd name="connsiteY8-266" fmla="*/ 431800 h 1193800"/>
                <a:gd name="connsiteX0-267" fmla="*/ 0 w 12674600"/>
                <a:gd name="connsiteY0-268" fmla="*/ 431800 h 1193800"/>
                <a:gd name="connsiteX1-269" fmla="*/ 3479800 w 12674600"/>
                <a:gd name="connsiteY1-270" fmla="*/ 0 h 1193800"/>
                <a:gd name="connsiteX2-271" fmla="*/ 8737600 w 12674600"/>
                <a:gd name="connsiteY2-272" fmla="*/ 431800 h 1193800"/>
                <a:gd name="connsiteX3-273" fmla="*/ 10845800 w 12674600"/>
                <a:gd name="connsiteY3-274" fmla="*/ 215900 h 1193800"/>
                <a:gd name="connsiteX4-275" fmla="*/ 12674600 w 12674600"/>
                <a:gd name="connsiteY4-276" fmla="*/ 368300 h 1193800"/>
                <a:gd name="connsiteX5-277" fmla="*/ 12623800 w 12674600"/>
                <a:gd name="connsiteY5-278" fmla="*/ 1130300 h 1193800"/>
                <a:gd name="connsiteX6-279" fmla="*/ 88900 w 12674600"/>
                <a:gd name="connsiteY6-280" fmla="*/ 1193800 h 1193800"/>
                <a:gd name="connsiteX7-281" fmla="*/ 50800 w 12674600"/>
                <a:gd name="connsiteY7-282" fmla="*/ 406400 h 1193800"/>
                <a:gd name="connsiteX8-283" fmla="*/ 0 w 12674600"/>
                <a:gd name="connsiteY8-284" fmla="*/ 431800 h 1193800"/>
                <a:gd name="connsiteX0-285" fmla="*/ 0 w 12674600"/>
                <a:gd name="connsiteY0-286" fmla="*/ 431800 h 1193800"/>
                <a:gd name="connsiteX1-287" fmla="*/ 3479800 w 12674600"/>
                <a:gd name="connsiteY1-288" fmla="*/ 0 h 1193800"/>
                <a:gd name="connsiteX2-289" fmla="*/ 8737600 w 12674600"/>
                <a:gd name="connsiteY2-290" fmla="*/ 431800 h 1193800"/>
                <a:gd name="connsiteX3-291" fmla="*/ 10833100 w 12674600"/>
                <a:gd name="connsiteY3-292" fmla="*/ 76200 h 1193800"/>
                <a:gd name="connsiteX4-293" fmla="*/ 12674600 w 12674600"/>
                <a:gd name="connsiteY4-294" fmla="*/ 368300 h 1193800"/>
                <a:gd name="connsiteX5-295" fmla="*/ 12623800 w 12674600"/>
                <a:gd name="connsiteY5-296" fmla="*/ 1130300 h 1193800"/>
                <a:gd name="connsiteX6-297" fmla="*/ 88900 w 12674600"/>
                <a:gd name="connsiteY6-298" fmla="*/ 1193800 h 1193800"/>
                <a:gd name="connsiteX7-299" fmla="*/ 50800 w 12674600"/>
                <a:gd name="connsiteY7-300" fmla="*/ 406400 h 1193800"/>
                <a:gd name="connsiteX8-301" fmla="*/ 0 w 12674600"/>
                <a:gd name="connsiteY8-302" fmla="*/ 431800 h 1193800"/>
                <a:gd name="connsiteX0-303" fmla="*/ 0 w 12674600"/>
                <a:gd name="connsiteY0-304" fmla="*/ 431800 h 1193800"/>
                <a:gd name="connsiteX1-305" fmla="*/ 3479800 w 12674600"/>
                <a:gd name="connsiteY1-306" fmla="*/ 0 h 1193800"/>
                <a:gd name="connsiteX2-307" fmla="*/ 8737600 w 12674600"/>
                <a:gd name="connsiteY2-308" fmla="*/ 431800 h 1193800"/>
                <a:gd name="connsiteX3-309" fmla="*/ 10833100 w 12674600"/>
                <a:gd name="connsiteY3-310" fmla="*/ 76200 h 1193800"/>
                <a:gd name="connsiteX4-311" fmla="*/ 12674600 w 12674600"/>
                <a:gd name="connsiteY4-312" fmla="*/ 368300 h 1193800"/>
                <a:gd name="connsiteX5-313" fmla="*/ 12623800 w 12674600"/>
                <a:gd name="connsiteY5-314" fmla="*/ 1130300 h 1193800"/>
                <a:gd name="connsiteX6-315" fmla="*/ 88900 w 12674600"/>
                <a:gd name="connsiteY6-316" fmla="*/ 1193800 h 1193800"/>
                <a:gd name="connsiteX7-317" fmla="*/ 50800 w 12674600"/>
                <a:gd name="connsiteY7-318" fmla="*/ 406400 h 1193800"/>
                <a:gd name="connsiteX8-319" fmla="*/ 0 w 12674600"/>
                <a:gd name="connsiteY8-320" fmla="*/ 431800 h 1193800"/>
                <a:gd name="connsiteX0-321" fmla="*/ 0 w 12674600"/>
                <a:gd name="connsiteY0-322" fmla="*/ 431800 h 1193800"/>
                <a:gd name="connsiteX1-323" fmla="*/ 3479800 w 12674600"/>
                <a:gd name="connsiteY1-324" fmla="*/ 0 h 1193800"/>
                <a:gd name="connsiteX2-325" fmla="*/ 8737600 w 12674600"/>
                <a:gd name="connsiteY2-326" fmla="*/ 431800 h 1193800"/>
                <a:gd name="connsiteX3-327" fmla="*/ 10833100 w 12674600"/>
                <a:gd name="connsiteY3-328" fmla="*/ 76200 h 1193800"/>
                <a:gd name="connsiteX4-329" fmla="*/ 12674600 w 12674600"/>
                <a:gd name="connsiteY4-330" fmla="*/ 368300 h 1193800"/>
                <a:gd name="connsiteX5-331" fmla="*/ 12623800 w 12674600"/>
                <a:gd name="connsiteY5-332" fmla="*/ 1130300 h 1193800"/>
                <a:gd name="connsiteX6-333" fmla="*/ 88900 w 12674600"/>
                <a:gd name="connsiteY6-334" fmla="*/ 1193800 h 1193800"/>
                <a:gd name="connsiteX7-335" fmla="*/ 50800 w 12674600"/>
                <a:gd name="connsiteY7-336" fmla="*/ 406400 h 1193800"/>
                <a:gd name="connsiteX8-337" fmla="*/ 0 w 12674600"/>
                <a:gd name="connsiteY8-338" fmla="*/ 431800 h 1193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9230" h="904">
                  <a:moveTo>
                    <a:pt x="5020" y="0"/>
                  </a:moveTo>
                  <a:cubicBezTo>
                    <a:pt x="7413" y="0"/>
                    <a:pt x="11370" y="660"/>
                    <a:pt x="13300" y="680"/>
                  </a:cubicBezTo>
                  <a:cubicBezTo>
                    <a:pt x="15230" y="700"/>
                    <a:pt x="15387" y="187"/>
                    <a:pt x="16600" y="120"/>
                  </a:cubicBezTo>
                  <a:cubicBezTo>
                    <a:pt x="17605" y="65"/>
                    <a:pt x="18616" y="275"/>
                    <a:pt x="19198" y="466"/>
                  </a:cubicBezTo>
                  <a:lnTo>
                    <a:pt x="19230" y="477"/>
                  </a:lnTo>
                  <a:lnTo>
                    <a:pt x="19230" y="904"/>
                  </a:lnTo>
                  <a:lnTo>
                    <a:pt x="0" y="904"/>
                  </a:lnTo>
                  <a:lnTo>
                    <a:pt x="0" y="609"/>
                  </a:lnTo>
                  <a:lnTo>
                    <a:pt x="22" y="605"/>
                  </a:lnTo>
                  <a:cubicBezTo>
                    <a:pt x="1094" y="416"/>
                    <a:pt x="2982" y="0"/>
                    <a:pt x="502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304433" y="2554514"/>
            <a:ext cx="4896453" cy="80874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000" u="none" strike="noStrike" kern="1200" cap="none" spc="300" normalizeH="0" baseline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uFillTx/>
                <a:latin typeface="Arial" panose="020B0604020202020204" pitchFamily="34" charset="0"/>
                <a:ea typeface="黑体" panose="0201060906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5304678" y="3425190"/>
            <a:ext cx="4896480" cy="1579245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4"/>
            </p:custDataLst>
          </p:nvPr>
        </p:nvSpPr>
        <p:spPr>
          <a:xfrm>
            <a:off x="669756" y="952508"/>
            <a:ext cx="5281866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237252" y="952508"/>
            <a:ext cx="5281866" cy="5388907"/>
          </a:xfrm>
        </p:spPr>
        <p:txBody>
          <a:bodyPr lIns="90170" tIns="46990" rIns="90170" bIns="46990">
            <a:normAutofit/>
          </a:bodyPr>
          <a:lstStyle>
            <a:lvl1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669756" y="952508"/>
            <a:ext cx="5281866" cy="381003"/>
          </a:xfrm>
        </p:spPr>
        <p:txBody>
          <a:bodyPr lIns="90170" tIns="46990" rIns="90170" bIns="4699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69751" y="1406525"/>
            <a:ext cx="5281824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6"/>
            </p:custDataLst>
          </p:nvPr>
        </p:nvSpPr>
        <p:spPr>
          <a:xfrm>
            <a:off x="6234126" y="952508"/>
            <a:ext cx="5281866" cy="381003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7"/>
            </p:custDataLst>
          </p:nvPr>
        </p:nvSpPr>
        <p:spPr>
          <a:xfrm>
            <a:off x="6234126" y="1406525"/>
            <a:ext cx="5281866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6"/>
          <p:cNvSpPr/>
          <p:nvPr>
            <p:custDataLst>
              <p:tags r:id="rId2"/>
            </p:custDataLst>
          </p:nvPr>
        </p:nvSpPr>
        <p:spPr>
          <a:xfrm>
            <a:off x="-6348" y="6184900"/>
            <a:ext cx="12207870" cy="69215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56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4"/>
            </p:custDataLst>
          </p:nvPr>
        </p:nvSpPr>
        <p:spPr>
          <a:xfrm>
            <a:off x="669756" y="952508"/>
            <a:ext cx="5281866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5"/>
            </p:custDataLst>
          </p:nvPr>
        </p:nvSpPr>
        <p:spPr>
          <a:xfrm>
            <a:off x="6237300" y="952508"/>
            <a:ext cx="5281866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92724" y="304200"/>
            <a:ext cx="11603378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3"/>
            </p:custDataLst>
          </p:nvPr>
        </p:nvSpPr>
        <p:spPr>
          <a:xfrm>
            <a:off x="10568382" y="952508"/>
            <a:ext cx="950736" cy="5388907"/>
          </a:xfrm>
        </p:spPr>
        <p:txBody>
          <a:bodyPr vert="eaVert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4"/>
            </p:custDataLst>
          </p:nvPr>
        </p:nvSpPr>
        <p:spPr>
          <a:xfrm>
            <a:off x="669751" y="952500"/>
            <a:ext cx="9825542" cy="5388907"/>
          </a:xfrm>
        </p:spPr>
        <p:txBody>
          <a:bodyPr vert="eaVert" lIns="90170" tIns="46990" rIns="90170" bIns="46990">
            <a:normAutofit/>
          </a:bodyPr>
          <a:lstStyle>
            <a:lvl1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92724" y="304200"/>
            <a:ext cx="11603378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669756" y="952508"/>
            <a:ext cx="10849411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图片 69" descr="图片包含 动物&#10;&#10;已生成高可信度的说明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pic>
        <p:nvPicPr>
          <p:cNvPr id="7" name="图片 6" descr="图片包含 动物&#10;&#10;已生成高可信度的说明" hidden="1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cxnSp>
        <p:nvCxnSpPr>
          <p:cNvPr id="8" name="直接连接符 7"/>
          <p:cNvCxnSpPr/>
          <p:nvPr>
            <p:custDataLst>
              <p:tags r:id="rId6"/>
            </p:custDataLst>
          </p:nvPr>
        </p:nvCxnSpPr>
        <p:spPr>
          <a:xfrm>
            <a:off x="428513" y="419100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428513" y="501650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8"/>
            </p:custDataLst>
          </p:nvPr>
        </p:nvCxnSpPr>
        <p:spPr>
          <a:xfrm>
            <a:off x="428513" y="584200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9"/>
            </p:custDataLst>
          </p:nvPr>
        </p:nvCxnSpPr>
        <p:spPr>
          <a:xfrm>
            <a:off x="7244861" y="6375400"/>
            <a:ext cx="3642174" cy="0"/>
          </a:xfrm>
          <a:prstGeom prst="line">
            <a:avLst/>
          </a:prstGeom>
          <a:ln w="31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>
            <p:custDataLst>
              <p:tags r:id="rId10"/>
            </p:custDataLst>
          </p:nvPr>
        </p:nvGrpSpPr>
        <p:grpSpPr>
          <a:xfrm>
            <a:off x="910988" y="4672608"/>
            <a:ext cx="1807689" cy="319882"/>
            <a:chOff x="911225" y="4845050"/>
            <a:chExt cx="1808160" cy="319882"/>
          </a:xfrm>
          <a:solidFill>
            <a:schemeClr val="bg1"/>
          </a:solidFill>
        </p:grpSpPr>
        <p:sp>
          <p:nvSpPr>
            <p:cNvPr id="15" name="椭圆 14"/>
            <p:cNvSpPr/>
            <p:nvPr>
              <p:custDataLst>
                <p:tags r:id="rId11"/>
              </p:custDataLst>
            </p:nvPr>
          </p:nvSpPr>
          <p:spPr>
            <a:xfrm>
              <a:off x="91122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椭圆 15"/>
            <p:cNvSpPr/>
            <p:nvPr>
              <p:custDataLst>
                <p:tags r:id="rId12"/>
              </p:custDataLst>
            </p:nvPr>
          </p:nvSpPr>
          <p:spPr>
            <a:xfrm>
              <a:off x="91122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椭圆 16"/>
            <p:cNvSpPr/>
            <p:nvPr>
              <p:custDataLst>
                <p:tags r:id="rId13"/>
              </p:custDataLst>
            </p:nvPr>
          </p:nvSpPr>
          <p:spPr>
            <a:xfrm>
              <a:off x="1085056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椭圆 17"/>
            <p:cNvSpPr/>
            <p:nvPr>
              <p:custDataLst>
                <p:tags r:id="rId14"/>
              </p:custDataLst>
            </p:nvPr>
          </p:nvSpPr>
          <p:spPr>
            <a:xfrm>
              <a:off x="1085056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椭圆 18"/>
            <p:cNvSpPr/>
            <p:nvPr>
              <p:custDataLst>
                <p:tags r:id="rId15"/>
              </p:custDataLst>
            </p:nvPr>
          </p:nvSpPr>
          <p:spPr>
            <a:xfrm>
              <a:off x="1258887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椭圆 19"/>
            <p:cNvSpPr/>
            <p:nvPr>
              <p:custDataLst>
                <p:tags r:id="rId16"/>
              </p:custDataLst>
            </p:nvPr>
          </p:nvSpPr>
          <p:spPr>
            <a:xfrm>
              <a:off x="1258887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椭圆 20"/>
            <p:cNvSpPr/>
            <p:nvPr>
              <p:custDataLst>
                <p:tags r:id="rId17"/>
              </p:custDataLst>
            </p:nvPr>
          </p:nvSpPr>
          <p:spPr>
            <a:xfrm>
              <a:off x="1432718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椭圆 21"/>
            <p:cNvSpPr/>
            <p:nvPr>
              <p:custDataLst>
                <p:tags r:id="rId18"/>
              </p:custDataLst>
            </p:nvPr>
          </p:nvSpPr>
          <p:spPr>
            <a:xfrm>
              <a:off x="1432718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椭圆 22"/>
            <p:cNvSpPr/>
            <p:nvPr>
              <p:custDataLst>
                <p:tags r:id="rId19"/>
              </p:custDataLst>
            </p:nvPr>
          </p:nvSpPr>
          <p:spPr>
            <a:xfrm>
              <a:off x="1606549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椭圆 23"/>
            <p:cNvSpPr/>
            <p:nvPr>
              <p:custDataLst>
                <p:tags r:id="rId20"/>
              </p:custDataLst>
            </p:nvPr>
          </p:nvSpPr>
          <p:spPr>
            <a:xfrm>
              <a:off x="1606549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椭圆 24"/>
            <p:cNvSpPr/>
            <p:nvPr>
              <p:custDataLst>
                <p:tags r:id="rId21"/>
              </p:custDataLst>
            </p:nvPr>
          </p:nvSpPr>
          <p:spPr>
            <a:xfrm>
              <a:off x="1780380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椭圆 25"/>
            <p:cNvSpPr/>
            <p:nvPr>
              <p:custDataLst>
                <p:tags r:id="rId22"/>
              </p:custDataLst>
            </p:nvPr>
          </p:nvSpPr>
          <p:spPr>
            <a:xfrm>
              <a:off x="1780380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椭圆 26"/>
            <p:cNvSpPr/>
            <p:nvPr>
              <p:custDataLst>
                <p:tags r:id="rId23"/>
              </p:custDataLst>
            </p:nvPr>
          </p:nvSpPr>
          <p:spPr>
            <a:xfrm>
              <a:off x="1954211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椭圆 27"/>
            <p:cNvSpPr/>
            <p:nvPr>
              <p:custDataLst>
                <p:tags r:id="rId24"/>
              </p:custDataLst>
            </p:nvPr>
          </p:nvSpPr>
          <p:spPr>
            <a:xfrm>
              <a:off x="1954211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椭圆 28"/>
            <p:cNvSpPr/>
            <p:nvPr>
              <p:custDataLst>
                <p:tags r:id="rId25"/>
              </p:custDataLst>
            </p:nvPr>
          </p:nvSpPr>
          <p:spPr>
            <a:xfrm>
              <a:off x="2128042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椭圆 29"/>
            <p:cNvSpPr/>
            <p:nvPr>
              <p:custDataLst>
                <p:tags r:id="rId26"/>
              </p:custDataLst>
            </p:nvPr>
          </p:nvSpPr>
          <p:spPr>
            <a:xfrm>
              <a:off x="2128042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椭圆 30"/>
            <p:cNvSpPr/>
            <p:nvPr>
              <p:custDataLst>
                <p:tags r:id="rId27"/>
              </p:custDataLst>
            </p:nvPr>
          </p:nvSpPr>
          <p:spPr>
            <a:xfrm>
              <a:off x="2301873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椭圆 31"/>
            <p:cNvSpPr/>
            <p:nvPr>
              <p:custDataLst>
                <p:tags r:id="rId28"/>
              </p:custDataLst>
            </p:nvPr>
          </p:nvSpPr>
          <p:spPr>
            <a:xfrm>
              <a:off x="2301873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椭圆 32"/>
            <p:cNvSpPr/>
            <p:nvPr>
              <p:custDataLst>
                <p:tags r:id="rId29"/>
              </p:custDataLst>
            </p:nvPr>
          </p:nvSpPr>
          <p:spPr>
            <a:xfrm>
              <a:off x="2475704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椭圆 33"/>
            <p:cNvSpPr/>
            <p:nvPr>
              <p:custDataLst>
                <p:tags r:id="rId30"/>
              </p:custDataLst>
            </p:nvPr>
          </p:nvSpPr>
          <p:spPr>
            <a:xfrm>
              <a:off x="2475704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椭圆 34"/>
            <p:cNvSpPr/>
            <p:nvPr>
              <p:custDataLst>
                <p:tags r:id="rId31"/>
              </p:custDataLst>
            </p:nvPr>
          </p:nvSpPr>
          <p:spPr>
            <a:xfrm>
              <a:off x="264953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椭圆 35"/>
            <p:cNvSpPr/>
            <p:nvPr>
              <p:custDataLst>
                <p:tags r:id="rId32"/>
              </p:custDataLst>
            </p:nvPr>
          </p:nvSpPr>
          <p:spPr>
            <a:xfrm>
              <a:off x="264953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33"/>
            </p:custDataLst>
          </p:nvPr>
        </p:nvGrpSpPr>
        <p:grpSpPr>
          <a:xfrm>
            <a:off x="9958006" y="482599"/>
            <a:ext cx="1286332" cy="891382"/>
            <a:chOff x="9265447" y="481778"/>
            <a:chExt cx="1286667" cy="891382"/>
          </a:xfrm>
          <a:solidFill>
            <a:schemeClr val="bg1"/>
          </a:solidFill>
        </p:grpSpPr>
        <p:sp>
          <p:nvSpPr>
            <p:cNvPr id="38" name="椭圆 37"/>
            <p:cNvSpPr/>
            <p:nvPr>
              <p:custDataLst>
                <p:tags r:id="rId34"/>
              </p:custDataLst>
            </p:nvPr>
          </p:nvSpPr>
          <p:spPr>
            <a:xfrm>
              <a:off x="9265447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>
              <p:custDataLst>
                <p:tags r:id="rId35"/>
              </p:custDataLst>
            </p:nvPr>
          </p:nvSpPr>
          <p:spPr>
            <a:xfrm>
              <a:off x="9265447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>
              <p:custDataLst>
                <p:tags r:id="rId36"/>
              </p:custDataLst>
            </p:nvPr>
          </p:nvSpPr>
          <p:spPr>
            <a:xfrm>
              <a:off x="9439278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>
              <p:custDataLst>
                <p:tags r:id="rId37"/>
              </p:custDataLst>
            </p:nvPr>
          </p:nvSpPr>
          <p:spPr>
            <a:xfrm>
              <a:off x="9439278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>
              <p:custDataLst>
                <p:tags r:id="rId38"/>
              </p:custDataLst>
            </p:nvPr>
          </p:nvSpPr>
          <p:spPr>
            <a:xfrm>
              <a:off x="9613109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>
              <p:custDataLst>
                <p:tags r:id="rId39"/>
              </p:custDataLst>
            </p:nvPr>
          </p:nvSpPr>
          <p:spPr>
            <a:xfrm>
              <a:off x="9613109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>
              <p:custDataLst>
                <p:tags r:id="rId40"/>
              </p:custDataLst>
            </p:nvPr>
          </p:nvSpPr>
          <p:spPr>
            <a:xfrm>
              <a:off x="9786940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>
              <p:custDataLst>
                <p:tags r:id="rId41"/>
              </p:custDataLst>
            </p:nvPr>
          </p:nvSpPr>
          <p:spPr>
            <a:xfrm>
              <a:off x="9786940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>
              <p:custDataLst>
                <p:tags r:id="rId42"/>
              </p:custDataLst>
            </p:nvPr>
          </p:nvSpPr>
          <p:spPr>
            <a:xfrm>
              <a:off x="9960771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>
              <p:custDataLst>
                <p:tags r:id="rId43"/>
              </p:custDataLst>
            </p:nvPr>
          </p:nvSpPr>
          <p:spPr>
            <a:xfrm>
              <a:off x="9960771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>
              <p:custDataLst>
                <p:tags r:id="rId44"/>
              </p:custDataLst>
            </p:nvPr>
          </p:nvSpPr>
          <p:spPr>
            <a:xfrm>
              <a:off x="10134602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>
              <p:custDataLst>
                <p:tags r:id="rId45"/>
              </p:custDataLst>
            </p:nvPr>
          </p:nvSpPr>
          <p:spPr>
            <a:xfrm>
              <a:off x="10134602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>
              <p:custDataLst>
                <p:tags r:id="rId46"/>
              </p:custDataLst>
            </p:nvPr>
          </p:nvSpPr>
          <p:spPr>
            <a:xfrm>
              <a:off x="10308433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>
              <p:custDataLst>
                <p:tags r:id="rId47"/>
              </p:custDataLst>
            </p:nvPr>
          </p:nvSpPr>
          <p:spPr>
            <a:xfrm>
              <a:off x="10308433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>
              <p:custDataLst>
                <p:tags r:id="rId48"/>
              </p:custDataLst>
            </p:nvPr>
          </p:nvSpPr>
          <p:spPr>
            <a:xfrm>
              <a:off x="10482264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>
              <p:custDataLst>
                <p:tags r:id="rId49"/>
              </p:custDataLst>
            </p:nvPr>
          </p:nvSpPr>
          <p:spPr>
            <a:xfrm>
              <a:off x="10482264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>
              <p:custDataLst>
                <p:tags r:id="rId50"/>
              </p:custDataLst>
            </p:nvPr>
          </p:nvSpPr>
          <p:spPr>
            <a:xfrm>
              <a:off x="9265447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>
              <p:custDataLst>
                <p:tags r:id="rId51"/>
              </p:custDataLst>
            </p:nvPr>
          </p:nvSpPr>
          <p:spPr>
            <a:xfrm>
              <a:off x="9265447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>
              <p:custDataLst>
                <p:tags r:id="rId52"/>
              </p:custDataLst>
            </p:nvPr>
          </p:nvSpPr>
          <p:spPr>
            <a:xfrm>
              <a:off x="9439278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>
              <p:custDataLst>
                <p:tags r:id="rId53"/>
              </p:custDataLst>
            </p:nvPr>
          </p:nvSpPr>
          <p:spPr>
            <a:xfrm>
              <a:off x="9439278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>
              <p:custDataLst>
                <p:tags r:id="rId54"/>
              </p:custDataLst>
            </p:nvPr>
          </p:nvSpPr>
          <p:spPr>
            <a:xfrm>
              <a:off x="9613109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>
              <p:custDataLst>
                <p:tags r:id="rId55"/>
              </p:custDataLst>
            </p:nvPr>
          </p:nvSpPr>
          <p:spPr>
            <a:xfrm>
              <a:off x="9613109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>
              <p:custDataLst>
                <p:tags r:id="rId56"/>
              </p:custDataLst>
            </p:nvPr>
          </p:nvSpPr>
          <p:spPr>
            <a:xfrm>
              <a:off x="9786940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>
              <p:custDataLst>
                <p:tags r:id="rId57"/>
              </p:custDataLst>
            </p:nvPr>
          </p:nvSpPr>
          <p:spPr>
            <a:xfrm>
              <a:off x="9786940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>
              <p:custDataLst>
                <p:tags r:id="rId58"/>
              </p:custDataLst>
            </p:nvPr>
          </p:nvSpPr>
          <p:spPr>
            <a:xfrm>
              <a:off x="9960771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>
              <p:custDataLst>
                <p:tags r:id="rId59"/>
              </p:custDataLst>
            </p:nvPr>
          </p:nvSpPr>
          <p:spPr>
            <a:xfrm>
              <a:off x="9960771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>
              <p:custDataLst>
                <p:tags r:id="rId60"/>
              </p:custDataLst>
            </p:nvPr>
          </p:nvSpPr>
          <p:spPr>
            <a:xfrm>
              <a:off x="10134602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>
              <p:custDataLst>
                <p:tags r:id="rId61"/>
              </p:custDataLst>
            </p:nvPr>
          </p:nvSpPr>
          <p:spPr>
            <a:xfrm>
              <a:off x="10134602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>
              <p:custDataLst>
                <p:tags r:id="rId62"/>
              </p:custDataLst>
            </p:nvPr>
          </p:nvSpPr>
          <p:spPr>
            <a:xfrm>
              <a:off x="10308433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>
              <p:custDataLst>
                <p:tags r:id="rId63"/>
              </p:custDataLst>
            </p:nvPr>
          </p:nvSpPr>
          <p:spPr>
            <a:xfrm>
              <a:off x="10308433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>
              <p:custDataLst>
                <p:tags r:id="rId64"/>
              </p:custDataLst>
            </p:nvPr>
          </p:nvSpPr>
          <p:spPr>
            <a:xfrm>
              <a:off x="10482264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>
              <p:custDataLst>
                <p:tags r:id="rId65"/>
              </p:custDataLst>
            </p:nvPr>
          </p:nvSpPr>
          <p:spPr>
            <a:xfrm>
              <a:off x="10482264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6"/>
            </p:custDataLst>
          </p:nvPr>
        </p:nvSpPr>
        <p:spPr>
          <a:xfrm>
            <a:off x="761802" y="2050908"/>
            <a:ext cx="7001319" cy="1950414"/>
          </a:xfrm>
        </p:spPr>
        <p:txBody>
          <a:bodyPr vert="horz" lIns="90170" tIns="46990" rIns="90170" bIns="4699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1495" b="1" i="0" u="none" strike="noStrike" kern="1200" cap="none" spc="6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黑体" panose="0201060906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72" name="文本占位符 71"/>
          <p:cNvSpPr>
            <a:spLocks noGrp="1"/>
          </p:cNvSpPr>
          <p:nvPr>
            <p:ph type="body" sz="quarter" idx="13" hasCustomPrompt="1"/>
            <p:custDataLst>
              <p:tags r:id="rId67"/>
            </p:custDataLst>
          </p:nvPr>
        </p:nvSpPr>
        <p:spPr>
          <a:xfrm>
            <a:off x="761802" y="5172672"/>
            <a:ext cx="6454364" cy="543560"/>
          </a:xfrm>
        </p:spPr>
        <p:txBody>
          <a:bodyPr lIns="90170" tIns="46990" rIns="90170" bIns="46990">
            <a:normAutofit/>
          </a:bodyPr>
          <a:lstStyle>
            <a:lvl1pPr marL="0" indent="0" algn="dist">
              <a:buNone/>
              <a:defRPr sz="2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12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2724" y="304200"/>
            <a:ext cx="11603378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266" y="1249200"/>
            <a:ext cx="9623893" cy="723600"/>
          </a:xfrm>
        </p:spPr>
        <p:txBody>
          <a:bodyPr anchor="ctr"/>
          <a:lstStyle>
            <a:lvl1pPr>
              <a:defRPr sz="3200" baseline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0779" y="2163600"/>
            <a:ext cx="9624093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2204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9" name="任意多边形: 形状 18"/>
          <p:cNvSpPr/>
          <p:nvPr>
            <p:custDataLst>
              <p:tags r:id="rId3"/>
            </p:custDataLst>
          </p:nvPr>
        </p:nvSpPr>
        <p:spPr>
          <a:xfrm rot="16200000">
            <a:off x="8567093" y="3243580"/>
            <a:ext cx="6882242" cy="36195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4"/>
            </p:custDataLst>
          </p:nvPr>
        </p:nvSpPr>
        <p:spPr>
          <a:xfrm rot="2955020">
            <a:off x="-241237" y="-112395"/>
            <a:ext cx="1013831" cy="74739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048" y="770400"/>
            <a:ext cx="3958969" cy="882000"/>
          </a:xfrm>
        </p:spPr>
        <p:txBody>
          <a:bodyPr anchor="ctr"/>
          <a:lstStyle>
            <a:lvl1pPr>
              <a:defRPr sz="3600" baseline="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647" y="1764000"/>
            <a:ext cx="395537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099872" y="769938"/>
            <a:ext cx="6478313" cy="508793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88825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2" name="矩形: 圆角 31"/>
          <p:cNvSpPr/>
          <p:nvPr>
            <p:custDataLst>
              <p:tags r:id="rId3"/>
            </p:custDataLst>
          </p:nvPr>
        </p:nvSpPr>
        <p:spPr>
          <a:xfrm rot="2955020">
            <a:off x="-241470" y="-112084"/>
            <a:ext cx="1014111" cy="74717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1" name="任意多边形: 形状 30"/>
          <p:cNvSpPr/>
          <p:nvPr>
            <p:custDataLst>
              <p:tags r:id="rId4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1841" y="781200"/>
            <a:ext cx="10973542" cy="626400"/>
          </a:xfrm>
        </p:spPr>
        <p:txBody>
          <a:bodyPr anchor="ctr"/>
          <a:lstStyle>
            <a:lvl1pPr algn="ctr">
              <a:defRPr sz="36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1841" y="1659600"/>
            <a:ext cx="10973117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615" y="2808000"/>
            <a:ext cx="10962744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88825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tx2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643" y="669600"/>
            <a:ext cx="10973542" cy="565200"/>
          </a:xfrm>
        </p:spPr>
        <p:txBody>
          <a:bodyPr anchor="ctr"/>
          <a:lstStyle>
            <a:lvl1pPr algn="ctr">
              <a:defRPr sz="32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679" y="1681200"/>
            <a:ext cx="10987938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3845" y="5180400"/>
            <a:ext cx="10998735" cy="1011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2" name="任意多边形: 形状 21"/>
          <p:cNvSpPr/>
          <p:nvPr>
            <p:custDataLst>
              <p:tags r:id="rId9"/>
            </p:custDataLst>
          </p:nvPr>
        </p:nvSpPr>
        <p:spPr>
          <a:xfrm flipH="1" flipV="1">
            <a:off x="-6348" y="-15240"/>
            <a:ext cx="12207870" cy="493473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904">
                <a:moveTo>
                  <a:pt x="5020" y="0"/>
                </a:moveTo>
                <a:cubicBezTo>
                  <a:pt x="7413" y="0"/>
                  <a:pt x="11370" y="660"/>
                  <a:pt x="13300" y="680"/>
                </a:cubicBezTo>
                <a:cubicBezTo>
                  <a:pt x="15230" y="700"/>
                  <a:pt x="15387" y="187"/>
                  <a:pt x="16600" y="120"/>
                </a:cubicBezTo>
                <a:cubicBezTo>
                  <a:pt x="17605" y="65"/>
                  <a:pt x="18616" y="275"/>
                  <a:pt x="19198" y="466"/>
                </a:cubicBezTo>
                <a:lnTo>
                  <a:pt x="19230" y="477"/>
                </a:lnTo>
                <a:lnTo>
                  <a:pt x="19230" y="904"/>
                </a:lnTo>
                <a:lnTo>
                  <a:pt x="0" y="904"/>
                </a:lnTo>
                <a:lnTo>
                  <a:pt x="0" y="609"/>
                </a:lnTo>
                <a:lnTo>
                  <a:pt x="22" y="605"/>
                </a:lnTo>
                <a:cubicBezTo>
                  <a:pt x="1094" y="416"/>
                  <a:pt x="2982" y="0"/>
                  <a:pt x="502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: 形状 21"/>
          <p:cNvSpPr/>
          <p:nvPr>
            <p:custDataLst>
              <p:tags r:id="rId2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0"/>
            <a:ext cx="12188825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449" y="237600"/>
            <a:ext cx="11034726" cy="441964"/>
          </a:xfrm>
        </p:spPr>
        <p:txBody>
          <a:bodyPr>
            <a:noAutofit/>
          </a:bodyPr>
          <a:lstStyle>
            <a:lvl1pPr>
              <a:defRPr sz="24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449" y="1663200"/>
            <a:ext cx="5341009" cy="28944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0774" y="1663200"/>
            <a:ext cx="5366202" cy="28944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251" y="4816800"/>
            <a:ext cx="5341009" cy="78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1572" y="4813200"/>
            <a:ext cx="5366202" cy="78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-1270" y="959224"/>
            <a:ext cx="12188825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9" name="任意多边形: 形状 28"/>
          <p:cNvSpPr/>
          <p:nvPr>
            <p:custDataLst>
              <p:tags r:id="rId3"/>
            </p:custDataLst>
          </p:nvPr>
        </p:nvSpPr>
        <p:spPr>
          <a:xfrm>
            <a:off x="-6348" y="6184900"/>
            <a:ext cx="12207870" cy="69215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任意多边形: 形状 29"/>
          <p:cNvSpPr/>
          <p:nvPr>
            <p:custDataLst>
              <p:tags r:id="rId4"/>
            </p:custDataLst>
          </p:nvPr>
        </p:nvSpPr>
        <p:spPr>
          <a:xfrm flipH="1" flipV="1">
            <a:off x="-6348" y="-15240"/>
            <a:ext cx="12207870" cy="57404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904">
                <a:moveTo>
                  <a:pt x="5020" y="0"/>
                </a:moveTo>
                <a:cubicBezTo>
                  <a:pt x="7413" y="0"/>
                  <a:pt x="11370" y="660"/>
                  <a:pt x="13300" y="680"/>
                </a:cubicBezTo>
                <a:cubicBezTo>
                  <a:pt x="15230" y="700"/>
                  <a:pt x="15387" y="187"/>
                  <a:pt x="16600" y="120"/>
                </a:cubicBezTo>
                <a:cubicBezTo>
                  <a:pt x="17605" y="65"/>
                  <a:pt x="18616" y="275"/>
                  <a:pt x="19198" y="466"/>
                </a:cubicBezTo>
                <a:lnTo>
                  <a:pt x="19230" y="477"/>
                </a:lnTo>
                <a:lnTo>
                  <a:pt x="19230" y="904"/>
                </a:lnTo>
                <a:lnTo>
                  <a:pt x="0" y="904"/>
                </a:lnTo>
                <a:lnTo>
                  <a:pt x="0" y="609"/>
                </a:lnTo>
                <a:lnTo>
                  <a:pt x="22" y="605"/>
                </a:lnTo>
                <a:cubicBezTo>
                  <a:pt x="1094" y="416"/>
                  <a:pt x="2982" y="0"/>
                  <a:pt x="502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22403" y="1339200"/>
            <a:ext cx="9141619" cy="2386800"/>
          </a:xfrm>
        </p:spPr>
        <p:txBody>
          <a:bodyPr anchor="b"/>
          <a:lstStyle>
            <a:lvl1pPr algn="ctr">
              <a:defRPr sz="6000" baseline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accent3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1522017" y="3862800"/>
            <a:ext cx="9141619" cy="1656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动物&#10;&#10;已生成高可信度的说明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>
            <a:off x="0" y="893"/>
            <a:ext cx="12188824" cy="6856214"/>
          </a:xfrm>
          <a:prstGeom prst="rect">
            <a:avLst/>
          </a:prstGeom>
        </p:spPr>
      </p:pic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428513" y="419884"/>
            <a:ext cx="333288" cy="165057"/>
            <a:chOff x="428625" y="419100"/>
            <a:chExt cx="333375" cy="165100"/>
          </a:xfrm>
        </p:grpSpPr>
        <p:cxnSp>
          <p:nvCxnSpPr>
            <p:cNvPr id="7" name="直接连接符 6"/>
            <p:cNvCxnSpPr/>
            <p:nvPr userDrawn="1">
              <p:custDataLst>
                <p:tags r:id="rId5"/>
              </p:custDataLst>
            </p:nvPr>
          </p:nvCxnSpPr>
          <p:spPr>
            <a:xfrm>
              <a:off x="428625" y="41910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 userDrawn="1">
              <p:custDataLst>
                <p:tags r:id="rId6"/>
              </p:custDataLst>
            </p:nvPr>
          </p:nvCxnSpPr>
          <p:spPr>
            <a:xfrm>
              <a:off x="428625" y="50165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 userDrawn="1">
              <p:custDataLst>
                <p:tags r:id="rId7"/>
              </p:custDataLst>
            </p:nvPr>
          </p:nvCxnSpPr>
          <p:spPr>
            <a:xfrm>
              <a:off x="428625" y="58420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直接连接符 13"/>
          <p:cNvCxnSpPr/>
          <p:nvPr userDrawn="1">
            <p:custDataLst>
              <p:tags r:id="rId8"/>
            </p:custDataLst>
          </p:nvPr>
        </p:nvCxnSpPr>
        <p:spPr>
          <a:xfrm>
            <a:off x="7244861" y="6374633"/>
            <a:ext cx="3642174" cy="0"/>
          </a:xfrm>
          <a:prstGeom prst="line">
            <a:avLst/>
          </a:prstGeom>
          <a:ln w="31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 userDrawn="1">
            <p:custDataLst>
              <p:tags r:id="rId9"/>
            </p:custDataLst>
          </p:nvPr>
        </p:nvGrpSpPr>
        <p:grpSpPr>
          <a:xfrm>
            <a:off x="910988" y="4844681"/>
            <a:ext cx="1807689" cy="319799"/>
            <a:chOff x="911225" y="4845050"/>
            <a:chExt cx="1808160" cy="319882"/>
          </a:xfrm>
          <a:solidFill>
            <a:schemeClr val="bg1"/>
          </a:solidFill>
        </p:grpSpPr>
        <p:sp>
          <p:nvSpPr>
            <p:cNvPr id="127" name="椭圆 126"/>
            <p:cNvSpPr/>
            <p:nvPr>
              <p:custDataLst>
                <p:tags r:id="rId10"/>
              </p:custDataLst>
            </p:nvPr>
          </p:nvSpPr>
          <p:spPr>
            <a:xfrm>
              <a:off x="91122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椭圆 127"/>
            <p:cNvSpPr/>
            <p:nvPr>
              <p:custDataLst>
                <p:tags r:id="rId11"/>
              </p:custDataLst>
            </p:nvPr>
          </p:nvSpPr>
          <p:spPr>
            <a:xfrm>
              <a:off x="91122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椭圆 128"/>
            <p:cNvSpPr/>
            <p:nvPr>
              <p:custDataLst>
                <p:tags r:id="rId12"/>
              </p:custDataLst>
            </p:nvPr>
          </p:nvSpPr>
          <p:spPr>
            <a:xfrm>
              <a:off x="1085056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椭圆 129"/>
            <p:cNvSpPr/>
            <p:nvPr>
              <p:custDataLst>
                <p:tags r:id="rId13"/>
              </p:custDataLst>
            </p:nvPr>
          </p:nvSpPr>
          <p:spPr>
            <a:xfrm>
              <a:off x="1085056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椭圆 130"/>
            <p:cNvSpPr/>
            <p:nvPr>
              <p:custDataLst>
                <p:tags r:id="rId14"/>
              </p:custDataLst>
            </p:nvPr>
          </p:nvSpPr>
          <p:spPr>
            <a:xfrm>
              <a:off x="1258887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/>
            <p:cNvSpPr/>
            <p:nvPr>
              <p:custDataLst>
                <p:tags r:id="rId15"/>
              </p:custDataLst>
            </p:nvPr>
          </p:nvSpPr>
          <p:spPr>
            <a:xfrm>
              <a:off x="1258887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椭圆 132"/>
            <p:cNvSpPr/>
            <p:nvPr>
              <p:custDataLst>
                <p:tags r:id="rId16"/>
              </p:custDataLst>
            </p:nvPr>
          </p:nvSpPr>
          <p:spPr>
            <a:xfrm>
              <a:off x="1432718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椭圆 133"/>
            <p:cNvSpPr/>
            <p:nvPr>
              <p:custDataLst>
                <p:tags r:id="rId17"/>
              </p:custDataLst>
            </p:nvPr>
          </p:nvSpPr>
          <p:spPr>
            <a:xfrm>
              <a:off x="1432718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134"/>
            <p:cNvSpPr/>
            <p:nvPr>
              <p:custDataLst>
                <p:tags r:id="rId18"/>
              </p:custDataLst>
            </p:nvPr>
          </p:nvSpPr>
          <p:spPr>
            <a:xfrm>
              <a:off x="1606549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/>
            <p:cNvSpPr/>
            <p:nvPr>
              <p:custDataLst>
                <p:tags r:id="rId19"/>
              </p:custDataLst>
            </p:nvPr>
          </p:nvSpPr>
          <p:spPr>
            <a:xfrm>
              <a:off x="1606549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/>
            <p:cNvSpPr/>
            <p:nvPr>
              <p:custDataLst>
                <p:tags r:id="rId20"/>
              </p:custDataLst>
            </p:nvPr>
          </p:nvSpPr>
          <p:spPr>
            <a:xfrm>
              <a:off x="1780380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椭圆 137"/>
            <p:cNvSpPr/>
            <p:nvPr>
              <p:custDataLst>
                <p:tags r:id="rId21"/>
              </p:custDataLst>
            </p:nvPr>
          </p:nvSpPr>
          <p:spPr>
            <a:xfrm>
              <a:off x="1780380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椭圆 138"/>
            <p:cNvSpPr/>
            <p:nvPr>
              <p:custDataLst>
                <p:tags r:id="rId22"/>
              </p:custDataLst>
            </p:nvPr>
          </p:nvSpPr>
          <p:spPr>
            <a:xfrm>
              <a:off x="1954211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椭圆 139"/>
            <p:cNvSpPr/>
            <p:nvPr>
              <p:custDataLst>
                <p:tags r:id="rId23"/>
              </p:custDataLst>
            </p:nvPr>
          </p:nvSpPr>
          <p:spPr>
            <a:xfrm>
              <a:off x="1954211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椭圆 140"/>
            <p:cNvSpPr/>
            <p:nvPr>
              <p:custDataLst>
                <p:tags r:id="rId24"/>
              </p:custDataLst>
            </p:nvPr>
          </p:nvSpPr>
          <p:spPr>
            <a:xfrm>
              <a:off x="2128042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椭圆 141"/>
            <p:cNvSpPr/>
            <p:nvPr>
              <p:custDataLst>
                <p:tags r:id="rId25"/>
              </p:custDataLst>
            </p:nvPr>
          </p:nvSpPr>
          <p:spPr>
            <a:xfrm>
              <a:off x="2128042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椭圆 142"/>
            <p:cNvSpPr/>
            <p:nvPr>
              <p:custDataLst>
                <p:tags r:id="rId26"/>
              </p:custDataLst>
            </p:nvPr>
          </p:nvSpPr>
          <p:spPr>
            <a:xfrm>
              <a:off x="2301873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椭圆 143"/>
            <p:cNvSpPr/>
            <p:nvPr>
              <p:custDataLst>
                <p:tags r:id="rId27"/>
              </p:custDataLst>
            </p:nvPr>
          </p:nvSpPr>
          <p:spPr>
            <a:xfrm>
              <a:off x="2301873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椭圆 144"/>
            <p:cNvSpPr/>
            <p:nvPr>
              <p:custDataLst>
                <p:tags r:id="rId28"/>
              </p:custDataLst>
            </p:nvPr>
          </p:nvSpPr>
          <p:spPr>
            <a:xfrm>
              <a:off x="2475704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椭圆 145"/>
            <p:cNvSpPr/>
            <p:nvPr>
              <p:custDataLst>
                <p:tags r:id="rId29"/>
              </p:custDataLst>
            </p:nvPr>
          </p:nvSpPr>
          <p:spPr>
            <a:xfrm>
              <a:off x="2475704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椭圆 146"/>
            <p:cNvSpPr/>
            <p:nvPr>
              <p:custDataLst>
                <p:tags r:id="rId30"/>
              </p:custDataLst>
            </p:nvPr>
          </p:nvSpPr>
          <p:spPr>
            <a:xfrm>
              <a:off x="264953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椭圆 147"/>
            <p:cNvSpPr/>
            <p:nvPr>
              <p:custDataLst>
                <p:tags r:id="rId31"/>
              </p:custDataLst>
            </p:nvPr>
          </p:nvSpPr>
          <p:spPr>
            <a:xfrm>
              <a:off x="264953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9" name="组合 218"/>
          <p:cNvGrpSpPr/>
          <p:nvPr userDrawn="1">
            <p:custDataLst>
              <p:tags r:id="rId32"/>
            </p:custDataLst>
          </p:nvPr>
        </p:nvGrpSpPr>
        <p:grpSpPr>
          <a:xfrm>
            <a:off x="10219095" y="489529"/>
            <a:ext cx="1286332" cy="891150"/>
            <a:chOff x="9265447" y="481778"/>
            <a:chExt cx="1286667" cy="891382"/>
          </a:xfrm>
          <a:solidFill>
            <a:schemeClr val="bg1"/>
          </a:solidFill>
        </p:grpSpPr>
        <p:sp>
          <p:nvSpPr>
            <p:cNvPr id="151" name="椭圆 150"/>
            <p:cNvSpPr/>
            <p:nvPr>
              <p:custDataLst>
                <p:tags r:id="rId33"/>
              </p:custDataLst>
            </p:nvPr>
          </p:nvSpPr>
          <p:spPr>
            <a:xfrm>
              <a:off x="9265447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椭圆 151"/>
            <p:cNvSpPr/>
            <p:nvPr>
              <p:custDataLst>
                <p:tags r:id="rId34"/>
              </p:custDataLst>
            </p:nvPr>
          </p:nvSpPr>
          <p:spPr>
            <a:xfrm>
              <a:off x="9265447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椭圆 152"/>
            <p:cNvSpPr/>
            <p:nvPr>
              <p:custDataLst>
                <p:tags r:id="rId35"/>
              </p:custDataLst>
            </p:nvPr>
          </p:nvSpPr>
          <p:spPr>
            <a:xfrm>
              <a:off x="9439278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椭圆 153"/>
            <p:cNvSpPr/>
            <p:nvPr>
              <p:custDataLst>
                <p:tags r:id="rId36"/>
              </p:custDataLst>
            </p:nvPr>
          </p:nvSpPr>
          <p:spPr>
            <a:xfrm>
              <a:off x="9439278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椭圆 154"/>
            <p:cNvSpPr/>
            <p:nvPr>
              <p:custDataLst>
                <p:tags r:id="rId37"/>
              </p:custDataLst>
            </p:nvPr>
          </p:nvSpPr>
          <p:spPr>
            <a:xfrm>
              <a:off x="9613109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椭圆 155"/>
            <p:cNvSpPr/>
            <p:nvPr>
              <p:custDataLst>
                <p:tags r:id="rId38"/>
              </p:custDataLst>
            </p:nvPr>
          </p:nvSpPr>
          <p:spPr>
            <a:xfrm>
              <a:off x="9613109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椭圆 156"/>
            <p:cNvSpPr/>
            <p:nvPr>
              <p:custDataLst>
                <p:tags r:id="rId39"/>
              </p:custDataLst>
            </p:nvPr>
          </p:nvSpPr>
          <p:spPr>
            <a:xfrm>
              <a:off x="9786940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椭圆 157"/>
            <p:cNvSpPr/>
            <p:nvPr>
              <p:custDataLst>
                <p:tags r:id="rId40"/>
              </p:custDataLst>
            </p:nvPr>
          </p:nvSpPr>
          <p:spPr>
            <a:xfrm>
              <a:off x="9786940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椭圆 158"/>
            <p:cNvSpPr/>
            <p:nvPr>
              <p:custDataLst>
                <p:tags r:id="rId41"/>
              </p:custDataLst>
            </p:nvPr>
          </p:nvSpPr>
          <p:spPr>
            <a:xfrm>
              <a:off x="9960771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椭圆 159"/>
            <p:cNvSpPr/>
            <p:nvPr>
              <p:custDataLst>
                <p:tags r:id="rId42"/>
              </p:custDataLst>
            </p:nvPr>
          </p:nvSpPr>
          <p:spPr>
            <a:xfrm>
              <a:off x="9960771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椭圆 160"/>
            <p:cNvSpPr/>
            <p:nvPr>
              <p:custDataLst>
                <p:tags r:id="rId43"/>
              </p:custDataLst>
            </p:nvPr>
          </p:nvSpPr>
          <p:spPr>
            <a:xfrm>
              <a:off x="10134602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2" name="椭圆 161"/>
            <p:cNvSpPr/>
            <p:nvPr>
              <p:custDataLst>
                <p:tags r:id="rId44"/>
              </p:custDataLst>
            </p:nvPr>
          </p:nvSpPr>
          <p:spPr>
            <a:xfrm>
              <a:off x="10134602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椭圆 162"/>
            <p:cNvSpPr/>
            <p:nvPr>
              <p:custDataLst>
                <p:tags r:id="rId45"/>
              </p:custDataLst>
            </p:nvPr>
          </p:nvSpPr>
          <p:spPr>
            <a:xfrm>
              <a:off x="10308433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椭圆 163"/>
            <p:cNvSpPr/>
            <p:nvPr>
              <p:custDataLst>
                <p:tags r:id="rId46"/>
              </p:custDataLst>
            </p:nvPr>
          </p:nvSpPr>
          <p:spPr>
            <a:xfrm>
              <a:off x="10308433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椭圆 164"/>
            <p:cNvSpPr/>
            <p:nvPr>
              <p:custDataLst>
                <p:tags r:id="rId47"/>
              </p:custDataLst>
            </p:nvPr>
          </p:nvSpPr>
          <p:spPr>
            <a:xfrm>
              <a:off x="10482264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椭圆 165"/>
            <p:cNvSpPr/>
            <p:nvPr>
              <p:custDataLst>
                <p:tags r:id="rId48"/>
              </p:custDataLst>
            </p:nvPr>
          </p:nvSpPr>
          <p:spPr>
            <a:xfrm>
              <a:off x="10482264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椭圆 173"/>
            <p:cNvSpPr/>
            <p:nvPr>
              <p:custDataLst>
                <p:tags r:id="rId49"/>
              </p:custDataLst>
            </p:nvPr>
          </p:nvSpPr>
          <p:spPr>
            <a:xfrm>
              <a:off x="9265447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椭圆 174"/>
            <p:cNvSpPr/>
            <p:nvPr>
              <p:custDataLst>
                <p:tags r:id="rId50"/>
              </p:custDataLst>
            </p:nvPr>
          </p:nvSpPr>
          <p:spPr>
            <a:xfrm>
              <a:off x="9265447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椭圆 175"/>
            <p:cNvSpPr/>
            <p:nvPr>
              <p:custDataLst>
                <p:tags r:id="rId51"/>
              </p:custDataLst>
            </p:nvPr>
          </p:nvSpPr>
          <p:spPr>
            <a:xfrm>
              <a:off x="9439278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椭圆 176"/>
            <p:cNvSpPr/>
            <p:nvPr>
              <p:custDataLst>
                <p:tags r:id="rId52"/>
              </p:custDataLst>
            </p:nvPr>
          </p:nvSpPr>
          <p:spPr>
            <a:xfrm>
              <a:off x="9439278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椭圆 177"/>
            <p:cNvSpPr/>
            <p:nvPr>
              <p:custDataLst>
                <p:tags r:id="rId53"/>
              </p:custDataLst>
            </p:nvPr>
          </p:nvSpPr>
          <p:spPr>
            <a:xfrm>
              <a:off x="9613109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椭圆 178"/>
            <p:cNvSpPr/>
            <p:nvPr>
              <p:custDataLst>
                <p:tags r:id="rId54"/>
              </p:custDataLst>
            </p:nvPr>
          </p:nvSpPr>
          <p:spPr>
            <a:xfrm>
              <a:off x="9613109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椭圆 179"/>
            <p:cNvSpPr/>
            <p:nvPr>
              <p:custDataLst>
                <p:tags r:id="rId55"/>
              </p:custDataLst>
            </p:nvPr>
          </p:nvSpPr>
          <p:spPr>
            <a:xfrm>
              <a:off x="9786940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椭圆 180"/>
            <p:cNvSpPr/>
            <p:nvPr>
              <p:custDataLst>
                <p:tags r:id="rId56"/>
              </p:custDataLst>
            </p:nvPr>
          </p:nvSpPr>
          <p:spPr>
            <a:xfrm>
              <a:off x="9786940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椭圆 181"/>
            <p:cNvSpPr/>
            <p:nvPr>
              <p:custDataLst>
                <p:tags r:id="rId57"/>
              </p:custDataLst>
            </p:nvPr>
          </p:nvSpPr>
          <p:spPr>
            <a:xfrm>
              <a:off x="9960771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椭圆 182"/>
            <p:cNvSpPr/>
            <p:nvPr>
              <p:custDataLst>
                <p:tags r:id="rId58"/>
              </p:custDataLst>
            </p:nvPr>
          </p:nvSpPr>
          <p:spPr>
            <a:xfrm>
              <a:off x="9960771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椭圆 183"/>
            <p:cNvSpPr/>
            <p:nvPr>
              <p:custDataLst>
                <p:tags r:id="rId59"/>
              </p:custDataLst>
            </p:nvPr>
          </p:nvSpPr>
          <p:spPr>
            <a:xfrm>
              <a:off x="10134602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椭圆 184"/>
            <p:cNvSpPr/>
            <p:nvPr>
              <p:custDataLst>
                <p:tags r:id="rId60"/>
              </p:custDataLst>
            </p:nvPr>
          </p:nvSpPr>
          <p:spPr>
            <a:xfrm>
              <a:off x="10134602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椭圆 185"/>
            <p:cNvSpPr/>
            <p:nvPr>
              <p:custDataLst>
                <p:tags r:id="rId61"/>
              </p:custDataLst>
            </p:nvPr>
          </p:nvSpPr>
          <p:spPr>
            <a:xfrm>
              <a:off x="10308433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椭圆 186"/>
            <p:cNvSpPr/>
            <p:nvPr>
              <p:custDataLst>
                <p:tags r:id="rId62"/>
              </p:custDataLst>
            </p:nvPr>
          </p:nvSpPr>
          <p:spPr>
            <a:xfrm>
              <a:off x="10308433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椭圆 187"/>
            <p:cNvSpPr/>
            <p:nvPr>
              <p:custDataLst>
                <p:tags r:id="rId63"/>
              </p:custDataLst>
            </p:nvPr>
          </p:nvSpPr>
          <p:spPr>
            <a:xfrm>
              <a:off x="10482264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椭圆 188"/>
            <p:cNvSpPr/>
            <p:nvPr>
              <p:custDataLst>
                <p:tags r:id="rId64"/>
              </p:custDataLst>
            </p:nvPr>
          </p:nvSpPr>
          <p:spPr>
            <a:xfrm>
              <a:off x="10482264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5"/>
            </p:custDataLst>
          </p:nvPr>
        </p:nvSpPr>
        <p:spPr>
          <a:xfrm>
            <a:off x="669707" y="3182512"/>
            <a:ext cx="9435117" cy="1451085"/>
          </a:xfrm>
        </p:spPr>
        <p:txBody>
          <a:bodyPr lIns="90170" tIns="46990" rIns="36000" bIns="46990" anchor="t" anchorCtr="0">
            <a:normAutofit/>
          </a:bodyPr>
          <a:lstStyle>
            <a:lvl1pPr algn="dist">
              <a:defRPr sz="8000" spc="600" baseline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  <p:custDataLst>
              <p:tags r:id="rId66"/>
            </p:custDataLst>
          </p:nvPr>
        </p:nvSpPr>
        <p:spPr>
          <a:xfrm>
            <a:off x="669707" y="5315083"/>
            <a:ext cx="6456312" cy="503107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dist">
              <a:buNone/>
              <a:defRPr sz="2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6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-6348" y="6340656"/>
            <a:ext cx="12207870" cy="53549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4012"/>
            <a:ext cx="10849411" cy="441849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69708" y="953153"/>
            <a:ext cx="10849411" cy="5387504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-6348" y="-14343"/>
            <a:ext cx="12207870" cy="6890495"/>
            <a:chOff x="-6350" y="-15240"/>
            <a:chExt cx="12211050" cy="6892290"/>
          </a:xfrm>
        </p:grpSpPr>
        <p:sp>
          <p:nvSpPr>
            <p:cNvPr id="7" name="任意多边形: 形状 6"/>
            <p:cNvSpPr/>
            <p:nvPr userDrawn="1">
              <p:custDataLst>
                <p:tags r:id="rId3"/>
              </p:custDataLst>
            </p:nvPr>
          </p:nvSpPr>
          <p:spPr>
            <a:xfrm>
              <a:off x="-6350" y="6184900"/>
              <a:ext cx="12211050" cy="692150"/>
            </a:xfrm>
            <a:custGeom>
              <a:avLst/>
              <a:gdLst>
                <a:gd name="connsiteX0" fmla="*/ 0 w 12674600"/>
                <a:gd name="connsiteY0" fmla="*/ 444500 h 1206500"/>
                <a:gd name="connsiteX1" fmla="*/ 3327400 w 12674600"/>
                <a:gd name="connsiteY1" fmla="*/ 0 h 1206500"/>
                <a:gd name="connsiteX2" fmla="*/ 3479800 w 12674600"/>
                <a:gd name="connsiteY2" fmla="*/ 12700 h 1206500"/>
                <a:gd name="connsiteX3" fmla="*/ 8737600 w 12674600"/>
                <a:gd name="connsiteY3" fmla="*/ 444500 h 1206500"/>
                <a:gd name="connsiteX4" fmla="*/ 8864600 w 12674600"/>
                <a:gd name="connsiteY4" fmla="*/ 469900 h 1206500"/>
                <a:gd name="connsiteX5" fmla="*/ 8991600 w 12674600"/>
                <a:gd name="connsiteY5" fmla="*/ 495300 h 1206500"/>
                <a:gd name="connsiteX6" fmla="*/ 10858500 w 12674600"/>
                <a:gd name="connsiteY6" fmla="*/ 355600 h 1206500"/>
                <a:gd name="connsiteX7" fmla="*/ 12674600 w 12674600"/>
                <a:gd name="connsiteY7" fmla="*/ 381000 h 1206500"/>
                <a:gd name="connsiteX8" fmla="*/ 12623800 w 12674600"/>
                <a:gd name="connsiteY8" fmla="*/ 1143000 h 1206500"/>
                <a:gd name="connsiteX9" fmla="*/ 88900 w 12674600"/>
                <a:gd name="connsiteY9" fmla="*/ 1206500 h 1206500"/>
                <a:gd name="connsiteX10" fmla="*/ 50800 w 12674600"/>
                <a:gd name="connsiteY10" fmla="*/ 419100 h 1206500"/>
                <a:gd name="connsiteX11" fmla="*/ 0 w 12674600"/>
                <a:gd name="connsiteY11" fmla="*/ 444500 h 1206500"/>
                <a:gd name="connsiteX0-1" fmla="*/ 0 w 12674600"/>
                <a:gd name="connsiteY0-2" fmla="*/ 431800 h 1193800"/>
                <a:gd name="connsiteX1-3" fmla="*/ 3479800 w 12674600"/>
                <a:gd name="connsiteY1-4" fmla="*/ 0 h 1193800"/>
                <a:gd name="connsiteX2-5" fmla="*/ 8737600 w 12674600"/>
                <a:gd name="connsiteY2-6" fmla="*/ 431800 h 1193800"/>
                <a:gd name="connsiteX3-7" fmla="*/ 8864600 w 12674600"/>
                <a:gd name="connsiteY3-8" fmla="*/ 457200 h 1193800"/>
                <a:gd name="connsiteX4-9" fmla="*/ 8991600 w 12674600"/>
                <a:gd name="connsiteY4-10" fmla="*/ 482600 h 1193800"/>
                <a:gd name="connsiteX5-11" fmla="*/ 10858500 w 12674600"/>
                <a:gd name="connsiteY5-12" fmla="*/ 342900 h 1193800"/>
                <a:gd name="connsiteX6-13" fmla="*/ 12674600 w 12674600"/>
                <a:gd name="connsiteY6-14" fmla="*/ 368300 h 1193800"/>
                <a:gd name="connsiteX7-15" fmla="*/ 12623800 w 12674600"/>
                <a:gd name="connsiteY7-16" fmla="*/ 1130300 h 1193800"/>
                <a:gd name="connsiteX8-17" fmla="*/ 88900 w 12674600"/>
                <a:gd name="connsiteY8-18" fmla="*/ 1193800 h 1193800"/>
                <a:gd name="connsiteX9-19" fmla="*/ 50800 w 12674600"/>
                <a:gd name="connsiteY9-20" fmla="*/ 406400 h 1193800"/>
                <a:gd name="connsiteX10-21" fmla="*/ 0 w 12674600"/>
                <a:gd name="connsiteY10-22" fmla="*/ 431800 h 1193800"/>
                <a:gd name="connsiteX0-23" fmla="*/ 0 w 12674600"/>
                <a:gd name="connsiteY0-24" fmla="*/ 431800 h 1193800"/>
                <a:gd name="connsiteX1-25" fmla="*/ 3479800 w 12674600"/>
                <a:gd name="connsiteY1-26" fmla="*/ 0 h 1193800"/>
                <a:gd name="connsiteX2-27" fmla="*/ 8737600 w 12674600"/>
                <a:gd name="connsiteY2-28" fmla="*/ 431800 h 1193800"/>
                <a:gd name="connsiteX3-29" fmla="*/ 8864600 w 12674600"/>
                <a:gd name="connsiteY3-30" fmla="*/ 457200 h 1193800"/>
                <a:gd name="connsiteX4-31" fmla="*/ 8991600 w 12674600"/>
                <a:gd name="connsiteY4-32" fmla="*/ 482600 h 1193800"/>
                <a:gd name="connsiteX5-33" fmla="*/ 10858500 w 12674600"/>
                <a:gd name="connsiteY5-34" fmla="*/ 342900 h 1193800"/>
                <a:gd name="connsiteX6-35" fmla="*/ 12674600 w 12674600"/>
                <a:gd name="connsiteY6-36" fmla="*/ 368300 h 1193800"/>
                <a:gd name="connsiteX7-37" fmla="*/ 12623800 w 12674600"/>
                <a:gd name="connsiteY7-38" fmla="*/ 1130300 h 1193800"/>
                <a:gd name="connsiteX8-39" fmla="*/ 88900 w 12674600"/>
                <a:gd name="connsiteY8-40" fmla="*/ 1193800 h 1193800"/>
                <a:gd name="connsiteX9-41" fmla="*/ 50800 w 12674600"/>
                <a:gd name="connsiteY9-42" fmla="*/ 406400 h 1193800"/>
                <a:gd name="connsiteX10-43" fmla="*/ 0 w 12674600"/>
                <a:gd name="connsiteY10-44" fmla="*/ 431800 h 1193800"/>
                <a:gd name="connsiteX0-45" fmla="*/ 0 w 12674600"/>
                <a:gd name="connsiteY0-46" fmla="*/ 431800 h 1193800"/>
                <a:gd name="connsiteX1-47" fmla="*/ 3479800 w 12674600"/>
                <a:gd name="connsiteY1-48" fmla="*/ 0 h 1193800"/>
                <a:gd name="connsiteX2-49" fmla="*/ 8737600 w 12674600"/>
                <a:gd name="connsiteY2-50" fmla="*/ 431800 h 1193800"/>
                <a:gd name="connsiteX3-51" fmla="*/ 8864600 w 12674600"/>
                <a:gd name="connsiteY3-52" fmla="*/ 457200 h 1193800"/>
                <a:gd name="connsiteX4-53" fmla="*/ 8991600 w 12674600"/>
                <a:gd name="connsiteY4-54" fmla="*/ 482600 h 1193800"/>
                <a:gd name="connsiteX5-55" fmla="*/ 10858500 w 12674600"/>
                <a:gd name="connsiteY5-56" fmla="*/ 342900 h 1193800"/>
                <a:gd name="connsiteX6-57" fmla="*/ 12674600 w 12674600"/>
                <a:gd name="connsiteY6-58" fmla="*/ 368300 h 1193800"/>
                <a:gd name="connsiteX7-59" fmla="*/ 12623800 w 12674600"/>
                <a:gd name="connsiteY7-60" fmla="*/ 1130300 h 1193800"/>
                <a:gd name="connsiteX8-61" fmla="*/ 88900 w 12674600"/>
                <a:gd name="connsiteY8-62" fmla="*/ 1193800 h 1193800"/>
                <a:gd name="connsiteX9-63" fmla="*/ 50800 w 12674600"/>
                <a:gd name="connsiteY9-64" fmla="*/ 406400 h 1193800"/>
                <a:gd name="connsiteX10-65" fmla="*/ 0 w 12674600"/>
                <a:gd name="connsiteY10-66" fmla="*/ 431800 h 1193800"/>
                <a:gd name="connsiteX0-67" fmla="*/ 0 w 12674600"/>
                <a:gd name="connsiteY0-68" fmla="*/ 431800 h 1193800"/>
                <a:gd name="connsiteX1-69" fmla="*/ 3479800 w 12674600"/>
                <a:gd name="connsiteY1-70" fmla="*/ 0 h 1193800"/>
                <a:gd name="connsiteX2-71" fmla="*/ 8737600 w 12674600"/>
                <a:gd name="connsiteY2-72" fmla="*/ 431800 h 1193800"/>
                <a:gd name="connsiteX3-73" fmla="*/ 8991600 w 12674600"/>
                <a:gd name="connsiteY3-74" fmla="*/ 482600 h 1193800"/>
                <a:gd name="connsiteX4-75" fmla="*/ 10858500 w 12674600"/>
                <a:gd name="connsiteY4-76" fmla="*/ 342900 h 1193800"/>
                <a:gd name="connsiteX5-77" fmla="*/ 12674600 w 12674600"/>
                <a:gd name="connsiteY5-78" fmla="*/ 368300 h 1193800"/>
                <a:gd name="connsiteX6-79" fmla="*/ 12623800 w 12674600"/>
                <a:gd name="connsiteY6-80" fmla="*/ 1130300 h 1193800"/>
                <a:gd name="connsiteX7-81" fmla="*/ 88900 w 12674600"/>
                <a:gd name="connsiteY7-82" fmla="*/ 1193800 h 1193800"/>
                <a:gd name="connsiteX8-83" fmla="*/ 50800 w 12674600"/>
                <a:gd name="connsiteY8-84" fmla="*/ 406400 h 1193800"/>
                <a:gd name="connsiteX9-85" fmla="*/ 0 w 12674600"/>
                <a:gd name="connsiteY9-86" fmla="*/ 431800 h 1193800"/>
                <a:gd name="connsiteX0-87" fmla="*/ 0 w 12674600"/>
                <a:gd name="connsiteY0-88" fmla="*/ 431800 h 1193800"/>
                <a:gd name="connsiteX1-89" fmla="*/ 3479800 w 12674600"/>
                <a:gd name="connsiteY1-90" fmla="*/ 0 h 1193800"/>
                <a:gd name="connsiteX2-91" fmla="*/ 8737600 w 12674600"/>
                <a:gd name="connsiteY2-92" fmla="*/ 431800 h 1193800"/>
                <a:gd name="connsiteX3-93" fmla="*/ 10858500 w 12674600"/>
                <a:gd name="connsiteY3-94" fmla="*/ 342900 h 1193800"/>
                <a:gd name="connsiteX4-95" fmla="*/ 12674600 w 12674600"/>
                <a:gd name="connsiteY4-96" fmla="*/ 368300 h 1193800"/>
                <a:gd name="connsiteX5-97" fmla="*/ 12623800 w 12674600"/>
                <a:gd name="connsiteY5-98" fmla="*/ 1130300 h 1193800"/>
                <a:gd name="connsiteX6-99" fmla="*/ 88900 w 12674600"/>
                <a:gd name="connsiteY6-100" fmla="*/ 1193800 h 1193800"/>
                <a:gd name="connsiteX7-101" fmla="*/ 50800 w 12674600"/>
                <a:gd name="connsiteY7-102" fmla="*/ 406400 h 1193800"/>
                <a:gd name="connsiteX8-103" fmla="*/ 0 w 12674600"/>
                <a:gd name="connsiteY8-104" fmla="*/ 431800 h 1193800"/>
                <a:gd name="connsiteX0-105" fmla="*/ 0 w 12674600"/>
                <a:gd name="connsiteY0-106" fmla="*/ 431800 h 1193800"/>
                <a:gd name="connsiteX1-107" fmla="*/ 3479800 w 12674600"/>
                <a:gd name="connsiteY1-108" fmla="*/ 0 h 1193800"/>
                <a:gd name="connsiteX2-109" fmla="*/ 8737600 w 12674600"/>
                <a:gd name="connsiteY2-110" fmla="*/ 431800 h 1193800"/>
                <a:gd name="connsiteX3-111" fmla="*/ 10858500 w 12674600"/>
                <a:gd name="connsiteY3-112" fmla="*/ 342900 h 1193800"/>
                <a:gd name="connsiteX4-113" fmla="*/ 12674600 w 12674600"/>
                <a:gd name="connsiteY4-114" fmla="*/ 368300 h 1193800"/>
                <a:gd name="connsiteX5-115" fmla="*/ 12623800 w 12674600"/>
                <a:gd name="connsiteY5-116" fmla="*/ 1130300 h 1193800"/>
                <a:gd name="connsiteX6-117" fmla="*/ 88900 w 12674600"/>
                <a:gd name="connsiteY6-118" fmla="*/ 1193800 h 1193800"/>
                <a:gd name="connsiteX7-119" fmla="*/ 50800 w 12674600"/>
                <a:gd name="connsiteY7-120" fmla="*/ 406400 h 1193800"/>
                <a:gd name="connsiteX8-121" fmla="*/ 0 w 12674600"/>
                <a:gd name="connsiteY8-122" fmla="*/ 431800 h 1193800"/>
                <a:gd name="connsiteX0-123" fmla="*/ 0 w 12674600"/>
                <a:gd name="connsiteY0-124" fmla="*/ 431800 h 1193800"/>
                <a:gd name="connsiteX1-125" fmla="*/ 3479800 w 12674600"/>
                <a:gd name="connsiteY1-126" fmla="*/ 0 h 1193800"/>
                <a:gd name="connsiteX2-127" fmla="*/ 8737600 w 12674600"/>
                <a:gd name="connsiteY2-128" fmla="*/ 431800 h 1193800"/>
                <a:gd name="connsiteX3-129" fmla="*/ 10858500 w 12674600"/>
                <a:gd name="connsiteY3-130" fmla="*/ 342900 h 1193800"/>
                <a:gd name="connsiteX4-131" fmla="*/ 12674600 w 12674600"/>
                <a:gd name="connsiteY4-132" fmla="*/ 368300 h 1193800"/>
                <a:gd name="connsiteX5-133" fmla="*/ 12623800 w 12674600"/>
                <a:gd name="connsiteY5-134" fmla="*/ 1130300 h 1193800"/>
                <a:gd name="connsiteX6-135" fmla="*/ 88900 w 12674600"/>
                <a:gd name="connsiteY6-136" fmla="*/ 1193800 h 1193800"/>
                <a:gd name="connsiteX7-137" fmla="*/ 50800 w 12674600"/>
                <a:gd name="connsiteY7-138" fmla="*/ 406400 h 1193800"/>
                <a:gd name="connsiteX8-139" fmla="*/ 0 w 12674600"/>
                <a:gd name="connsiteY8-140" fmla="*/ 431800 h 1193800"/>
                <a:gd name="connsiteX0-141" fmla="*/ 0 w 12674600"/>
                <a:gd name="connsiteY0-142" fmla="*/ 431800 h 1193800"/>
                <a:gd name="connsiteX1-143" fmla="*/ 3479800 w 12674600"/>
                <a:gd name="connsiteY1-144" fmla="*/ 0 h 1193800"/>
                <a:gd name="connsiteX2-145" fmla="*/ 8737600 w 12674600"/>
                <a:gd name="connsiteY2-146" fmla="*/ 431800 h 1193800"/>
                <a:gd name="connsiteX3-147" fmla="*/ 10858500 w 12674600"/>
                <a:gd name="connsiteY3-148" fmla="*/ 342900 h 1193800"/>
                <a:gd name="connsiteX4-149" fmla="*/ 12674600 w 12674600"/>
                <a:gd name="connsiteY4-150" fmla="*/ 368300 h 1193800"/>
                <a:gd name="connsiteX5-151" fmla="*/ 12623800 w 12674600"/>
                <a:gd name="connsiteY5-152" fmla="*/ 1130300 h 1193800"/>
                <a:gd name="connsiteX6-153" fmla="*/ 88900 w 12674600"/>
                <a:gd name="connsiteY6-154" fmla="*/ 1193800 h 1193800"/>
                <a:gd name="connsiteX7-155" fmla="*/ 50800 w 12674600"/>
                <a:gd name="connsiteY7-156" fmla="*/ 406400 h 1193800"/>
                <a:gd name="connsiteX8-157" fmla="*/ 0 w 12674600"/>
                <a:gd name="connsiteY8-158" fmla="*/ 431800 h 1193800"/>
                <a:gd name="connsiteX0-159" fmla="*/ 0 w 12674600"/>
                <a:gd name="connsiteY0-160" fmla="*/ 431800 h 1193800"/>
                <a:gd name="connsiteX1-161" fmla="*/ 3479800 w 12674600"/>
                <a:gd name="connsiteY1-162" fmla="*/ 0 h 1193800"/>
                <a:gd name="connsiteX2-163" fmla="*/ 8737600 w 12674600"/>
                <a:gd name="connsiteY2-164" fmla="*/ 431800 h 1193800"/>
                <a:gd name="connsiteX3-165" fmla="*/ 10858500 w 12674600"/>
                <a:gd name="connsiteY3-166" fmla="*/ 342900 h 1193800"/>
                <a:gd name="connsiteX4-167" fmla="*/ 12674600 w 12674600"/>
                <a:gd name="connsiteY4-168" fmla="*/ 368300 h 1193800"/>
                <a:gd name="connsiteX5-169" fmla="*/ 12623800 w 12674600"/>
                <a:gd name="connsiteY5-170" fmla="*/ 1130300 h 1193800"/>
                <a:gd name="connsiteX6-171" fmla="*/ 88900 w 12674600"/>
                <a:gd name="connsiteY6-172" fmla="*/ 1193800 h 1193800"/>
                <a:gd name="connsiteX7-173" fmla="*/ 50800 w 12674600"/>
                <a:gd name="connsiteY7-174" fmla="*/ 406400 h 1193800"/>
                <a:gd name="connsiteX8-175" fmla="*/ 0 w 12674600"/>
                <a:gd name="connsiteY8-176" fmla="*/ 431800 h 1193800"/>
                <a:gd name="connsiteX0-177" fmla="*/ 0 w 12674600"/>
                <a:gd name="connsiteY0-178" fmla="*/ 431800 h 1193800"/>
                <a:gd name="connsiteX1-179" fmla="*/ 3479800 w 12674600"/>
                <a:gd name="connsiteY1-180" fmla="*/ 0 h 1193800"/>
                <a:gd name="connsiteX2-181" fmla="*/ 8737600 w 12674600"/>
                <a:gd name="connsiteY2-182" fmla="*/ 431800 h 1193800"/>
                <a:gd name="connsiteX3-183" fmla="*/ 10858500 w 12674600"/>
                <a:gd name="connsiteY3-184" fmla="*/ 342900 h 1193800"/>
                <a:gd name="connsiteX4-185" fmla="*/ 12674600 w 12674600"/>
                <a:gd name="connsiteY4-186" fmla="*/ 368300 h 1193800"/>
                <a:gd name="connsiteX5-187" fmla="*/ 12623800 w 12674600"/>
                <a:gd name="connsiteY5-188" fmla="*/ 1130300 h 1193800"/>
                <a:gd name="connsiteX6-189" fmla="*/ 88900 w 12674600"/>
                <a:gd name="connsiteY6-190" fmla="*/ 1193800 h 1193800"/>
                <a:gd name="connsiteX7-191" fmla="*/ 50800 w 12674600"/>
                <a:gd name="connsiteY7-192" fmla="*/ 406400 h 1193800"/>
                <a:gd name="connsiteX8-193" fmla="*/ 0 w 12674600"/>
                <a:gd name="connsiteY8-194" fmla="*/ 431800 h 1193800"/>
                <a:gd name="connsiteX0-195" fmla="*/ 0 w 12674600"/>
                <a:gd name="connsiteY0-196" fmla="*/ 431800 h 1193800"/>
                <a:gd name="connsiteX1-197" fmla="*/ 3479800 w 12674600"/>
                <a:gd name="connsiteY1-198" fmla="*/ 0 h 1193800"/>
                <a:gd name="connsiteX2-199" fmla="*/ 8737600 w 12674600"/>
                <a:gd name="connsiteY2-200" fmla="*/ 431800 h 1193800"/>
                <a:gd name="connsiteX3-201" fmla="*/ 10858500 w 12674600"/>
                <a:gd name="connsiteY3-202" fmla="*/ 342900 h 1193800"/>
                <a:gd name="connsiteX4-203" fmla="*/ 12674600 w 12674600"/>
                <a:gd name="connsiteY4-204" fmla="*/ 368300 h 1193800"/>
                <a:gd name="connsiteX5-205" fmla="*/ 12623800 w 12674600"/>
                <a:gd name="connsiteY5-206" fmla="*/ 1130300 h 1193800"/>
                <a:gd name="connsiteX6-207" fmla="*/ 88900 w 12674600"/>
                <a:gd name="connsiteY6-208" fmla="*/ 1193800 h 1193800"/>
                <a:gd name="connsiteX7-209" fmla="*/ 50800 w 12674600"/>
                <a:gd name="connsiteY7-210" fmla="*/ 406400 h 1193800"/>
                <a:gd name="connsiteX8-211" fmla="*/ 0 w 12674600"/>
                <a:gd name="connsiteY8-212" fmla="*/ 431800 h 1193800"/>
                <a:gd name="connsiteX0-213" fmla="*/ 0 w 12674600"/>
                <a:gd name="connsiteY0-214" fmla="*/ 431800 h 1193800"/>
                <a:gd name="connsiteX1-215" fmla="*/ 3479800 w 12674600"/>
                <a:gd name="connsiteY1-216" fmla="*/ 0 h 1193800"/>
                <a:gd name="connsiteX2-217" fmla="*/ 8737600 w 12674600"/>
                <a:gd name="connsiteY2-218" fmla="*/ 431800 h 1193800"/>
                <a:gd name="connsiteX3-219" fmla="*/ 10858500 w 12674600"/>
                <a:gd name="connsiteY3-220" fmla="*/ 342900 h 1193800"/>
                <a:gd name="connsiteX4-221" fmla="*/ 12674600 w 12674600"/>
                <a:gd name="connsiteY4-222" fmla="*/ 368300 h 1193800"/>
                <a:gd name="connsiteX5-223" fmla="*/ 12623800 w 12674600"/>
                <a:gd name="connsiteY5-224" fmla="*/ 1130300 h 1193800"/>
                <a:gd name="connsiteX6-225" fmla="*/ 88900 w 12674600"/>
                <a:gd name="connsiteY6-226" fmla="*/ 1193800 h 1193800"/>
                <a:gd name="connsiteX7-227" fmla="*/ 50800 w 12674600"/>
                <a:gd name="connsiteY7-228" fmla="*/ 406400 h 1193800"/>
                <a:gd name="connsiteX8-229" fmla="*/ 0 w 12674600"/>
                <a:gd name="connsiteY8-230" fmla="*/ 431800 h 1193800"/>
                <a:gd name="connsiteX0-231" fmla="*/ 0 w 12674600"/>
                <a:gd name="connsiteY0-232" fmla="*/ 431800 h 1193800"/>
                <a:gd name="connsiteX1-233" fmla="*/ 3479800 w 12674600"/>
                <a:gd name="connsiteY1-234" fmla="*/ 0 h 1193800"/>
                <a:gd name="connsiteX2-235" fmla="*/ 8737600 w 12674600"/>
                <a:gd name="connsiteY2-236" fmla="*/ 431800 h 1193800"/>
                <a:gd name="connsiteX3-237" fmla="*/ 10858500 w 12674600"/>
                <a:gd name="connsiteY3-238" fmla="*/ 342900 h 1193800"/>
                <a:gd name="connsiteX4-239" fmla="*/ 12674600 w 12674600"/>
                <a:gd name="connsiteY4-240" fmla="*/ 368300 h 1193800"/>
                <a:gd name="connsiteX5-241" fmla="*/ 12623800 w 12674600"/>
                <a:gd name="connsiteY5-242" fmla="*/ 1130300 h 1193800"/>
                <a:gd name="connsiteX6-243" fmla="*/ 88900 w 12674600"/>
                <a:gd name="connsiteY6-244" fmla="*/ 1193800 h 1193800"/>
                <a:gd name="connsiteX7-245" fmla="*/ 50800 w 12674600"/>
                <a:gd name="connsiteY7-246" fmla="*/ 406400 h 1193800"/>
                <a:gd name="connsiteX8-247" fmla="*/ 0 w 12674600"/>
                <a:gd name="connsiteY8-248" fmla="*/ 431800 h 1193800"/>
                <a:gd name="connsiteX0-249" fmla="*/ 0 w 12674600"/>
                <a:gd name="connsiteY0-250" fmla="*/ 431800 h 1193800"/>
                <a:gd name="connsiteX1-251" fmla="*/ 3479800 w 12674600"/>
                <a:gd name="connsiteY1-252" fmla="*/ 0 h 1193800"/>
                <a:gd name="connsiteX2-253" fmla="*/ 8737600 w 12674600"/>
                <a:gd name="connsiteY2-254" fmla="*/ 431800 h 1193800"/>
                <a:gd name="connsiteX3-255" fmla="*/ 10858500 w 12674600"/>
                <a:gd name="connsiteY3-256" fmla="*/ 342900 h 1193800"/>
                <a:gd name="connsiteX4-257" fmla="*/ 12674600 w 12674600"/>
                <a:gd name="connsiteY4-258" fmla="*/ 368300 h 1193800"/>
                <a:gd name="connsiteX5-259" fmla="*/ 12623800 w 12674600"/>
                <a:gd name="connsiteY5-260" fmla="*/ 1130300 h 1193800"/>
                <a:gd name="connsiteX6-261" fmla="*/ 88900 w 12674600"/>
                <a:gd name="connsiteY6-262" fmla="*/ 1193800 h 1193800"/>
                <a:gd name="connsiteX7-263" fmla="*/ 50800 w 12674600"/>
                <a:gd name="connsiteY7-264" fmla="*/ 406400 h 1193800"/>
                <a:gd name="connsiteX8-265" fmla="*/ 0 w 12674600"/>
                <a:gd name="connsiteY8-266" fmla="*/ 431800 h 1193800"/>
                <a:gd name="connsiteX0-267" fmla="*/ 0 w 12674600"/>
                <a:gd name="connsiteY0-268" fmla="*/ 431800 h 1193800"/>
                <a:gd name="connsiteX1-269" fmla="*/ 3479800 w 12674600"/>
                <a:gd name="connsiteY1-270" fmla="*/ 0 h 1193800"/>
                <a:gd name="connsiteX2-271" fmla="*/ 8737600 w 12674600"/>
                <a:gd name="connsiteY2-272" fmla="*/ 431800 h 1193800"/>
                <a:gd name="connsiteX3-273" fmla="*/ 10845800 w 12674600"/>
                <a:gd name="connsiteY3-274" fmla="*/ 215900 h 1193800"/>
                <a:gd name="connsiteX4-275" fmla="*/ 12674600 w 12674600"/>
                <a:gd name="connsiteY4-276" fmla="*/ 368300 h 1193800"/>
                <a:gd name="connsiteX5-277" fmla="*/ 12623800 w 12674600"/>
                <a:gd name="connsiteY5-278" fmla="*/ 1130300 h 1193800"/>
                <a:gd name="connsiteX6-279" fmla="*/ 88900 w 12674600"/>
                <a:gd name="connsiteY6-280" fmla="*/ 1193800 h 1193800"/>
                <a:gd name="connsiteX7-281" fmla="*/ 50800 w 12674600"/>
                <a:gd name="connsiteY7-282" fmla="*/ 406400 h 1193800"/>
                <a:gd name="connsiteX8-283" fmla="*/ 0 w 12674600"/>
                <a:gd name="connsiteY8-284" fmla="*/ 431800 h 1193800"/>
                <a:gd name="connsiteX0-285" fmla="*/ 0 w 12674600"/>
                <a:gd name="connsiteY0-286" fmla="*/ 431800 h 1193800"/>
                <a:gd name="connsiteX1-287" fmla="*/ 3479800 w 12674600"/>
                <a:gd name="connsiteY1-288" fmla="*/ 0 h 1193800"/>
                <a:gd name="connsiteX2-289" fmla="*/ 8737600 w 12674600"/>
                <a:gd name="connsiteY2-290" fmla="*/ 431800 h 1193800"/>
                <a:gd name="connsiteX3-291" fmla="*/ 10833100 w 12674600"/>
                <a:gd name="connsiteY3-292" fmla="*/ 76200 h 1193800"/>
                <a:gd name="connsiteX4-293" fmla="*/ 12674600 w 12674600"/>
                <a:gd name="connsiteY4-294" fmla="*/ 368300 h 1193800"/>
                <a:gd name="connsiteX5-295" fmla="*/ 12623800 w 12674600"/>
                <a:gd name="connsiteY5-296" fmla="*/ 1130300 h 1193800"/>
                <a:gd name="connsiteX6-297" fmla="*/ 88900 w 12674600"/>
                <a:gd name="connsiteY6-298" fmla="*/ 1193800 h 1193800"/>
                <a:gd name="connsiteX7-299" fmla="*/ 50800 w 12674600"/>
                <a:gd name="connsiteY7-300" fmla="*/ 406400 h 1193800"/>
                <a:gd name="connsiteX8-301" fmla="*/ 0 w 12674600"/>
                <a:gd name="connsiteY8-302" fmla="*/ 431800 h 1193800"/>
                <a:gd name="connsiteX0-303" fmla="*/ 0 w 12674600"/>
                <a:gd name="connsiteY0-304" fmla="*/ 431800 h 1193800"/>
                <a:gd name="connsiteX1-305" fmla="*/ 3479800 w 12674600"/>
                <a:gd name="connsiteY1-306" fmla="*/ 0 h 1193800"/>
                <a:gd name="connsiteX2-307" fmla="*/ 8737600 w 12674600"/>
                <a:gd name="connsiteY2-308" fmla="*/ 431800 h 1193800"/>
                <a:gd name="connsiteX3-309" fmla="*/ 10833100 w 12674600"/>
                <a:gd name="connsiteY3-310" fmla="*/ 76200 h 1193800"/>
                <a:gd name="connsiteX4-311" fmla="*/ 12674600 w 12674600"/>
                <a:gd name="connsiteY4-312" fmla="*/ 368300 h 1193800"/>
                <a:gd name="connsiteX5-313" fmla="*/ 12623800 w 12674600"/>
                <a:gd name="connsiteY5-314" fmla="*/ 1130300 h 1193800"/>
                <a:gd name="connsiteX6-315" fmla="*/ 88900 w 12674600"/>
                <a:gd name="connsiteY6-316" fmla="*/ 1193800 h 1193800"/>
                <a:gd name="connsiteX7-317" fmla="*/ 50800 w 12674600"/>
                <a:gd name="connsiteY7-318" fmla="*/ 406400 h 1193800"/>
                <a:gd name="connsiteX8-319" fmla="*/ 0 w 12674600"/>
                <a:gd name="connsiteY8-320" fmla="*/ 431800 h 1193800"/>
                <a:gd name="connsiteX0-321" fmla="*/ 0 w 12674600"/>
                <a:gd name="connsiteY0-322" fmla="*/ 431800 h 1193800"/>
                <a:gd name="connsiteX1-323" fmla="*/ 3479800 w 12674600"/>
                <a:gd name="connsiteY1-324" fmla="*/ 0 h 1193800"/>
                <a:gd name="connsiteX2-325" fmla="*/ 8737600 w 12674600"/>
                <a:gd name="connsiteY2-326" fmla="*/ 431800 h 1193800"/>
                <a:gd name="connsiteX3-327" fmla="*/ 10833100 w 12674600"/>
                <a:gd name="connsiteY3-328" fmla="*/ 76200 h 1193800"/>
                <a:gd name="connsiteX4-329" fmla="*/ 12674600 w 12674600"/>
                <a:gd name="connsiteY4-330" fmla="*/ 368300 h 1193800"/>
                <a:gd name="connsiteX5-331" fmla="*/ 12623800 w 12674600"/>
                <a:gd name="connsiteY5-332" fmla="*/ 1130300 h 1193800"/>
                <a:gd name="connsiteX6-333" fmla="*/ 88900 w 12674600"/>
                <a:gd name="connsiteY6-334" fmla="*/ 1193800 h 1193800"/>
                <a:gd name="connsiteX7-335" fmla="*/ 50800 w 12674600"/>
                <a:gd name="connsiteY7-336" fmla="*/ 406400 h 1193800"/>
                <a:gd name="connsiteX8-337" fmla="*/ 0 w 12674600"/>
                <a:gd name="connsiteY8-338" fmla="*/ 431800 h 1193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9230" h="1090">
                  <a:moveTo>
                    <a:pt x="5210" y="0"/>
                  </a:moveTo>
                  <a:cubicBezTo>
                    <a:pt x="7603" y="0"/>
                    <a:pt x="11560" y="660"/>
                    <a:pt x="13490" y="680"/>
                  </a:cubicBezTo>
                  <a:cubicBezTo>
                    <a:pt x="15420" y="700"/>
                    <a:pt x="15577" y="187"/>
                    <a:pt x="16790" y="120"/>
                  </a:cubicBezTo>
                  <a:cubicBezTo>
                    <a:pt x="17700" y="70"/>
                    <a:pt x="18616" y="238"/>
                    <a:pt x="19212" y="412"/>
                  </a:cubicBezTo>
                  <a:lnTo>
                    <a:pt x="19230" y="417"/>
                  </a:lnTo>
                  <a:lnTo>
                    <a:pt x="19230" y="1090"/>
                  </a:lnTo>
                  <a:lnTo>
                    <a:pt x="0" y="1090"/>
                  </a:lnTo>
                  <a:lnTo>
                    <a:pt x="0" y="641"/>
                  </a:lnTo>
                  <a:lnTo>
                    <a:pt x="10" y="640"/>
                  </a:lnTo>
                  <a:cubicBezTo>
                    <a:pt x="1033" y="473"/>
                    <a:pt x="3036" y="0"/>
                    <a:pt x="521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/>
            <p:cNvSpPr/>
            <p:nvPr userDrawn="1">
              <p:custDataLst>
                <p:tags r:id="rId4"/>
              </p:custDataLst>
            </p:nvPr>
          </p:nvSpPr>
          <p:spPr>
            <a:xfrm flipH="1" flipV="1">
              <a:off x="-6350" y="-15240"/>
              <a:ext cx="12211050" cy="574040"/>
            </a:xfrm>
            <a:custGeom>
              <a:avLst/>
              <a:gdLst>
                <a:gd name="connsiteX0" fmla="*/ 0 w 12674600"/>
                <a:gd name="connsiteY0" fmla="*/ 444500 h 1206500"/>
                <a:gd name="connsiteX1" fmla="*/ 3327400 w 12674600"/>
                <a:gd name="connsiteY1" fmla="*/ 0 h 1206500"/>
                <a:gd name="connsiteX2" fmla="*/ 3479800 w 12674600"/>
                <a:gd name="connsiteY2" fmla="*/ 12700 h 1206500"/>
                <a:gd name="connsiteX3" fmla="*/ 8737600 w 12674600"/>
                <a:gd name="connsiteY3" fmla="*/ 444500 h 1206500"/>
                <a:gd name="connsiteX4" fmla="*/ 8864600 w 12674600"/>
                <a:gd name="connsiteY4" fmla="*/ 469900 h 1206500"/>
                <a:gd name="connsiteX5" fmla="*/ 8991600 w 12674600"/>
                <a:gd name="connsiteY5" fmla="*/ 495300 h 1206500"/>
                <a:gd name="connsiteX6" fmla="*/ 10858500 w 12674600"/>
                <a:gd name="connsiteY6" fmla="*/ 355600 h 1206500"/>
                <a:gd name="connsiteX7" fmla="*/ 12674600 w 12674600"/>
                <a:gd name="connsiteY7" fmla="*/ 381000 h 1206500"/>
                <a:gd name="connsiteX8" fmla="*/ 12623800 w 12674600"/>
                <a:gd name="connsiteY8" fmla="*/ 1143000 h 1206500"/>
                <a:gd name="connsiteX9" fmla="*/ 88900 w 12674600"/>
                <a:gd name="connsiteY9" fmla="*/ 1206500 h 1206500"/>
                <a:gd name="connsiteX10" fmla="*/ 50800 w 12674600"/>
                <a:gd name="connsiteY10" fmla="*/ 419100 h 1206500"/>
                <a:gd name="connsiteX11" fmla="*/ 0 w 12674600"/>
                <a:gd name="connsiteY11" fmla="*/ 444500 h 1206500"/>
                <a:gd name="connsiteX0-1" fmla="*/ 0 w 12674600"/>
                <a:gd name="connsiteY0-2" fmla="*/ 431800 h 1193800"/>
                <a:gd name="connsiteX1-3" fmla="*/ 3479800 w 12674600"/>
                <a:gd name="connsiteY1-4" fmla="*/ 0 h 1193800"/>
                <a:gd name="connsiteX2-5" fmla="*/ 8737600 w 12674600"/>
                <a:gd name="connsiteY2-6" fmla="*/ 431800 h 1193800"/>
                <a:gd name="connsiteX3-7" fmla="*/ 8864600 w 12674600"/>
                <a:gd name="connsiteY3-8" fmla="*/ 457200 h 1193800"/>
                <a:gd name="connsiteX4-9" fmla="*/ 8991600 w 12674600"/>
                <a:gd name="connsiteY4-10" fmla="*/ 482600 h 1193800"/>
                <a:gd name="connsiteX5-11" fmla="*/ 10858500 w 12674600"/>
                <a:gd name="connsiteY5-12" fmla="*/ 342900 h 1193800"/>
                <a:gd name="connsiteX6-13" fmla="*/ 12674600 w 12674600"/>
                <a:gd name="connsiteY6-14" fmla="*/ 368300 h 1193800"/>
                <a:gd name="connsiteX7-15" fmla="*/ 12623800 w 12674600"/>
                <a:gd name="connsiteY7-16" fmla="*/ 1130300 h 1193800"/>
                <a:gd name="connsiteX8-17" fmla="*/ 88900 w 12674600"/>
                <a:gd name="connsiteY8-18" fmla="*/ 1193800 h 1193800"/>
                <a:gd name="connsiteX9-19" fmla="*/ 50800 w 12674600"/>
                <a:gd name="connsiteY9-20" fmla="*/ 406400 h 1193800"/>
                <a:gd name="connsiteX10-21" fmla="*/ 0 w 12674600"/>
                <a:gd name="connsiteY10-22" fmla="*/ 431800 h 1193800"/>
                <a:gd name="connsiteX0-23" fmla="*/ 0 w 12674600"/>
                <a:gd name="connsiteY0-24" fmla="*/ 431800 h 1193800"/>
                <a:gd name="connsiteX1-25" fmla="*/ 3479800 w 12674600"/>
                <a:gd name="connsiteY1-26" fmla="*/ 0 h 1193800"/>
                <a:gd name="connsiteX2-27" fmla="*/ 8737600 w 12674600"/>
                <a:gd name="connsiteY2-28" fmla="*/ 431800 h 1193800"/>
                <a:gd name="connsiteX3-29" fmla="*/ 8864600 w 12674600"/>
                <a:gd name="connsiteY3-30" fmla="*/ 457200 h 1193800"/>
                <a:gd name="connsiteX4-31" fmla="*/ 8991600 w 12674600"/>
                <a:gd name="connsiteY4-32" fmla="*/ 482600 h 1193800"/>
                <a:gd name="connsiteX5-33" fmla="*/ 10858500 w 12674600"/>
                <a:gd name="connsiteY5-34" fmla="*/ 342900 h 1193800"/>
                <a:gd name="connsiteX6-35" fmla="*/ 12674600 w 12674600"/>
                <a:gd name="connsiteY6-36" fmla="*/ 368300 h 1193800"/>
                <a:gd name="connsiteX7-37" fmla="*/ 12623800 w 12674600"/>
                <a:gd name="connsiteY7-38" fmla="*/ 1130300 h 1193800"/>
                <a:gd name="connsiteX8-39" fmla="*/ 88900 w 12674600"/>
                <a:gd name="connsiteY8-40" fmla="*/ 1193800 h 1193800"/>
                <a:gd name="connsiteX9-41" fmla="*/ 50800 w 12674600"/>
                <a:gd name="connsiteY9-42" fmla="*/ 406400 h 1193800"/>
                <a:gd name="connsiteX10-43" fmla="*/ 0 w 12674600"/>
                <a:gd name="connsiteY10-44" fmla="*/ 431800 h 1193800"/>
                <a:gd name="connsiteX0-45" fmla="*/ 0 w 12674600"/>
                <a:gd name="connsiteY0-46" fmla="*/ 431800 h 1193800"/>
                <a:gd name="connsiteX1-47" fmla="*/ 3479800 w 12674600"/>
                <a:gd name="connsiteY1-48" fmla="*/ 0 h 1193800"/>
                <a:gd name="connsiteX2-49" fmla="*/ 8737600 w 12674600"/>
                <a:gd name="connsiteY2-50" fmla="*/ 431800 h 1193800"/>
                <a:gd name="connsiteX3-51" fmla="*/ 8864600 w 12674600"/>
                <a:gd name="connsiteY3-52" fmla="*/ 457200 h 1193800"/>
                <a:gd name="connsiteX4-53" fmla="*/ 8991600 w 12674600"/>
                <a:gd name="connsiteY4-54" fmla="*/ 482600 h 1193800"/>
                <a:gd name="connsiteX5-55" fmla="*/ 10858500 w 12674600"/>
                <a:gd name="connsiteY5-56" fmla="*/ 342900 h 1193800"/>
                <a:gd name="connsiteX6-57" fmla="*/ 12674600 w 12674600"/>
                <a:gd name="connsiteY6-58" fmla="*/ 368300 h 1193800"/>
                <a:gd name="connsiteX7-59" fmla="*/ 12623800 w 12674600"/>
                <a:gd name="connsiteY7-60" fmla="*/ 1130300 h 1193800"/>
                <a:gd name="connsiteX8-61" fmla="*/ 88900 w 12674600"/>
                <a:gd name="connsiteY8-62" fmla="*/ 1193800 h 1193800"/>
                <a:gd name="connsiteX9-63" fmla="*/ 50800 w 12674600"/>
                <a:gd name="connsiteY9-64" fmla="*/ 406400 h 1193800"/>
                <a:gd name="connsiteX10-65" fmla="*/ 0 w 12674600"/>
                <a:gd name="connsiteY10-66" fmla="*/ 431800 h 1193800"/>
                <a:gd name="connsiteX0-67" fmla="*/ 0 w 12674600"/>
                <a:gd name="connsiteY0-68" fmla="*/ 431800 h 1193800"/>
                <a:gd name="connsiteX1-69" fmla="*/ 3479800 w 12674600"/>
                <a:gd name="connsiteY1-70" fmla="*/ 0 h 1193800"/>
                <a:gd name="connsiteX2-71" fmla="*/ 8737600 w 12674600"/>
                <a:gd name="connsiteY2-72" fmla="*/ 431800 h 1193800"/>
                <a:gd name="connsiteX3-73" fmla="*/ 8991600 w 12674600"/>
                <a:gd name="connsiteY3-74" fmla="*/ 482600 h 1193800"/>
                <a:gd name="connsiteX4-75" fmla="*/ 10858500 w 12674600"/>
                <a:gd name="connsiteY4-76" fmla="*/ 342900 h 1193800"/>
                <a:gd name="connsiteX5-77" fmla="*/ 12674600 w 12674600"/>
                <a:gd name="connsiteY5-78" fmla="*/ 368300 h 1193800"/>
                <a:gd name="connsiteX6-79" fmla="*/ 12623800 w 12674600"/>
                <a:gd name="connsiteY6-80" fmla="*/ 1130300 h 1193800"/>
                <a:gd name="connsiteX7-81" fmla="*/ 88900 w 12674600"/>
                <a:gd name="connsiteY7-82" fmla="*/ 1193800 h 1193800"/>
                <a:gd name="connsiteX8-83" fmla="*/ 50800 w 12674600"/>
                <a:gd name="connsiteY8-84" fmla="*/ 406400 h 1193800"/>
                <a:gd name="connsiteX9-85" fmla="*/ 0 w 12674600"/>
                <a:gd name="connsiteY9-86" fmla="*/ 431800 h 1193800"/>
                <a:gd name="connsiteX0-87" fmla="*/ 0 w 12674600"/>
                <a:gd name="connsiteY0-88" fmla="*/ 431800 h 1193800"/>
                <a:gd name="connsiteX1-89" fmla="*/ 3479800 w 12674600"/>
                <a:gd name="connsiteY1-90" fmla="*/ 0 h 1193800"/>
                <a:gd name="connsiteX2-91" fmla="*/ 8737600 w 12674600"/>
                <a:gd name="connsiteY2-92" fmla="*/ 431800 h 1193800"/>
                <a:gd name="connsiteX3-93" fmla="*/ 10858500 w 12674600"/>
                <a:gd name="connsiteY3-94" fmla="*/ 342900 h 1193800"/>
                <a:gd name="connsiteX4-95" fmla="*/ 12674600 w 12674600"/>
                <a:gd name="connsiteY4-96" fmla="*/ 368300 h 1193800"/>
                <a:gd name="connsiteX5-97" fmla="*/ 12623800 w 12674600"/>
                <a:gd name="connsiteY5-98" fmla="*/ 1130300 h 1193800"/>
                <a:gd name="connsiteX6-99" fmla="*/ 88900 w 12674600"/>
                <a:gd name="connsiteY6-100" fmla="*/ 1193800 h 1193800"/>
                <a:gd name="connsiteX7-101" fmla="*/ 50800 w 12674600"/>
                <a:gd name="connsiteY7-102" fmla="*/ 406400 h 1193800"/>
                <a:gd name="connsiteX8-103" fmla="*/ 0 w 12674600"/>
                <a:gd name="connsiteY8-104" fmla="*/ 431800 h 1193800"/>
                <a:gd name="connsiteX0-105" fmla="*/ 0 w 12674600"/>
                <a:gd name="connsiteY0-106" fmla="*/ 431800 h 1193800"/>
                <a:gd name="connsiteX1-107" fmla="*/ 3479800 w 12674600"/>
                <a:gd name="connsiteY1-108" fmla="*/ 0 h 1193800"/>
                <a:gd name="connsiteX2-109" fmla="*/ 8737600 w 12674600"/>
                <a:gd name="connsiteY2-110" fmla="*/ 431800 h 1193800"/>
                <a:gd name="connsiteX3-111" fmla="*/ 10858500 w 12674600"/>
                <a:gd name="connsiteY3-112" fmla="*/ 342900 h 1193800"/>
                <a:gd name="connsiteX4-113" fmla="*/ 12674600 w 12674600"/>
                <a:gd name="connsiteY4-114" fmla="*/ 368300 h 1193800"/>
                <a:gd name="connsiteX5-115" fmla="*/ 12623800 w 12674600"/>
                <a:gd name="connsiteY5-116" fmla="*/ 1130300 h 1193800"/>
                <a:gd name="connsiteX6-117" fmla="*/ 88900 w 12674600"/>
                <a:gd name="connsiteY6-118" fmla="*/ 1193800 h 1193800"/>
                <a:gd name="connsiteX7-119" fmla="*/ 50800 w 12674600"/>
                <a:gd name="connsiteY7-120" fmla="*/ 406400 h 1193800"/>
                <a:gd name="connsiteX8-121" fmla="*/ 0 w 12674600"/>
                <a:gd name="connsiteY8-122" fmla="*/ 431800 h 1193800"/>
                <a:gd name="connsiteX0-123" fmla="*/ 0 w 12674600"/>
                <a:gd name="connsiteY0-124" fmla="*/ 431800 h 1193800"/>
                <a:gd name="connsiteX1-125" fmla="*/ 3479800 w 12674600"/>
                <a:gd name="connsiteY1-126" fmla="*/ 0 h 1193800"/>
                <a:gd name="connsiteX2-127" fmla="*/ 8737600 w 12674600"/>
                <a:gd name="connsiteY2-128" fmla="*/ 431800 h 1193800"/>
                <a:gd name="connsiteX3-129" fmla="*/ 10858500 w 12674600"/>
                <a:gd name="connsiteY3-130" fmla="*/ 342900 h 1193800"/>
                <a:gd name="connsiteX4-131" fmla="*/ 12674600 w 12674600"/>
                <a:gd name="connsiteY4-132" fmla="*/ 368300 h 1193800"/>
                <a:gd name="connsiteX5-133" fmla="*/ 12623800 w 12674600"/>
                <a:gd name="connsiteY5-134" fmla="*/ 1130300 h 1193800"/>
                <a:gd name="connsiteX6-135" fmla="*/ 88900 w 12674600"/>
                <a:gd name="connsiteY6-136" fmla="*/ 1193800 h 1193800"/>
                <a:gd name="connsiteX7-137" fmla="*/ 50800 w 12674600"/>
                <a:gd name="connsiteY7-138" fmla="*/ 406400 h 1193800"/>
                <a:gd name="connsiteX8-139" fmla="*/ 0 w 12674600"/>
                <a:gd name="connsiteY8-140" fmla="*/ 431800 h 1193800"/>
                <a:gd name="connsiteX0-141" fmla="*/ 0 w 12674600"/>
                <a:gd name="connsiteY0-142" fmla="*/ 431800 h 1193800"/>
                <a:gd name="connsiteX1-143" fmla="*/ 3479800 w 12674600"/>
                <a:gd name="connsiteY1-144" fmla="*/ 0 h 1193800"/>
                <a:gd name="connsiteX2-145" fmla="*/ 8737600 w 12674600"/>
                <a:gd name="connsiteY2-146" fmla="*/ 431800 h 1193800"/>
                <a:gd name="connsiteX3-147" fmla="*/ 10858500 w 12674600"/>
                <a:gd name="connsiteY3-148" fmla="*/ 342900 h 1193800"/>
                <a:gd name="connsiteX4-149" fmla="*/ 12674600 w 12674600"/>
                <a:gd name="connsiteY4-150" fmla="*/ 368300 h 1193800"/>
                <a:gd name="connsiteX5-151" fmla="*/ 12623800 w 12674600"/>
                <a:gd name="connsiteY5-152" fmla="*/ 1130300 h 1193800"/>
                <a:gd name="connsiteX6-153" fmla="*/ 88900 w 12674600"/>
                <a:gd name="connsiteY6-154" fmla="*/ 1193800 h 1193800"/>
                <a:gd name="connsiteX7-155" fmla="*/ 50800 w 12674600"/>
                <a:gd name="connsiteY7-156" fmla="*/ 406400 h 1193800"/>
                <a:gd name="connsiteX8-157" fmla="*/ 0 w 12674600"/>
                <a:gd name="connsiteY8-158" fmla="*/ 431800 h 1193800"/>
                <a:gd name="connsiteX0-159" fmla="*/ 0 w 12674600"/>
                <a:gd name="connsiteY0-160" fmla="*/ 431800 h 1193800"/>
                <a:gd name="connsiteX1-161" fmla="*/ 3479800 w 12674600"/>
                <a:gd name="connsiteY1-162" fmla="*/ 0 h 1193800"/>
                <a:gd name="connsiteX2-163" fmla="*/ 8737600 w 12674600"/>
                <a:gd name="connsiteY2-164" fmla="*/ 431800 h 1193800"/>
                <a:gd name="connsiteX3-165" fmla="*/ 10858500 w 12674600"/>
                <a:gd name="connsiteY3-166" fmla="*/ 342900 h 1193800"/>
                <a:gd name="connsiteX4-167" fmla="*/ 12674600 w 12674600"/>
                <a:gd name="connsiteY4-168" fmla="*/ 368300 h 1193800"/>
                <a:gd name="connsiteX5-169" fmla="*/ 12623800 w 12674600"/>
                <a:gd name="connsiteY5-170" fmla="*/ 1130300 h 1193800"/>
                <a:gd name="connsiteX6-171" fmla="*/ 88900 w 12674600"/>
                <a:gd name="connsiteY6-172" fmla="*/ 1193800 h 1193800"/>
                <a:gd name="connsiteX7-173" fmla="*/ 50800 w 12674600"/>
                <a:gd name="connsiteY7-174" fmla="*/ 406400 h 1193800"/>
                <a:gd name="connsiteX8-175" fmla="*/ 0 w 12674600"/>
                <a:gd name="connsiteY8-176" fmla="*/ 431800 h 1193800"/>
                <a:gd name="connsiteX0-177" fmla="*/ 0 w 12674600"/>
                <a:gd name="connsiteY0-178" fmla="*/ 431800 h 1193800"/>
                <a:gd name="connsiteX1-179" fmla="*/ 3479800 w 12674600"/>
                <a:gd name="connsiteY1-180" fmla="*/ 0 h 1193800"/>
                <a:gd name="connsiteX2-181" fmla="*/ 8737600 w 12674600"/>
                <a:gd name="connsiteY2-182" fmla="*/ 431800 h 1193800"/>
                <a:gd name="connsiteX3-183" fmla="*/ 10858500 w 12674600"/>
                <a:gd name="connsiteY3-184" fmla="*/ 342900 h 1193800"/>
                <a:gd name="connsiteX4-185" fmla="*/ 12674600 w 12674600"/>
                <a:gd name="connsiteY4-186" fmla="*/ 368300 h 1193800"/>
                <a:gd name="connsiteX5-187" fmla="*/ 12623800 w 12674600"/>
                <a:gd name="connsiteY5-188" fmla="*/ 1130300 h 1193800"/>
                <a:gd name="connsiteX6-189" fmla="*/ 88900 w 12674600"/>
                <a:gd name="connsiteY6-190" fmla="*/ 1193800 h 1193800"/>
                <a:gd name="connsiteX7-191" fmla="*/ 50800 w 12674600"/>
                <a:gd name="connsiteY7-192" fmla="*/ 406400 h 1193800"/>
                <a:gd name="connsiteX8-193" fmla="*/ 0 w 12674600"/>
                <a:gd name="connsiteY8-194" fmla="*/ 431800 h 1193800"/>
                <a:gd name="connsiteX0-195" fmla="*/ 0 w 12674600"/>
                <a:gd name="connsiteY0-196" fmla="*/ 431800 h 1193800"/>
                <a:gd name="connsiteX1-197" fmla="*/ 3479800 w 12674600"/>
                <a:gd name="connsiteY1-198" fmla="*/ 0 h 1193800"/>
                <a:gd name="connsiteX2-199" fmla="*/ 8737600 w 12674600"/>
                <a:gd name="connsiteY2-200" fmla="*/ 431800 h 1193800"/>
                <a:gd name="connsiteX3-201" fmla="*/ 10858500 w 12674600"/>
                <a:gd name="connsiteY3-202" fmla="*/ 342900 h 1193800"/>
                <a:gd name="connsiteX4-203" fmla="*/ 12674600 w 12674600"/>
                <a:gd name="connsiteY4-204" fmla="*/ 368300 h 1193800"/>
                <a:gd name="connsiteX5-205" fmla="*/ 12623800 w 12674600"/>
                <a:gd name="connsiteY5-206" fmla="*/ 1130300 h 1193800"/>
                <a:gd name="connsiteX6-207" fmla="*/ 88900 w 12674600"/>
                <a:gd name="connsiteY6-208" fmla="*/ 1193800 h 1193800"/>
                <a:gd name="connsiteX7-209" fmla="*/ 50800 w 12674600"/>
                <a:gd name="connsiteY7-210" fmla="*/ 406400 h 1193800"/>
                <a:gd name="connsiteX8-211" fmla="*/ 0 w 12674600"/>
                <a:gd name="connsiteY8-212" fmla="*/ 431800 h 1193800"/>
                <a:gd name="connsiteX0-213" fmla="*/ 0 w 12674600"/>
                <a:gd name="connsiteY0-214" fmla="*/ 431800 h 1193800"/>
                <a:gd name="connsiteX1-215" fmla="*/ 3479800 w 12674600"/>
                <a:gd name="connsiteY1-216" fmla="*/ 0 h 1193800"/>
                <a:gd name="connsiteX2-217" fmla="*/ 8737600 w 12674600"/>
                <a:gd name="connsiteY2-218" fmla="*/ 431800 h 1193800"/>
                <a:gd name="connsiteX3-219" fmla="*/ 10858500 w 12674600"/>
                <a:gd name="connsiteY3-220" fmla="*/ 342900 h 1193800"/>
                <a:gd name="connsiteX4-221" fmla="*/ 12674600 w 12674600"/>
                <a:gd name="connsiteY4-222" fmla="*/ 368300 h 1193800"/>
                <a:gd name="connsiteX5-223" fmla="*/ 12623800 w 12674600"/>
                <a:gd name="connsiteY5-224" fmla="*/ 1130300 h 1193800"/>
                <a:gd name="connsiteX6-225" fmla="*/ 88900 w 12674600"/>
                <a:gd name="connsiteY6-226" fmla="*/ 1193800 h 1193800"/>
                <a:gd name="connsiteX7-227" fmla="*/ 50800 w 12674600"/>
                <a:gd name="connsiteY7-228" fmla="*/ 406400 h 1193800"/>
                <a:gd name="connsiteX8-229" fmla="*/ 0 w 12674600"/>
                <a:gd name="connsiteY8-230" fmla="*/ 431800 h 1193800"/>
                <a:gd name="connsiteX0-231" fmla="*/ 0 w 12674600"/>
                <a:gd name="connsiteY0-232" fmla="*/ 431800 h 1193800"/>
                <a:gd name="connsiteX1-233" fmla="*/ 3479800 w 12674600"/>
                <a:gd name="connsiteY1-234" fmla="*/ 0 h 1193800"/>
                <a:gd name="connsiteX2-235" fmla="*/ 8737600 w 12674600"/>
                <a:gd name="connsiteY2-236" fmla="*/ 431800 h 1193800"/>
                <a:gd name="connsiteX3-237" fmla="*/ 10858500 w 12674600"/>
                <a:gd name="connsiteY3-238" fmla="*/ 342900 h 1193800"/>
                <a:gd name="connsiteX4-239" fmla="*/ 12674600 w 12674600"/>
                <a:gd name="connsiteY4-240" fmla="*/ 368300 h 1193800"/>
                <a:gd name="connsiteX5-241" fmla="*/ 12623800 w 12674600"/>
                <a:gd name="connsiteY5-242" fmla="*/ 1130300 h 1193800"/>
                <a:gd name="connsiteX6-243" fmla="*/ 88900 w 12674600"/>
                <a:gd name="connsiteY6-244" fmla="*/ 1193800 h 1193800"/>
                <a:gd name="connsiteX7-245" fmla="*/ 50800 w 12674600"/>
                <a:gd name="connsiteY7-246" fmla="*/ 406400 h 1193800"/>
                <a:gd name="connsiteX8-247" fmla="*/ 0 w 12674600"/>
                <a:gd name="connsiteY8-248" fmla="*/ 431800 h 1193800"/>
                <a:gd name="connsiteX0-249" fmla="*/ 0 w 12674600"/>
                <a:gd name="connsiteY0-250" fmla="*/ 431800 h 1193800"/>
                <a:gd name="connsiteX1-251" fmla="*/ 3479800 w 12674600"/>
                <a:gd name="connsiteY1-252" fmla="*/ 0 h 1193800"/>
                <a:gd name="connsiteX2-253" fmla="*/ 8737600 w 12674600"/>
                <a:gd name="connsiteY2-254" fmla="*/ 431800 h 1193800"/>
                <a:gd name="connsiteX3-255" fmla="*/ 10858500 w 12674600"/>
                <a:gd name="connsiteY3-256" fmla="*/ 342900 h 1193800"/>
                <a:gd name="connsiteX4-257" fmla="*/ 12674600 w 12674600"/>
                <a:gd name="connsiteY4-258" fmla="*/ 368300 h 1193800"/>
                <a:gd name="connsiteX5-259" fmla="*/ 12623800 w 12674600"/>
                <a:gd name="connsiteY5-260" fmla="*/ 1130300 h 1193800"/>
                <a:gd name="connsiteX6-261" fmla="*/ 88900 w 12674600"/>
                <a:gd name="connsiteY6-262" fmla="*/ 1193800 h 1193800"/>
                <a:gd name="connsiteX7-263" fmla="*/ 50800 w 12674600"/>
                <a:gd name="connsiteY7-264" fmla="*/ 406400 h 1193800"/>
                <a:gd name="connsiteX8-265" fmla="*/ 0 w 12674600"/>
                <a:gd name="connsiteY8-266" fmla="*/ 431800 h 1193800"/>
                <a:gd name="connsiteX0-267" fmla="*/ 0 w 12674600"/>
                <a:gd name="connsiteY0-268" fmla="*/ 431800 h 1193800"/>
                <a:gd name="connsiteX1-269" fmla="*/ 3479800 w 12674600"/>
                <a:gd name="connsiteY1-270" fmla="*/ 0 h 1193800"/>
                <a:gd name="connsiteX2-271" fmla="*/ 8737600 w 12674600"/>
                <a:gd name="connsiteY2-272" fmla="*/ 431800 h 1193800"/>
                <a:gd name="connsiteX3-273" fmla="*/ 10845800 w 12674600"/>
                <a:gd name="connsiteY3-274" fmla="*/ 215900 h 1193800"/>
                <a:gd name="connsiteX4-275" fmla="*/ 12674600 w 12674600"/>
                <a:gd name="connsiteY4-276" fmla="*/ 368300 h 1193800"/>
                <a:gd name="connsiteX5-277" fmla="*/ 12623800 w 12674600"/>
                <a:gd name="connsiteY5-278" fmla="*/ 1130300 h 1193800"/>
                <a:gd name="connsiteX6-279" fmla="*/ 88900 w 12674600"/>
                <a:gd name="connsiteY6-280" fmla="*/ 1193800 h 1193800"/>
                <a:gd name="connsiteX7-281" fmla="*/ 50800 w 12674600"/>
                <a:gd name="connsiteY7-282" fmla="*/ 406400 h 1193800"/>
                <a:gd name="connsiteX8-283" fmla="*/ 0 w 12674600"/>
                <a:gd name="connsiteY8-284" fmla="*/ 431800 h 1193800"/>
                <a:gd name="connsiteX0-285" fmla="*/ 0 w 12674600"/>
                <a:gd name="connsiteY0-286" fmla="*/ 431800 h 1193800"/>
                <a:gd name="connsiteX1-287" fmla="*/ 3479800 w 12674600"/>
                <a:gd name="connsiteY1-288" fmla="*/ 0 h 1193800"/>
                <a:gd name="connsiteX2-289" fmla="*/ 8737600 w 12674600"/>
                <a:gd name="connsiteY2-290" fmla="*/ 431800 h 1193800"/>
                <a:gd name="connsiteX3-291" fmla="*/ 10833100 w 12674600"/>
                <a:gd name="connsiteY3-292" fmla="*/ 76200 h 1193800"/>
                <a:gd name="connsiteX4-293" fmla="*/ 12674600 w 12674600"/>
                <a:gd name="connsiteY4-294" fmla="*/ 368300 h 1193800"/>
                <a:gd name="connsiteX5-295" fmla="*/ 12623800 w 12674600"/>
                <a:gd name="connsiteY5-296" fmla="*/ 1130300 h 1193800"/>
                <a:gd name="connsiteX6-297" fmla="*/ 88900 w 12674600"/>
                <a:gd name="connsiteY6-298" fmla="*/ 1193800 h 1193800"/>
                <a:gd name="connsiteX7-299" fmla="*/ 50800 w 12674600"/>
                <a:gd name="connsiteY7-300" fmla="*/ 406400 h 1193800"/>
                <a:gd name="connsiteX8-301" fmla="*/ 0 w 12674600"/>
                <a:gd name="connsiteY8-302" fmla="*/ 431800 h 1193800"/>
                <a:gd name="connsiteX0-303" fmla="*/ 0 w 12674600"/>
                <a:gd name="connsiteY0-304" fmla="*/ 431800 h 1193800"/>
                <a:gd name="connsiteX1-305" fmla="*/ 3479800 w 12674600"/>
                <a:gd name="connsiteY1-306" fmla="*/ 0 h 1193800"/>
                <a:gd name="connsiteX2-307" fmla="*/ 8737600 w 12674600"/>
                <a:gd name="connsiteY2-308" fmla="*/ 431800 h 1193800"/>
                <a:gd name="connsiteX3-309" fmla="*/ 10833100 w 12674600"/>
                <a:gd name="connsiteY3-310" fmla="*/ 76200 h 1193800"/>
                <a:gd name="connsiteX4-311" fmla="*/ 12674600 w 12674600"/>
                <a:gd name="connsiteY4-312" fmla="*/ 368300 h 1193800"/>
                <a:gd name="connsiteX5-313" fmla="*/ 12623800 w 12674600"/>
                <a:gd name="connsiteY5-314" fmla="*/ 1130300 h 1193800"/>
                <a:gd name="connsiteX6-315" fmla="*/ 88900 w 12674600"/>
                <a:gd name="connsiteY6-316" fmla="*/ 1193800 h 1193800"/>
                <a:gd name="connsiteX7-317" fmla="*/ 50800 w 12674600"/>
                <a:gd name="connsiteY7-318" fmla="*/ 406400 h 1193800"/>
                <a:gd name="connsiteX8-319" fmla="*/ 0 w 12674600"/>
                <a:gd name="connsiteY8-320" fmla="*/ 431800 h 1193800"/>
                <a:gd name="connsiteX0-321" fmla="*/ 0 w 12674600"/>
                <a:gd name="connsiteY0-322" fmla="*/ 431800 h 1193800"/>
                <a:gd name="connsiteX1-323" fmla="*/ 3479800 w 12674600"/>
                <a:gd name="connsiteY1-324" fmla="*/ 0 h 1193800"/>
                <a:gd name="connsiteX2-325" fmla="*/ 8737600 w 12674600"/>
                <a:gd name="connsiteY2-326" fmla="*/ 431800 h 1193800"/>
                <a:gd name="connsiteX3-327" fmla="*/ 10833100 w 12674600"/>
                <a:gd name="connsiteY3-328" fmla="*/ 76200 h 1193800"/>
                <a:gd name="connsiteX4-329" fmla="*/ 12674600 w 12674600"/>
                <a:gd name="connsiteY4-330" fmla="*/ 368300 h 1193800"/>
                <a:gd name="connsiteX5-331" fmla="*/ 12623800 w 12674600"/>
                <a:gd name="connsiteY5-332" fmla="*/ 1130300 h 1193800"/>
                <a:gd name="connsiteX6-333" fmla="*/ 88900 w 12674600"/>
                <a:gd name="connsiteY6-334" fmla="*/ 1193800 h 1193800"/>
                <a:gd name="connsiteX7-335" fmla="*/ 50800 w 12674600"/>
                <a:gd name="connsiteY7-336" fmla="*/ 406400 h 1193800"/>
                <a:gd name="connsiteX8-337" fmla="*/ 0 w 12674600"/>
                <a:gd name="connsiteY8-338" fmla="*/ 431800 h 1193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9230" h="904">
                  <a:moveTo>
                    <a:pt x="5020" y="0"/>
                  </a:moveTo>
                  <a:cubicBezTo>
                    <a:pt x="7413" y="0"/>
                    <a:pt x="11370" y="660"/>
                    <a:pt x="13300" y="680"/>
                  </a:cubicBezTo>
                  <a:cubicBezTo>
                    <a:pt x="15230" y="700"/>
                    <a:pt x="15387" y="187"/>
                    <a:pt x="16600" y="120"/>
                  </a:cubicBezTo>
                  <a:cubicBezTo>
                    <a:pt x="17605" y="65"/>
                    <a:pt x="18616" y="275"/>
                    <a:pt x="19198" y="466"/>
                  </a:cubicBezTo>
                  <a:lnTo>
                    <a:pt x="19230" y="477"/>
                  </a:lnTo>
                  <a:lnTo>
                    <a:pt x="19230" y="904"/>
                  </a:lnTo>
                  <a:lnTo>
                    <a:pt x="0" y="904"/>
                  </a:lnTo>
                  <a:lnTo>
                    <a:pt x="0" y="609"/>
                  </a:lnTo>
                  <a:lnTo>
                    <a:pt x="22" y="605"/>
                  </a:lnTo>
                  <a:cubicBezTo>
                    <a:pt x="1094" y="416"/>
                    <a:pt x="2982" y="0"/>
                    <a:pt x="502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304433" y="2554742"/>
            <a:ext cx="4896453" cy="808533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000" u="none" strike="noStrike" kern="1200" cap="none" spc="300" normalizeH="0" baseline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5304678" y="3425191"/>
            <a:ext cx="4896480" cy="1578834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>
            <p:custDataLst>
              <p:tags r:id="rId2"/>
            </p:custDataLst>
          </p:nvPr>
        </p:nvSpPr>
        <p:spPr>
          <a:xfrm>
            <a:off x="-6348" y="6340656"/>
            <a:ext cx="12207870" cy="53549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4012"/>
            <a:ext cx="10849411" cy="441849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4"/>
            </p:custDataLst>
          </p:nvPr>
        </p:nvSpPr>
        <p:spPr>
          <a:xfrm>
            <a:off x="669756" y="953153"/>
            <a:ext cx="5281866" cy="5387504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237252" y="953153"/>
            <a:ext cx="5281866" cy="5387504"/>
          </a:xfrm>
        </p:spPr>
        <p:txBody>
          <a:bodyPr lIns="90170" tIns="46990" rIns="90170" bIns="46990">
            <a:normAutofit/>
          </a:bodyPr>
          <a:lstStyle>
            <a:lvl1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>
            <p:custDataLst>
              <p:tags r:id="rId2"/>
            </p:custDataLst>
          </p:nvPr>
        </p:nvSpPr>
        <p:spPr>
          <a:xfrm>
            <a:off x="-6348" y="6340656"/>
            <a:ext cx="12207870" cy="53549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08" y="444012"/>
            <a:ext cx="10849411" cy="441849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669756" y="953153"/>
            <a:ext cx="5281866" cy="380904"/>
          </a:xfrm>
        </p:spPr>
        <p:txBody>
          <a:bodyPr lIns="90170" tIns="46990" rIns="90170" bIns="4699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669751" y="1407052"/>
            <a:ext cx="5281824" cy="493346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6"/>
            </p:custDataLst>
          </p:nvPr>
        </p:nvSpPr>
        <p:spPr>
          <a:xfrm>
            <a:off x="6234126" y="953153"/>
            <a:ext cx="5281866" cy="38090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7"/>
            </p:custDataLst>
          </p:nvPr>
        </p:nvSpPr>
        <p:spPr>
          <a:xfrm>
            <a:off x="6234126" y="1407052"/>
            <a:ext cx="5281866" cy="493346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-6348" y="6184182"/>
            <a:ext cx="12207870" cy="69197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>
            <p:custDataLst>
              <p:tags r:id="rId2"/>
            </p:custDataLst>
          </p:nvPr>
        </p:nvSpPr>
        <p:spPr>
          <a:xfrm>
            <a:off x="-6348" y="6340656"/>
            <a:ext cx="12207870" cy="53549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756" y="444012"/>
            <a:ext cx="10849411" cy="441849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4"/>
            </p:custDataLst>
          </p:nvPr>
        </p:nvSpPr>
        <p:spPr>
          <a:xfrm>
            <a:off x="669756" y="953153"/>
            <a:ext cx="5281866" cy="5387504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5"/>
            </p:custDataLst>
          </p:nvPr>
        </p:nvSpPr>
        <p:spPr>
          <a:xfrm>
            <a:off x="6237300" y="953153"/>
            <a:ext cx="5281866" cy="5387504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292724" y="305014"/>
            <a:ext cx="11603378" cy="62479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3"/>
            </p:custDataLst>
          </p:nvPr>
        </p:nvSpPr>
        <p:spPr>
          <a:xfrm>
            <a:off x="10568382" y="953153"/>
            <a:ext cx="950736" cy="5387504"/>
          </a:xfrm>
        </p:spPr>
        <p:txBody>
          <a:bodyPr vert="eaVert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4"/>
            </p:custDataLst>
          </p:nvPr>
        </p:nvSpPr>
        <p:spPr>
          <a:xfrm>
            <a:off x="669751" y="953145"/>
            <a:ext cx="9825542" cy="5387504"/>
          </a:xfrm>
        </p:spPr>
        <p:txBody>
          <a:bodyPr vert="eaVert" lIns="90170" tIns="46990" rIns="90170" bIns="46990">
            <a:normAutofit/>
          </a:bodyPr>
          <a:lstStyle>
            <a:lvl1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292724" y="305014"/>
            <a:ext cx="11603378" cy="62479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669756" y="953153"/>
            <a:ext cx="10849411" cy="5387504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图片 69" descr="图片包含 动物&#10;&#10;已生成高可信度的说明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 flipH="1">
            <a:off x="0" y="893"/>
            <a:ext cx="12188824" cy="6856214"/>
          </a:xfrm>
          <a:prstGeom prst="rect">
            <a:avLst/>
          </a:prstGeom>
        </p:spPr>
      </p:pic>
      <p:pic>
        <p:nvPicPr>
          <p:cNvPr id="7" name="图片 6" descr="图片包含 动物&#10;&#10;已生成高可信度的说明" hidden="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 flipH="1">
            <a:off x="0" y="893"/>
            <a:ext cx="12188824" cy="6856214"/>
          </a:xfrm>
          <a:prstGeom prst="rect">
            <a:avLst/>
          </a:prstGeom>
        </p:spPr>
      </p:pic>
      <p:cxnSp>
        <p:nvCxnSpPr>
          <p:cNvPr id="8" name="直接连接符 7"/>
          <p:cNvCxnSpPr/>
          <p:nvPr userDrawn="1">
            <p:custDataLst>
              <p:tags r:id="rId6"/>
            </p:custDataLst>
          </p:nvPr>
        </p:nvCxnSpPr>
        <p:spPr>
          <a:xfrm>
            <a:off x="428513" y="419884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>
            <p:custDataLst>
              <p:tags r:id="rId7"/>
            </p:custDataLst>
          </p:nvPr>
        </p:nvCxnSpPr>
        <p:spPr>
          <a:xfrm>
            <a:off x="428513" y="502412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>
            <p:custDataLst>
              <p:tags r:id="rId8"/>
            </p:custDataLst>
          </p:nvPr>
        </p:nvCxnSpPr>
        <p:spPr>
          <a:xfrm>
            <a:off x="428513" y="584941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>
            <p:custDataLst>
              <p:tags r:id="rId9"/>
            </p:custDataLst>
          </p:nvPr>
        </p:nvCxnSpPr>
        <p:spPr>
          <a:xfrm>
            <a:off x="7244861" y="6374633"/>
            <a:ext cx="3642174" cy="0"/>
          </a:xfrm>
          <a:prstGeom prst="line">
            <a:avLst/>
          </a:prstGeom>
          <a:ln w="31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 userDrawn="1">
            <p:custDataLst>
              <p:tags r:id="rId10"/>
            </p:custDataLst>
          </p:nvPr>
        </p:nvGrpSpPr>
        <p:grpSpPr>
          <a:xfrm>
            <a:off x="910988" y="4672284"/>
            <a:ext cx="1807689" cy="319799"/>
            <a:chOff x="911225" y="4845050"/>
            <a:chExt cx="1808160" cy="319882"/>
          </a:xfrm>
          <a:solidFill>
            <a:schemeClr val="bg1"/>
          </a:solidFill>
        </p:grpSpPr>
        <p:sp>
          <p:nvSpPr>
            <p:cNvPr id="15" name="椭圆 14"/>
            <p:cNvSpPr/>
            <p:nvPr>
              <p:custDataLst>
                <p:tags r:id="rId11"/>
              </p:custDataLst>
            </p:nvPr>
          </p:nvSpPr>
          <p:spPr>
            <a:xfrm>
              <a:off x="91122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椭圆 15"/>
            <p:cNvSpPr/>
            <p:nvPr>
              <p:custDataLst>
                <p:tags r:id="rId12"/>
              </p:custDataLst>
            </p:nvPr>
          </p:nvSpPr>
          <p:spPr>
            <a:xfrm>
              <a:off x="91122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椭圆 16"/>
            <p:cNvSpPr/>
            <p:nvPr>
              <p:custDataLst>
                <p:tags r:id="rId13"/>
              </p:custDataLst>
            </p:nvPr>
          </p:nvSpPr>
          <p:spPr>
            <a:xfrm>
              <a:off x="1085056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椭圆 17"/>
            <p:cNvSpPr/>
            <p:nvPr>
              <p:custDataLst>
                <p:tags r:id="rId14"/>
              </p:custDataLst>
            </p:nvPr>
          </p:nvSpPr>
          <p:spPr>
            <a:xfrm>
              <a:off x="1085056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椭圆 18"/>
            <p:cNvSpPr/>
            <p:nvPr>
              <p:custDataLst>
                <p:tags r:id="rId15"/>
              </p:custDataLst>
            </p:nvPr>
          </p:nvSpPr>
          <p:spPr>
            <a:xfrm>
              <a:off x="1258887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椭圆 19"/>
            <p:cNvSpPr/>
            <p:nvPr>
              <p:custDataLst>
                <p:tags r:id="rId16"/>
              </p:custDataLst>
            </p:nvPr>
          </p:nvSpPr>
          <p:spPr>
            <a:xfrm>
              <a:off x="1258887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椭圆 20"/>
            <p:cNvSpPr/>
            <p:nvPr>
              <p:custDataLst>
                <p:tags r:id="rId17"/>
              </p:custDataLst>
            </p:nvPr>
          </p:nvSpPr>
          <p:spPr>
            <a:xfrm>
              <a:off x="1432718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椭圆 21"/>
            <p:cNvSpPr/>
            <p:nvPr>
              <p:custDataLst>
                <p:tags r:id="rId18"/>
              </p:custDataLst>
            </p:nvPr>
          </p:nvSpPr>
          <p:spPr>
            <a:xfrm>
              <a:off x="1432718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椭圆 22"/>
            <p:cNvSpPr/>
            <p:nvPr>
              <p:custDataLst>
                <p:tags r:id="rId19"/>
              </p:custDataLst>
            </p:nvPr>
          </p:nvSpPr>
          <p:spPr>
            <a:xfrm>
              <a:off x="1606549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椭圆 23"/>
            <p:cNvSpPr/>
            <p:nvPr>
              <p:custDataLst>
                <p:tags r:id="rId20"/>
              </p:custDataLst>
            </p:nvPr>
          </p:nvSpPr>
          <p:spPr>
            <a:xfrm>
              <a:off x="1606549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椭圆 24"/>
            <p:cNvSpPr/>
            <p:nvPr>
              <p:custDataLst>
                <p:tags r:id="rId21"/>
              </p:custDataLst>
            </p:nvPr>
          </p:nvSpPr>
          <p:spPr>
            <a:xfrm>
              <a:off x="1780380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椭圆 25"/>
            <p:cNvSpPr/>
            <p:nvPr>
              <p:custDataLst>
                <p:tags r:id="rId22"/>
              </p:custDataLst>
            </p:nvPr>
          </p:nvSpPr>
          <p:spPr>
            <a:xfrm>
              <a:off x="1780380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椭圆 26"/>
            <p:cNvSpPr/>
            <p:nvPr>
              <p:custDataLst>
                <p:tags r:id="rId23"/>
              </p:custDataLst>
            </p:nvPr>
          </p:nvSpPr>
          <p:spPr>
            <a:xfrm>
              <a:off x="1954211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椭圆 27"/>
            <p:cNvSpPr/>
            <p:nvPr>
              <p:custDataLst>
                <p:tags r:id="rId24"/>
              </p:custDataLst>
            </p:nvPr>
          </p:nvSpPr>
          <p:spPr>
            <a:xfrm>
              <a:off x="1954211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椭圆 28"/>
            <p:cNvSpPr/>
            <p:nvPr>
              <p:custDataLst>
                <p:tags r:id="rId25"/>
              </p:custDataLst>
            </p:nvPr>
          </p:nvSpPr>
          <p:spPr>
            <a:xfrm>
              <a:off x="2128042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椭圆 29"/>
            <p:cNvSpPr/>
            <p:nvPr>
              <p:custDataLst>
                <p:tags r:id="rId26"/>
              </p:custDataLst>
            </p:nvPr>
          </p:nvSpPr>
          <p:spPr>
            <a:xfrm>
              <a:off x="2128042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椭圆 30"/>
            <p:cNvSpPr/>
            <p:nvPr>
              <p:custDataLst>
                <p:tags r:id="rId27"/>
              </p:custDataLst>
            </p:nvPr>
          </p:nvSpPr>
          <p:spPr>
            <a:xfrm>
              <a:off x="2301873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椭圆 31"/>
            <p:cNvSpPr/>
            <p:nvPr>
              <p:custDataLst>
                <p:tags r:id="rId28"/>
              </p:custDataLst>
            </p:nvPr>
          </p:nvSpPr>
          <p:spPr>
            <a:xfrm>
              <a:off x="2301873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椭圆 32"/>
            <p:cNvSpPr/>
            <p:nvPr>
              <p:custDataLst>
                <p:tags r:id="rId29"/>
              </p:custDataLst>
            </p:nvPr>
          </p:nvSpPr>
          <p:spPr>
            <a:xfrm>
              <a:off x="2475704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椭圆 33"/>
            <p:cNvSpPr/>
            <p:nvPr>
              <p:custDataLst>
                <p:tags r:id="rId30"/>
              </p:custDataLst>
            </p:nvPr>
          </p:nvSpPr>
          <p:spPr>
            <a:xfrm>
              <a:off x="2475704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椭圆 34"/>
            <p:cNvSpPr/>
            <p:nvPr>
              <p:custDataLst>
                <p:tags r:id="rId31"/>
              </p:custDataLst>
            </p:nvPr>
          </p:nvSpPr>
          <p:spPr>
            <a:xfrm>
              <a:off x="264953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椭圆 35"/>
            <p:cNvSpPr/>
            <p:nvPr>
              <p:custDataLst>
                <p:tags r:id="rId32"/>
              </p:custDataLst>
            </p:nvPr>
          </p:nvSpPr>
          <p:spPr>
            <a:xfrm>
              <a:off x="264953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7" name="组合 36"/>
          <p:cNvGrpSpPr/>
          <p:nvPr userDrawn="1">
            <p:custDataLst>
              <p:tags r:id="rId33"/>
            </p:custDataLst>
          </p:nvPr>
        </p:nvGrpSpPr>
        <p:grpSpPr>
          <a:xfrm>
            <a:off x="9958006" y="483366"/>
            <a:ext cx="1286332" cy="891150"/>
            <a:chOff x="9265447" y="481778"/>
            <a:chExt cx="1286667" cy="891382"/>
          </a:xfrm>
          <a:solidFill>
            <a:schemeClr val="bg1"/>
          </a:solidFill>
        </p:grpSpPr>
        <p:sp>
          <p:nvSpPr>
            <p:cNvPr id="38" name="椭圆 37"/>
            <p:cNvSpPr/>
            <p:nvPr>
              <p:custDataLst>
                <p:tags r:id="rId34"/>
              </p:custDataLst>
            </p:nvPr>
          </p:nvSpPr>
          <p:spPr>
            <a:xfrm>
              <a:off x="9265447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>
              <p:custDataLst>
                <p:tags r:id="rId35"/>
              </p:custDataLst>
            </p:nvPr>
          </p:nvSpPr>
          <p:spPr>
            <a:xfrm>
              <a:off x="9265447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>
              <p:custDataLst>
                <p:tags r:id="rId36"/>
              </p:custDataLst>
            </p:nvPr>
          </p:nvSpPr>
          <p:spPr>
            <a:xfrm>
              <a:off x="9439278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>
              <p:custDataLst>
                <p:tags r:id="rId37"/>
              </p:custDataLst>
            </p:nvPr>
          </p:nvSpPr>
          <p:spPr>
            <a:xfrm>
              <a:off x="9439278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>
              <p:custDataLst>
                <p:tags r:id="rId38"/>
              </p:custDataLst>
            </p:nvPr>
          </p:nvSpPr>
          <p:spPr>
            <a:xfrm>
              <a:off x="9613109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>
              <p:custDataLst>
                <p:tags r:id="rId39"/>
              </p:custDataLst>
            </p:nvPr>
          </p:nvSpPr>
          <p:spPr>
            <a:xfrm>
              <a:off x="9613109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>
              <p:custDataLst>
                <p:tags r:id="rId40"/>
              </p:custDataLst>
            </p:nvPr>
          </p:nvSpPr>
          <p:spPr>
            <a:xfrm>
              <a:off x="9786940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>
              <p:custDataLst>
                <p:tags r:id="rId41"/>
              </p:custDataLst>
            </p:nvPr>
          </p:nvSpPr>
          <p:spPr>
            <a:xfrm>
              <a:off x="9786940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>
              <p:custDataLst>
                <p:tags r:id="rId42"/>
              </p:custDataLst>
            </p:nvPr>
          </p:nvSpPr>
          <p:spPr>
            <a:xfrm>
              <a:off x="9960771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>
              <p:custDataLst>
                <p:tags r:id="rId43"/>
              </p:custDataLst>
            </p:nvPr>
          </p:nvSpPr>
          <p:spPr>
            <a:xfrm>
              <a:off x="9960771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>
              <p:custDataLst>
                <p:tags r:id="rId44"/>
              </p:custDataLst>
            </p:nvPr>
          </p:nvSpPr>
          <p:spPr>
            <a:xfrm>
              <a:off x="10134602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>
              <p:custDataLst>
                <p:tags r:id="rId45"/>
              </p:custDataLst>
            </p:nvPr>
          </p:nvSpPr>
          <p:spPr>
            <a:xfrm>
              <a:off x="10134602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>
              <p:custDataLst>
                <p:tags r:id="rId46"/>
              </p:custDataLst>
            </p:nvPr>
          </p:nvSpPr>
          <p:spPr>
            <a:xfrm>
              <a:off x="10308433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>
              <p:custDataLst>
                <p:tags r:id="rId47"/>
              </p:custDataLst>
            </p:nvPr>
          </p:nvSpPr>
          <p:spPr>
            <a:xfrm>
              <a:off x="10308433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>
              <p:custDataLst>
                <p:tags r:id="rId48"/>
              </p:custDataLst>
            </p:nvPr>
          </p:nvSpPr>
          <p:spPr>
            <a:xfrm>
              <a:off x="10482264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>
              <p:custDataLst>
                <p:tags r:id="rId49"/>
              </p:custDataLst>
            </p:nvPr>
          </p:nvSpPr>
          <p:spPr>
            <a:xfrm>
              <a:off x="10482264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>
              <p:custDataLst>
                <p:tags r:id="rId50"/>
              </p:custDataLst>
            </p:nvPr>
          </p:nvSpPr>
          <p:spPr>
            <a:xfrm>
              <a:off x="9265447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>
              <p:custDataLst>
                <p:tags r:id="rId51"/>
              </p:custDataLst>
            </p:nvPr>
          </p:nvSpPr>
          <p:spPr>
            <a:xfrm>
              <a:off x="9265447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>
              <p:custDataLst>
                <p:tags r:id="rId52"/>
              </p:custDataLst>
            </p:nvPr>
          </p:nvSpPr>
          <p:spPr>
            <a:xfrm>
              <a:off x="9439278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>
              <p:custDataLst>
                <p:tags r:id="rId53"/>
              </p:custDataLst>
            </p:nvPr>
          </p:nvSpPr>
          <p:spPr>
            <a:xfrm>
              <a:off x="9439278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>
              <p:custDataLst>
                <p:tags r:id="rId54"/>
              </p:custDataLst>
            </p:nvPr>
          </p:nvSpPr>
          <p:spPr>
            <a:xfrm>
              <a:off x="9613109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>
              <p:custDataLst>
                <p:tags r:id="rId55"/>
              </p:custDataLst>
            </p:nvPr>
          </p:nvSpPr>
          <p:spPr>
            <a:xfrm>
              <a:off x="9613109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>
              <p:custDataLst>
                <p:tags r:id="rId56"/>
              </p:custDataLst>
            </p:nvPr>
          </p:nvSpPr>
          <p:spPr>
            <a:xfrm>
              <a:off x="9786940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>
              <p:custDataLst>
                <p:tags r:id="rId57"/>
              </p:custDataLst>
            </p:nvPr>
          </p:nvSpPr>
          <p:spPr>
            <a:xfrm>
              <a:off x="9786940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>
              <p:custDataLst>
                <p:tags r:id="rId58"/>
              </p:custDataLst>
            </p:nvPr>
          </p:nvSpPr>
          <p:spPr>
            <a:xfrm>
              <a:off x="9960771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>
              <p:custDataLst>
                <p:tags r:id="rId59"/>
              </p:custDataLst>
            </p:nvPr>
          </p:nvSpPr>
          <p:spPr>
            <a:xfrm>
              <a:off x="9960771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>
              <p:custDataLst>
                <p:tags r:id="rId60"/>
              </p:custDataLst>
            </p:nvPr>
          </p:nvSpPr>
          <p:spPr>
            <a:xfrm>
              <a:off x="10134602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>
              <p:custDataLst>
                <p:tags r:id="rId61"/>
              </p:custDataLst>
            </p:nvPr>
          </p:nvSpPr>
          <p:spPr>
            <a:xfrm>
              <a:off x="10134602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>
              <p:custDataLst>
                <p:tags r:id="rId62"/>
              </p:custDataLst>
            </p:nvPr>
          </p:nvSpPr>
          <p:spPr>
            <a:xfrm>
              <a:off x="10308433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>
              <p:custDataLst>
                <p:tags r:id="rId63"/>
              </p:custDataLst>
            </p:nvPr>
          </p:nvSpPr>
          <p:spPr>
            <a:xfrm>
              <a:off x="10308433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>
              <p:custDataLst>
                <p:tags r:id="rId64"/>
              </p:custDataLst>
            </p:nvPr>
          </p:nvSpPr>
          <p:spPr>
            <a:xfrm>
              <a:off x="10482264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>
              <p:custDataLst>
                <p:tags r:id="rId65"/>
              </p:custDataLst>
            </p:nvPr>
          </p:nvSpPr>
          <p:spPr>
            <a:xfrm>
              <a:off x="10482264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6"/>
            </p:custDataLst>
          </p:nvPr>
        </p:nvSpPr>
        <p:spPr>
          <a:xfrm>
            <a:off x="761802" y="2051267"/>
            <a:ext cx="7001319" cy="1949906"/>
          </a:xfrm>
        </p:spPr>
        <p:txBody>
          <a:bodyPr vert="horz" lIns="90170" tIns="46990" rIns="90170" bIns="4699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1500" b="1" i="0" u="none" strike="noStrike" kern="1200" cap="none" spc="6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72" name="文本占位符 71"/>
          <p:cNvSpPr>
            <a:spLocks noGrp="1"/>
          </p:cNvSpPr>
          <p:nvPr>
            <p:ph type="body" sz="quarter" idx="13" hasCustomPrompt="1"/>
            <p:custDataLst>
              <p:tags r:id="rId67"/>
            </p:custDataLst>
          </p:nvPr>
        </p:nvSpPr>
        <p:spPr>
          <a:xfrm>
            <a:off x="761802" y="5172218"/>
            <a:ext cx="6454364" cy="543418"/>
          </a:xfrm>
        </p:spPr>
        <p:txBody>
          <a:bodyPr lIns="90170" tIns="46990" rIns="90170" bIns="46990">
            <a:normAutofit/>
          </a:bodyPr>
          <a:lstStyle>
            <a:lvl1pPr marL="0" indent="0" algn="dist">
              <a:buNone/>
              <a:defRPr sz="2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12"/>
          <p:cNvSpPr/>
          <p:nvPr userDrawn="1">
            <p:custDataLst>
              <p:tags r:id="rId2"/>
            </p:custDataLst>
          </p:nvPr>
        </p:nvSpPr>
        <p:spPr>
          <a:xfrm>
            <a:off x="-6348" y="6340656"/>
            <a:ext cx="12207870" cy="53549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724" y="305014"/>
            <a:ext cx="11603378" cy="62479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1281266" y="1249768"/>
            <a:ext cx="9623893" cy="723412"/>
          </a:xfrm>
        </p:spPr>
        <p:txBody>
          <a:bodyPr anchor="ctr"/>
          <a:lstStyle>
            <a:lvl1pPr>
              <a:defRPr sz="3200" baseline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4"/>
            </p:custDataLst>
          </p:nvPr>
        </p:nvSpPr>
        <p:spPr>
          <a:xfrm>
            <a:off x="1280779" y="2163930"/>
            <a:ext cx="9624093" cy="3444303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893"/>
            <a:ext cx="4822204" cy="686446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3"/>
            </p:custDataLst>
          </p:nvPr>
        </p:nvSpPr>
        <p:spPr>
          <a:xfrm rot="16200000">
            <a:off x="8567093" y="3243628"/>
            <a:ext cx="6882242" cy="36185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 userDrawn="1">
            <p:custDataLst>
              <p:tags r:id="rId4"/>
            </p:custDataLst>
          </p:nvPr>
        </p:nvSpPr>
        <p:spPr>
          <a:xfrm rot="2955020">
            <a:off x="-241237" y="-111473"/>
            <a:ext cx="1013831" cy="74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048" y="771092"/>
            <a:ext cx="3958969" cy="881770"/>
          </a:xfrm>
        </p:spPr>
        <p:txBody>
          <a:bodyPr anchor="ctr"/>
          <a:lstStyle>
            <a:lvl1pPr>
              <a:defRPr sz="3600" baseline="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647" y="1764434"/>
            <a:ext cx="3955370" cy="4092134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099872" y="770630"/>
            <a:ext cx="6478313" cy="5086612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893"/>
            <a:ext cx="12188825" cy="2663306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2" name="矩形: 圆角 31"/>
          <p:cNvSpPr/>
          <p:nvPr userDrawn="1">
            <p:custDataLst>
              <p:tags r:id="rId3"/>
            </p:custDataLst>
          </p:nvPr>
        </p:nvSpPr>
        <p:spPr>
          <a:xfrm rot="2955020">
            <a:off x="-241470" y="-111162"/>
            <a:ext cx="1014111" cy="74697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4"/>
            </p:custDataLst>
          </p:nvPr>
        </p:nvSpPr>
        <p:spPr>
          <a:xfrm>
            <a:off x="-6348" y="6340656"/>
            <a:ext cx="12207870" cy="53549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5"/>
            </p:custDataLst>
          </p:nvPr>
        </p:nvSpPr>
        <p:spPr>
          <a:xfrm>
            <a:off x="611841" y="781890"/>
            <a:ext cx="10973542" cy="626237"/>
          </a:xfrm>
        </p:spPr>
        <p:txBody>
          <a:bodyPr anchor="ctr"/>
          <a:lstStyle>
            <a:lvl1pPr algn="ctr">
              <a:defRPr sz="36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9"/>
            </p:custDataLst>
          </p:nvPr>
        </p:nvSpPr>
        <p:spPr>
          <a:xfrm>
            <a:off x="611841" y="1660061"/>
            <a:ext cx="10973117" cy="827784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0"/>
            </p:custDataLst>
          </p:nvPr>
        </p:nvSpPr>
        <p:spPr>
          <a:xfrm>
            <a:off x="612615" y="2808162"/>
            <a:ext cx="10962744" cy="342990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8784"/>
            <a:ext cx="12188825" cy="182832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tx2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643" y="670319"/>
            <a:ext cx="10973542" cy="565053"/>
          </a:xfrm>
        </p:spPr>
        <p:txBody>
          <a:bodyPr anchor="ctr"/>
          <a:lstStyle>
            <a:lvl1pPr algn="ctr">
              <a:defRPr sz="32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679" y="1681655"/>
            <a:ext cx="10987938" cy="3210364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3845" y="5179944"/>
            <a:ext cx="10998735" cy="101133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22" name="任意多边形: 形状 21"/>
          <p:cNvSpPr/>
          <p:nvPr userDrawn="1">
            <p:custDataLst>
              <p:tags r:id="rId9"/>
            </p:custDataLst>
          </p:nvPr>
        </p:nvSpPr>
        <p:spPr>
          <a:xfrm flipH="1" flipV="1">
            <a:off x="-6348" y="-14343"/>
            <a:ext cx="12207870" cy="493344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904">
                <a:moveTo>
                  <a:pt x="5020" y="0"/>
                </a:moveTo>
                <a:cubicBezTo>
                  <a:pt x="7413" y="0"/>
                  <a:pt x="11370" y="660"/>
                  <a:pt x="13300" y="680"/>
                </a:cubicBezTo>
                <a:cubicBezTo>
                  <a:pt x="15230" y="700"/>
                  <a:pt x="15387" y="187"/>
                  <a:pt x="16600" y="120"/>
                </a:cubicBezTo>
                <a:cubicBezTo>
                  <a:pt x="17605" y="65"/>
                  <a:pt x="18616" y="275"/>
                  <a:pt x="19198" y="466"/>
                </a:cubicBezTo>
                <a:lnTo>
                  <a:pt x="19230" y="477"/>
                </a:lnTo>
                <a:lnTo>
                  <a:pt x="19230" y="904"/>
                </a:lnTo>
                <a:lnTo>
                  <a:pt x="0" y="904"/>
                </a:lnTo>
                <a:lnTo>
                  <a:pt x="0" y="609"/>
                </a:lnTo>
                <a:lnTo>
                  <a:pt x="22" y="605"/>
                </a:lnTo>
                <a:cubicBezTo>
                  <a:pt x="1094" y="416"/>
                  <a:pt x="2982" y="0"/>
                  <a:pt x="502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: 形状 21"/>
          <p:cNvSpPr/>
          <p:nvPr userDrawn="1">
            <p:custDataLst>
              <p:tags r:id="rId2"/>
            </p:custDataLst>
          </p:nvPr>
        </p:nvSpPr>
        <p:spPr>
          <a:xfrm>
            <a:off x="-6348" y="6340656"/>
            <a:ext cx="12207870" cy="535496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0" y="893"/>
            <a:ext cx="12188825" cy="91416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449" y="238431"/>
            <a:ext cx="11034726" cy="441849"/>
          </a:xfrm>
        </p:spPr>
        <p:txBody>
          <a:bodyPr>
            <a:noAutofit/>
          </a:bodyPr>
          <a:lstStyle>
            <a:lvl1pPr>
              <a:defRPr sz="24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449" y="1663660"/>
            <a:ext cx="5341009" cy="2893646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0774" y="1663660"/>
            <a:ext cx="5366202" cy="2893646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251" y="4816439"/>
            <a:ext cx="5341009" cy="78099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1572" y="4812840"/>
            <a:ext cx="5366202" cy="78099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-1270" y="959867"/>
            <a:ext cx="12188825" cy="493826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3"/>
            </p:custDataLst>
          </p:nvPr>
        </p:nvSpPr>
        <p:spPr>
          <a:xfrm>
            <a:off x="-6348" y="6184182"/>
            <a:ext cx="12207870" cy="69197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任意多边形: 形状 29"/>
          <p:cNvSpPr/>
          <p:nvPr userDrawn="1">
            <p:custDataLst>
              <p:tags r:id="rId4"/>
            </p:custDataLst>
          </p:nvPr>
        </p:nvSpPr>
        <p:spPr>
          <a:xfrm flipH="1" flipV="1">
            <a:off x="-6348" y="-14343"/>
            <a:ext cx="12207870" cy="573891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904">
                <a:moveTo>
                  <a:pt x="5020" y="0"/>
                </a:moveTo>
                <a:cubicBezTo>
                  <a:pt x="7413" y="0"/>
                  <a:pt x="11370" y="660"/>
                  <a:pt x="13300" y="680"/>
                </a:cubicBezTo>
                <a:cubicBezTo>
                  <a:pt x="15230" y="700"/>
                  <a:pt x="15387" y="187"/>
                  <a:pt x="16600" y="120"/>
                </a:cubicBezTo>
                <a:cubicBezTo>
                  <a:pt x="17605" y="65"/>
                  <a:pt x="18616" y="275"/>
                  <a:pt x="19198" y="466"/>
                </a:cubicBezTo>
                <a:lnTo>
                  <a:pt x="19230" y="477"/>
                </a:lnTo>
                <a:lnTo>
                  <a:pt x="19230" y="904"/>
                </a:lnTo>
                <a:lnTo>
                  <a:pt x="0" y="904"/>
                </a:lnTo>
                <a:lnTo>
                  <a:pt x="0" y="609"/>
                </a:lnTo>
                <a:lnTo>
                  <a:pt x="22" y="605"/>
                </a:lnTo>
                <a:cubicBezTo>
                  <a:pt x="1094" y="416"/>
                  <a:pt x="2982" y="0"/>
                  <a:pt x="502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22403" y="1339744"/>
            <a:ext cx="9141619" cy="2386178"/>
          </a:xfrm>
        </p:spPr>
        <p:txBody>
          <a:bodyPr anchor="b"/>
          <a:lstStyle>
            <a:lvl1pPr algn="ctr">
              <a:defRPr sz="6000" baseline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accent3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1522017" y="3862687"/>
            <a:ext cx="9141619" cy="1655569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7" Type="http://schemas.openxmlformats.org/officeDocument/2006/relationships/theme" Target="../theme/theme1.xml"/><Relationship Id="rId26" Type="http://schemas.openxmlformats.org/officeDocument/2006/relationships/tags" Target="../tags/tag251.xml"/><Relationship Id="rId25" Type="http://schemas.openxmlformats.org/officeDocument/2006/relationships/tags" Target="../tags/tag250.xml"/><Relationship Id="rId24" Type="http://schemas.openxmlformats.org/officeDocument/2006/relationships/tags" Target="../tags/tag249.xml"/><Relationship Id="rId23" Type="http://schemas.openxmlformats.org/officeDocument/2006/relationships/tags" Target="../tags/tag248.xml"/><Relationship Id="rId22" Type="http://schemas.openxmlformats.org/officeDocument/2006/relationships/tags" Target="../tags/tag247.xml"/><Relationship Id="rId21" Type="http://schemas.openxmlformats.org/officeDocument/2006/relationships/tags" Target="../tags/tag246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5" Type="http://schemas.openxmlformats.org/officeDocument/2006/relationships/theme" Target="../theme/theme2.xml"/><Relationship Id="rId24" Type="http://schemas.openxmlformats.org/officeDocument/2006/relationships/tags" Target="../tags/tag502.xml"/><Relationship Id="rId23" Type="http://schemas.openxmlformats.org/officeDocument/2006/relationships/tags" Target="../tags/tag501.xml"/><Relationship Id="rId22" Type="http://schemas.openxmlformats.org/officeDocument/2006/relationships/tags" Target="../tags/tag500.xml"/><Relationship Id="rId21" Type="http://schemas.openxmlformats.org/officeDocument/2006/relationships/tags" Target="../tags/tag499.xml"/><Relationship Id="rId20" Type="http://schemas.openxmlformats.org/officeDocument/2006/relationships/tags" Target="../tags/tag498.xml"/><Relationship Id="rId2" Type="http://schemas.openxmlformats.org/officeDocument/2006/relationships/slideLayout" Target="../slideLayouts/slideLayout22.xml"/><Relationship Id="rId19" Type="http://schemas.openxmlformats.org/officeDocument/2006/relationships/tags" Target="../tags/tag497.xml"/><Relationship Id="rId18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69708" y="443230"/>
            <a:ext cx="10849411" cy="441964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69708" y="952508"/>
            <a:ext cx="10849411" cy="5388907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879513" y="6349833"/>
            <a:ext cx="2699297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114928" y="6349833"/>
            <a:ext cx="395896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608358" y="6349833"/>
            <a:ext cx="2699297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1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090" algn="l"/>
        </a:tabLst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5995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708" y="444008"/>
            <a:ext cx="10849411" cy="441849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708" y="953153"/>
            <a:ext cx="10849411" cy="5387504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513" y="6349072"/>
            <a:ext cx="2699297" cy="3167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4928" y="6349072"/>
            <a:ext cx="3958969" cy="3167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08358" y="6349072"/>
            <a:ext cx="2699297" cy="3167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893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1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0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07.xml"/><Relationship Id="rId1" Type="http://schemas.openxmlformats.org/officeDocument/2006/relationships/tags" Target="../tags/tag50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09.xml"/><Relationship Id="rId1" Type="http://schemas.openxmlformats.org/officeDocument/2006/relationships/tags" Target="../tags/tag50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32.xml"/><Relationship Id="rId1" Type="http://schemas.openxmlformats.org/officeDocument/2006/relationships/tags" Target="../tags/tag53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55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554.xml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31.xml"/><Relationship Id="rId4" Type="http://schemas.openxmlformats.org/officeDocument/2006/relationships/themeOverride" Target="../theme/themeOverride1.xml"/><Relationship Id="rId3" Type="http://schemas.openxmlformats.org/officeDocument/2006/relationships/tags" Target="../tags/tag557.xml"/><Relationship Id="rId2" Type="http://schemas.openxmlformats.org/officeDocument/2006/relationships/tags" Target="../tags/tag556.xml"/><Relationship Id="rId1" Type="http://schemas.openxmlformats.org/officeDocument/2006/relationships/tags" Target="../tags/tag5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9925" y="3182620"/>
            <a:ext cx="10711180" cy="1451610"/>
          </a:xfrm>
        </p:spPr>
        <p:txBody>
          <a:bodyPr rtlCol="0">
            <a:normAutofit fontScale="90000"/>
          </a:bodyPr>
          <a:lstStyle/>
          <a:p>
            <a:pPr rtl="0"/>
            <a:r>
              <a:rPr sz="6600" cap="none" dirty="0">
                <a:latin typeface="方正姚体" panose="02010601030101010101" pitchFamily="2" charset="-122"/>
                <a:ea typeface="方正姚体" panose="02010601030101010101" pitchFamily="2" charset="-122"/>
              </a:rPr>
              <a:t>OpenCV计算机视觉基础教程</a:t>
            </a:r>
            <a:endParaRPr sz="6600" cap="none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4342130" y="4725670"/>
            <a:ext cx="3504565" cy="503555"/>
          </a:xfrm>
        </p:spPr>
        <p:txBody>
          <a:bodyPr rtlCol="0">
            <a:normAutofit fontScale="70000"/>
          </a:bodyPr>
          <a:lstStyle/>
          <a:p>
            <a:pPr algn="ctr" rtl="0"/>
            <a:r>
              <a:rPr lang="en-US" altLang="zh-CN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Python</a:t>
            </a:r>
            <a:r>
              <a:rPr lang="zh-CN" altLang="en-US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版 慕课版</a:t>
            </a:r>
            <a:endParaRPr lang="zh-CN" altLang="en-US" sz="28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7318375" y="5876925"/>
            <a:ext cx="3504565" cy="50355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70000"/>
          </a:bodyPr>
          <a:lstStyle>
            <a:lvl1pPr marL="0" indent="0" algn="di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000" u="none" strike="noStrike" kern="1200" cap="none" spc="1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090" algn="l"/>
              </a:tabLst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599565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6765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396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6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zh-CN" altLang="en-US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主讲教师：</a:t>
            </a:r>
            <a:r>
              <a:rPr lang="en-US" altLang="zh-CN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***</a:t>
            </a:r>
            <a:endParaRPr lang="en-US" altLang="zh-CN" sz="28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第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2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章 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图像处理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基础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本章主要内容：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NumPy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简介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图像基础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操作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图像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运算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实验</a:t>
            </a:r>
            <a:endParaRPr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2.1 NumPy</a:t>
            </a:r>
            <a:r>
              <a:t>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本节主要</a:t>
            </a:r>
            <a:r>
              <a:rPr lang="zh-CN" altLang="en-US"/>
              <a:t>内容：</a:t>
            </a:r>
            <a:endParaRPr lang="zh-CN" altLang="en-US"/>
          </a:p>
          <a:p>
            <a:pPr lvl="1"/>
            <a:r>
              <a:rPr lang="zh-CN" altLang="en-US"/>
              <a:t>数据</a:t>
            </a:r>
            <a:r>
              <a:rPr lang="zh-CN" altLang="en-US"/>
              <a:t>类型</a:t>
            </a:r>
            <a:endParaRPr lang="zh-CN" altLang="en-US"/>
          </a:p>
          <a:p>
            <a:pPr lvl="1"/>
            <a:r>
              <a:rPr lang="zh-CN" altLang="en-US"/>
              <a:t>创建</a:t>
            </a:r>
            <a:r>
              <a:rPr lang="zh-CN" altLang="en-US"/>
              <a:t>数组</a:t>
            </a:r>
            <a:endParaRPr lang="zh-CN" altLang="en-US"/>
          </a:p>
          <a:p>
            <a:pPr lvl="1"/>
            <a:r>
              <a:rPr lang="zh-CN" altLang="en-US"/>
              <a:t>数组</a:t>
            </a:r>
            <a:r>
              <a:rPr lang="zh-CN" altLang="en-US"/>
              <a:t>形状</a:t>
            </a:r>
            <a:endParaRPr lang="zh-CN" altLang="en-US"/>
          </a:p>
          <a:p>
            <a:pPr lvl="1"/>
            <a:r>
              <a:rPr lang="zh-CN" altLang="en-US"/>
              <a:t>索引、切片和</a:t>
            </a:r>
            <a:r>
              <a:rPr lang="zh-CN" altLang="en-US"/>
              <a:t>迭代</a:t>
            </a:r>
            <a:endParaRPr lang="zh-CN" altLang="en-US"/>
          </a:p>
          <a:p>
            <a:pPr lvl="1"/>
            <a:r>
              <a:rPr lang="zh-CN" altLang="en-US"/>
              <a:t>数组</a:t>
            </a:r>
            <a:r>
              <a:rPr lang="zh-CN" altLang="en-US"/>
              <a:t>运算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2.1.1 </a:t>
            </a:r>
            <a:r>
              <a:t>数据</a:t>
            </a:r>
            <a:r>
              <a:t>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NumPy比Python支持更多的数据类型，如</a:t>
            </a:r>
            <a:r>
              <a:rPr lang="zh-CN" altLang="en-US"/>
              <a:t>表2-1所示。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125855" y="1412875"/>
          <a:ext cx="8815070" cy="51600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4885"/>
                <a:gridCol w="6560185"/>
              </a:tblGrid>
              <a:tr h="2324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方正兰亭中黑简体" panose="02000000000000000000" charset="-122"/>
                          <a:ea typeface="方正兰亭中黑简体" panose="02000000000000000000" charset="-122"/>
                          <a:cs typeface="方正兰亭中黑简体" panose="02000000000000000000" charset="-122"/>
                        </a:rPr>
                        <a:t>数据类型</a:t>
                      </a:r>
                      <a:endParaRPr lang="en-US" altLang="en-US" sz="1400" b="0">
                        <a:latin typeface="方正兰亭中黑简体" panose="02000000000000000000" charset="-122"/>
                        <a:ea typeface="方正兰亭中黑简体" panose="02000000000000000000" charset="-122"/>
                        <a:cs typeface="方正兰亭中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方正兰亭中黑简体" panose="02000000000000000000" charset="-122"/>
                          <a:ea typeface="方正兰亭中黑简体" panose="02000000000000000000" charset="-122"/>
                          <a:cs typeface="方正兰亭中黑简体" panose="02000000000000000000" charset="-122"/>
                        </a:rPr>
                        <a:t>说明</a:t>
                      </a:r>
                      <a:endParaRPr lang="en-US" altLang="en-US" sz="1400" b="0">
                        <a:latin typeface="方正兰亭中黑简体" panose="02000000000000000000" charset="-122"/>
                        <a:ea typeface="方正兰亭中黑简体" panose="02000000000000000000" charset="-122"/>
                        <a:cs typeface="方正兰亭中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2324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np.bool_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布尔值（True或False），存储为字节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np.byte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由平台定义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np.ubyte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由平台定义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np.short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由平台定义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np.ushort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由平台定义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np.intc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由平台定义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np.uintc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由平台定义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np.int_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由平台定义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np.uint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由平台定义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np.longlong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由平台定义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324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np.ulonglong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由平台定义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184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np.halfnp.float16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半精度浮点数：1位符号、5位指数、10位尾数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184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np.single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平台定义的单精度浮点数：通常为1位符号、8位指数、23位尾数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184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np.double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平台定义的双精度浮点数：通常为1位符号、11位指数、52位尾数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/>
                </a:tc>
              </a:tr>
              <a:tr h="2324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np.longdouble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平台定义的扩展精度浮点数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/>
                </a:tc>
              </a:tr>
              <a:tr h="2324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np.csingle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复数，由两个单精度浮点数（实部和虚部）表示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/>
                </a:tc>
              </a:tr>
              <a:tr h="2324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np.cdouble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复数，由两个双精度浮点数（实部和虚部）表示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/>
                </a:tc>
              </a:tr>
              <a:tr h="4184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np.clongdouble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复数，由两个扩展精度浮点数（实部和虚部）表示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NumPy还提供了一组表示固定大小的数据类型别名，如表2-2所示。</a:t>
            </a:r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342390" y="1412875"/>
          <a:ext cx="9201150" cy="49466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4295"/>
                <a:gridCol w="5316855"/>
              </a:tblGrid>
              <a:tr h="127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方正兰亭中黑简体" panose="02000000000000000000" charset="-122"/>
                          <a:ea typeface="方正兰亭中黑简体" panose="02000000000000000000" charset="-122"/>
                          <a:cs typeface="方正兰亭中黑简体" panose="02000000000000000000" charset="-122"/>
                        </a:rPr>
                        <a:t>数据类型别名</a:t>
                      </a:r>
                      <a:endParaRPr lang="en-US" altLang="en-US" sz="1400" b="0">
                        <a:latin typeface="方正兰亭中黑简体" panose="02000000000000000000" charset="-122"/>
                        <a:ea typeface="方正兰亭中黑简体" panose="02000000000000000000" charset="-122"/>
                        <a:cs typeface="方正兰亭中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latin typeface="方正兰亭中黑简体" panose="02000000000000000000" charset="-122"/>
                          <a:ea typeface="方正兰亭中黑简体" panose="02000000000000000000" charset="-122"/>
                          <a:cs typeface="方正兰亭中黑简体" panose="02000000000000000000" charset="-122"/>
                        </a:rPr>
                        <a:t>说明</a:t>
                      </a:r>
                      <a:endParaRPr lang="en-US" altLang="en-US" sz="1400" b="0">
                        <a:latin typeface="方正兰亭中黑简体" panose="02000000000000000000" charset="-122"/>
                        <a:ea typeface="方正兰亭中黑简体" panose="02000000000000000000" charset="-122"/>
                        <a:cs typeface="方正兰亭中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3556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np.int8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带符号的8位整数（-128～127）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991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np.int16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带符号的16位整数（-32</a:t>
                      </a:r>
                      <a:r>
                        <a:rPr lang="en-US" sz="1400" b="0">
                          <a:latin typeface="Segoe Print" panose="02000600000000000000" charset="0"/>
                          <a:cs typeface="Segoe Print" panose="02000600000000000000" charset="0"/>
                        </a:rPr>
                        <a:t> </a:t>
                      </a: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768～32</a:t>
                      </a:r>
                      <a:r>
                        <a:rPr lang="en-US" sz="1400" b="0">
                          <a:latin typeface="Segoe Print" panose="02000600000000000000" charset="0"/>
                          <a:cs typeface="Segoe Print" panose="02000600000000000000" charset="0"/>
                        </a:rPr>
                        <a:t> </a:t>
                      </a: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767）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879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np.int32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带符号的32位整数（-2</a:t>
                      </a:r>
                      <a:r>
                        <a:rPr lang="en-US" sz="1400" b="0" baseline="3000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31</a:t>
                      </a: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～2</a:t>
                      </a:r>
                      <a:r>
                        <a:rPr lang="en-US" sz="1400" b="0" baseline="3000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31</a:t>
                      </a: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-1）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879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np.int64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带符号的64位整数（-2</a:t>
                      </a:r>
                      <a:r>
                        <a:rPr lang="en-US" sz="1400" b="0" baseline="3000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63</a:t>
                      </a: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～2</a:t>
                      </a:r>
                      <a:r>
                        <a:rPr lang="en-US" sz="1400" b="0" baseline="3000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63</a:t>
                      </a: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-1）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927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np.uint8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无符号的8位整数（0～255）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np.uint16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无符号的16位整数（0～65</a:t>
                      </a:r>
                      <a:r>
                        <a:rPr lang="en-US" sz="1400" b="0">
                          <a:latin typeface="Segoe Print" panose="02000600000000000000" charset="0"/>
                          <a:cs typeface="Segoe Print" panose="02000600000000000000" charset="0"/>
                        </a:rPr>
                        <a:t> </a:t>
                      </a: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535）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np.uint32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无符号的32位整数（0～2</a:t>
                      </a:r>
                      <a:r>
                        <a:rPr lang="en-US" sz="1400" b="0" baseline="3000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32</a:t>
                      </a: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-1）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np.uint64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无符号的64位整数（0～2</a:t>
                      </a:r>
                      <a:r>
                        <a:rPr lang="en-US" sz="1400" b="0" baseline="3000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64</a:t>
                      </a: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-1）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479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np.intp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用于索引的整数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311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np.uintp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足够大以容纳指针的整数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885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np.float32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32位单精度浮点数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17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np.float64、np.float_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与Python的float类型的精度匹配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np.complex64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复数，由两个32位浮点数（实部和虚部）表示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5847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np.complex128、np.complex_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与Python的complex类型的精度匹配</a:t>
                      </a:r>
                      <a:endParaRPr lang="en-US" altLang="en-US" sz="14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47625" marR="76200" marT="9525" marB="9525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在Python中使用NumPy数据类型的示例代码如下。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import numpy as np	#导入NumPy包，np是按惯例使用的名称，也可为其他名称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a=np.int8(123) 		#定义一个整数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type(a) 			#查看其数据类型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&lt;class 'numpy.int8'&gt;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2.1.2 </a:t>
            </a:r>
            <a:r>
              <a:t>创建</a:t>
            </a:r>
            <a:r>
              <a:t>数组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/>
              <a:t>1．使用array()函数创建数组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NumPy的array()函数可将Python中类似数组的数据结构（如列表和元组）转换为数组，示例代码如下。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a=np.array([1,2,3])			#将列表转换为数组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print(a)				#输出数组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[1 2 3]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type(a)				#查看数组的数据类型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&lt;class 'numpy.ndarray'&gt;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a=np.array((1,2,3))			#将元组转换为数组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a=np.array(([1,2,3],[4,5,6]))	</a:t>
            </a:r>
            <a:r>
              <a:rPr lang="en-US" altLang="zh-CN"/>
              <a:t>		</a:t>
            </a:r>
            <a:r>
              <a:rPr lang="zh-CN" altLang="en-US"/>
              <a:t>#将嵌套数据转换为数组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print(a)				#输出数组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[[1 2 3]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[4 5 6]]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a=np.array(([1,2,3],[4,5]))	</a:t>
            </a:r>
            <a:r>
              <a:rPr lang="en-US" altLang="zh-CN"/>
              <a:t>		</a:t>
            </a:r>
            <a:r>
              <a:rPr lang="zh-CN" altLang="en-US"/>
              <a:t>#将不规则的数据转换为数组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print(a)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[list([1, 2, 3]) list([4, 5])]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注意，在将嵌套的多维数据转换为数组时，同维度数据的个数应该相同；否则，NumPy会将其作为一个Python对象放入数组。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zh-CN" altLang="en-US"/>
              <a:t>2．使用zeros()函数创建数组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创建指定形状的数组，数组元素默认值为0，数据类型默认为float，函数参数用于指定数组的形状，示例代码如下。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np.zeros((2,3))			#创建2行3列的二维数组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array([[0., 0., 0.],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[0., 0., 0.]])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np.zeros((2,5),dtype=int)		#用dtype参数指定数组元素的数据类型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array([[0, 0, 0, 0, 0],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[0, 0, 0, 0, 0]])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np.zeros((2,3,4))		#创建三维数组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array([[[0., 0., 0., 0.],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 [0., 0., 0., 0.],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 [0., 0., 0., 0.]],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[[0., 0., 0., 0.],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 [0., 0., 0., 0.],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 [0., 0., 0., 0.]]])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3．使用arange()函数创建数组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创建元素值按规则递增的数组，类似于Python的range()函数，示例代码如下。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np.arange(5)			#元素取值范围为[0,4]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array([0, 1, 2, 3, 4])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np.arange(-2,5)			#元素取值范围为[-1,4]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array([-2, -1,  0,  1,  2,  3,  4])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np.arange(5.6)			#数组元素的数据类型默认与参数一致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array([0., 1., 2., 3., 4., 5.])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np.arange(-2,2,dtype=float)	#用dtype参数指定数组元素的数据类型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array([-2., -1.,  0.,  1.])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4．使用linspace(a,b,c)函数创建数组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创建由参数c指定元素数量的数组，其第一个元素为a，最后一个元素为b，相邻元素的差值为(b-a)/(c-1)，示例代码如下。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np.linspace(1,5,6)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array([1. , 1.8, 2.6, 3.4, 4.2, 5. ])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5．使用indices()函数创建数组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创建一个有两个元素的一维数组，每个元素都是一个指定形状的数组，其元素值表示该维的变化，示例代码如下。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np.indices((3,4))		#数组元素是一个大小为3×4的数组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array([[[0, 0, 0, 0],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 [1, 1, 1, 1],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 [2, 2, 2, 2]],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       [[0, 1, 2, 3],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 [0, 1, 2, 3],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 [0, 1, 2, 3]]])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zh-CN" altLang="en-US"/>
              <a:t>6．使用ones()函数创建数组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ones()函数用于创建元素值为1的数组（单位矩阵），示例代码如下。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np.ones((5,), dtype=int)	</a:t>
            </a:r>
            <a:r>
              <a:rPr lang="en-US" altLang="zh-CN"/>
              <a:t>	</a:t>
            </a:r>
            <a:r>
              <a:rPr lang="zh-CN" altLang="en-US"/>
              <a:t>#创建一维数组，元素值为整数1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array([1, 1, 1, 1, 1])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np.ones((5,))			#创建一维数组，元素值为浮点数1.0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array([1., 1., 1., 1., 1.])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np.ones((2,5))			#创建大小为2×5的二维数组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array([[1., 1., 1., 1., 1.],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[1., 1., 1., 1., 1.]])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np.ones((2,5),dtype=int)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array([[1, 1, 1, 1, 1],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[1, 1, 1, 1, 1]])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2.1.3  数组的形状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数组对象的shape属性可用于查看或改变数组的形状，示例代码如下。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a=np.arange(12)		#创建一维数组，其中共有12个元素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array([ 0,  1,  2,  3,  4,  5,  6,  7,  8,  9, 10, 11])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a.shape			#查看数组形状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(12,)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a.shape=(2,-1)		#更改数组形状为2行，-1表示每行中的元素个数自动计算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array([[ 0,  1,  2,  3,  4,  5],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[ 6,  7,  8,  9, 10, 11]])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reshape()方法可更改数组形状，并返回更改后的新数组，示例代码如下。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a.reshape((3,-1))	</a:t>
            </a:r>
            <a:r>
              <a:rPr lang="en-US" altLang="zh-CN"/>
              <a:t>		</a:t>
            </a:r>
            <a:r>
              <a:rPr lang="zh-CN" altLang="en-US"/>
              <a:t>#更改数组形状，返回新数组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array([[ 0,  1,  2,  3],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[ 4,  5,  6,  7],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[ 8,  9, 10, 11]])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a.reshape((2,3))			#reshape()方法不能减少或增加数组元素个数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Traceback (most recent call last):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File "&lt;stdin&gt;", line 1, in &lt;module&gt;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ValueError: cannot reshape array of size 12 into shape (2,3)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zh-CN" altLang="en-US"/>
              <a:t>resize()方法的refcheck参数为False时，可在改变形状的同时更改元素个数，示例代码如下。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a.resize((3,4))			#更改形状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array([[ 0,  1,  2,  3],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[ 4,  5,  6,  7],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[ 8,  9, 10, 11]])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a.resize((2,3),refcheck=False)		#更改形状并减少元素个数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array([[0, 1, 2],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[3, 4, 5]])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a.resize((2,5),refcheck=False)		#增加元素个数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array([[0, 1, 2, 3, 4],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[5, 0, 0, 0, 0]])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np.ravel()函数可将数组转换为一维数组，示例代码如下。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a=np.arange(12)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a.resize((3,4))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array([[ 0,  1,  2,  3],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[ 4,  5,  6,  7],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[ 8,  9, 10, 11]])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np.ravel(a)					#返回一维数组，默认行优先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array([ 0,  1,  2,  3,  4,  5,  6,  7,  8,  9, 10, 11])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np.ravel(a,order='F')			#返回一维数组，列优先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array([ 0,  4,  8,  1,  5,  9,  2,  6, 10,  3,  7, 11])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2.1.4  索引、切片和迭代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zh-CN" altLang="en-US"/>
              <a:t>一维数组的索引、切片和迭代等操作与Python的列表类似，示例代码如下。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rng = np.random.default_rng()	#获得随机数生成器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a=rng.integers(10,size=8)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array([6, 1, 4, 6, 0, 0, 1, 0], dtype=int64)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a[0]			#索引：第1个元素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a[-1] 			#索引：最后1个元素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a[2]		</a:t>
            </a:r>
            <a:r>
              <a:rPr lang="en-US" altLang="zh-CN"/>
              <a:t>	</a:t>
            </a:r>
            <a:r>
              <a:rPr lang="zh-CN" altLang="en-US"/>
              <a:t>#索引：第3个元素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a[2:5]			#切片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array([4, 6, 0], dtype=int64)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a[:2]		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array([6, 1], dtype=int64)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a[5:]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array([0, 1, 0], dtype=int64)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for x in a:		#迭代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...   print(x,end=' ')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zh-CN" altLang="en-US"/>
              <a:t>多维数组用以逗号分隔的多个值进行索引，示例代码如下。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rng = np.random.default_rng()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a=rng.integers(10,size=(2,5))	#创建一个大小为2×5的数组，元素为10以内的随机整数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array([[6, 8, 9, 5, 7],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[8, 3, 1, 2, 1]], dtype=int64)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a[0,0]			#索引：第1行第1个元素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6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a[1,0] 			#索引：第2行第1个元素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8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a[0,:3] 			#切片：第1行前3个元素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array([6, 8, 9], dtype=int64)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for x in a:			#迭代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...   print(x)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2.1.5  数组运算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10849610" cy="5769610"/>
          </a:xfrm>
        </p:spPr>
        <p:txBody>
          <a:bodyPr>
            <a:normAutofit fontScale="50000"/>
          </a:bodyPr>
          <a:p>
            <a:pPr marL="0" indent="0">
              <a:buNone/>
            </a:pPr>
            <a:r>
              <a:rPr lang="zh-CN" altLang="en-US"/>
              <a:t>NumPy数组与常量执行算术运算和比较运算时，会对每个数组元素执行计算，示例代码如下。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a=np.arange(5)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array([0, 1, 2, 3, 4])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a+5						#每个元素加上5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array([5, 6, 7, 8, 9])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a-5						#每个元素减去5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array([-5, -4, -3, -2, -1])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a*5						#每个元素乘以5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array([ 0,  5, 10, 15, 20])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a**2						#每个元素求平方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array([ 0,  1,  4,  9, 16], dtype=int32)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a/2						#每个元素除以2，结果为浮点数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array([0. , 0.5, 1. , 1.5, 2. 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a//2						#每个元素除以2，结果为整数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array([0, 0, 1, 1, 2], dtype=int32)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a&lt;2.5						#每个元素执行比较运算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 True,  True,  True, False, False])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1200"/>
              <a:t>两个数组执行算术运算时，“*”运算符用来计算元素乘积，“@”运算符和dot()方法用来计算矩阵乘积，示例代码如下。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/>
              <a:t>&gt;&gt;&gt; a=np.array([[1,2],[3,4]])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/>
              <a:t>&gt;&gt;&gt; b=np.array([[10,0],[0,10]])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/>
              <a:t>&gt;&gt;&gt; a+b				#矩阵加法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/>
              <a:t>&gt;&gt;&gt; b-a				#矩阵减法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/>
              <a:t>&gt;&gt;&gt; a@b				#矩阵乘法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/>
              <a:t>&gt;&gt;&gt; a.dot(b) 			#矩阵乘法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/>
              <a:t>&gt;&gt;&gt; a=np.array([[1,2,3],[4,5,6]])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/>
              <a:t>&gt;&gt;&gt; a.T				#矩阵转置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/>
              <a:t>array([[1, 4],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/>
              <a:t>       [2, 5],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/>
              <a:t>       [3, 6]])</a:t>
            </a:r>
            <a:endParaRPr lang="zh-CN" altLang="en-US" sz="1200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NumPy数组支持“+=”“*=”等赋值运算，且会用计算结果覆盖原数组，示例代码如下。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a+=10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array([[11, 12, 13],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[14, 15, 16]])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a*=2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array([[22, 24, 26],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[28, 30, 32]])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NumPy为数组提供了一些执行计算的方法，示例代码如下。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a=np.array([[1,2,3],[4,5,6]])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a.min()			#求最小元素值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1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a.max()			#求最大元素值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6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a.sum()			#求所有元素和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21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可设置axis参数以便按指定的轴执行计算，示例代码如下。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a.max(axis=0)		#返回最大值所在的行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array([4, 5, 6])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a.max(axis=1)		#返回每一行中的最大值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array([3, 6])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a.sum(axis=0)		#按列执行加法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array([5, 7, 9])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&gt;&gt;&gt; a.sum(axis=1)		#按行执行加法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array([ 6, 15])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2.2 </a:t>
            </a:r>
            <a:r>
              <a:t>图像基础</a:t>
            </a:r>
            <a:r>
              <a:t>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本节主要</a:t>
            </a:r>
            <a:r>
              <a:rPr lang="zh-CN" altLang="en-US"/>
              <a:t>内容：</a:t>
            </a:r>
            <a:endParaRPr lang="zh-CN" altLang="en-US"/>
          </a:p>
          <a:p>
            <a:pPr lvl="1"/>
            <a:r>
              <a:rPr lang="zh-CN" altLang="en-US"/>
              <a:t>读、写、显示</a:t>
            </a:r>
            <a:r>
              <a:rPr lang="zh-CN" altLang="en-US"/>
              <a:t>图像</a:t>
            </a:r>
            <a:endParaRPr lang="zh-CN" altLang="en-US"/>
          </a:p>
          <a:p>
            <a:pPr lvl="1"/>
            <a:r>
              <a:rPr>
                <a:sym typeface="+mn-ea"/>
              </a:rPr>
              <a:t>读、写、播放视频</a:t>
            </a:r>
            <a:endParaRPr lang="zh-CN" altLang="en-US"/>
          </a:p>
          <a:p>
            <a:pPr lvl="1"/>
            <a:r>
              <a:rPr lang="zh-CN" altLang="en-US"/>
              <a:t>操作灰度</a:t>
            </a:r>
            <a:r>
              <a:rPr lang="zh-CN" altLang="en-US"/>
              <a:t>图像</a:t>
            </a:r>
            <a:endParaRPr lang="zh-CN" altLang="en-US"/>
          </a:p>
          <a:p>
            <a:pPr lvl="1"/>
            <a:r>
              <a:rPr lang="zh-CN" altLang="en-US"/>
              <a:t>操作彩色</a:t>
            </a:r>
            <a:r>
              <a:rPr lang="zh-CN" altLang="en-US"/>
              <a:t>图像</a:t>
            </a:r>
            <a:endParaRPr lang="zh-CN" altLang="en-US"/>
          </a:p>
          <a:p>
            <a:pPr lvl="1"/>
            <a:r>
              <a:rPr lang="zh-CN" altLang="en-US"/>
              <a:t>图像通道</a:t>
            </a:r>
            <a:r>
              <a:rPr lang="zh-CN" altLang="en-US"/>
              <a:t>操作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2.2.1  读、写、显示图像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1．读取图像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OpenCV的imread()函数用于将文件中的图像读入内存，imread()函数支持各种静态图像文件格式，如BMP、PNG、JPEG和TIFF等，示例代码如下。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#test2-1.py：读取图像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img=cv2.imread('lena.jpg')  	#读取图像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print(type(img))            	#输出数据类型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print(img)                  	</a:t>
            </a:r>
            <a:r>
              <a:rPr lang="en-US" altLang="zh-CN"/>
              <a:t>	</a:t>
            </a:r>
            <a:r>
              <a:rPr lang="zh-CN" altLang="en-US"/>
              <a:t>#输出图像数组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print(img.shape)		#输出数组形状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print(img.dtype)			#输出数组元素的数据类型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print(img.size)			#输出数组元素的个数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img.shape的输出结果为(512, 512, 3)，说明表示彩色图像的数组是一个三维数组，3个值依次表示图像的高度、宽度和通道数；图像的分辨率为512×512。</a:t>
            </a:r>
            <a:endParaRPr lang="zh-CN" altLang="en-US"/>
          </a:p>
          <a:p>
            <a:r>
              <a:rPr lang="zh-CN" altLang="en-US"/>
              <a:t>代码中img.dtypes的输出结果为uint8，说明每个数组元素用一个字节（8位）保存，每个数组元素为一个像素的B、G和R通道的颜色值，颜色值取值范围为[0,255]。</a:t>
            </a:r>
            <a:endParaRPr lang="zh-CN" altLang="en-US"/>
          </a:p>
          <a:p>
            <a:r>
              <a:rPr lang="zh-CN" altLang="en-US"/>
              <a:t>代码中img.size的输出结果为786432，等于数组形状的3个维度大小的乘积，即512×512×3。</a:t>
            </a:r>
            <a:endParaRPr lang="zh-CN" altLang="en-US"/>
          </a:p>
          <a:p>
            <a:r>
              <a:rPr lang="zh-CN" altLang="en-US"/>
              <a:t>imread()函数的完整格式如下。</a:t>
            </a:r>
            <a:endParaRPr lang="zh-CN" altLang="en-US"/>
          </a:p>
          <a:p>
            <a:pPr lvl="1"/>
            <a:r>
              <a:rPr lang="zh-CN" altLang="en-US"/>
              <a:t>img=cv2.imread(filename,flag)</a:t>
            </a:r>
            <a:endParaRPr lang="zh-CN" altLang="en-US"/>
          </a:p>
          <a:p>
            <a:pPr lvl="1"/>
            <a:r>
              <a:rPr lang="zh-CN" altLang="en-US"/>
              <a:t>其中，filename为图像文件名，flag为图像读取格式标志，如表2-3所示。imread()函数在正确读取图像文件时，返回表示图像的NumPy数组；否则返回NULL。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>
                <a:ea typeface="方正兰亭中黑简体" panose="02000000000000000000" charset="-122"/>
                <a:sym typeface="+mn-ea"/>
              </a:rPr>
              <a:t>表</a:t>
            </a:r>
            <a:r>
              <a:rPr lang="en-US">
                <a:latin typeface="方正兰亭中黑简体" panose="02000000000000000000" charset="-122"/>
                <a:sym typeface="+mn-ea"/>
              </a:rPr>
              <a:t>2-3</a:t>
            </a:r>
            <a:r>
              <a:rPr lang="en-US">
                <a:latin typeface="方正兰亭中黑简体" panose="02000000000000000000" charset="-122"/>
                <a:cs typeface="Arial" panose="020B0604020202020204" pitchFamily="34" charset="0"/>
                <a:sym typeface="+mn-ea"/>
              </a:rPr>
              <a:t>  </a:t>
            </a:r>
            <a:r>
              <a:rPr>
                <a:ea typeface="方正兰亭中黑简体" panose="02000000000000000000" charset="-122"/>
                <a:sym typeface="+mn-ea"/>
              </a:rPr>
              <a:t>图像读取格式标志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981710" y="1382395"/>
          <a:ext cx="10380980" cy="43910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7390"/>
                <a:gridCol w="5863590"/>
              </a:tblGrid>
              <a:tr h="3365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latin typeface="方正兰亭中黑简体" panose="02000000000000000000" charset="-122"/>
                          <a:ea typeface="方正兰亭中黑简体" panose="02000000000000000000" charset="-122"/>
                          <a:cs typeface="方正兰亭中黑简体" panose="02000000000000000000" charset="-122"/>
                        </a:rPr>
                        <a:t>图像读取格式标志</a:t>
                      </a:r>
                      <a:endParaRPr lang="en-US" altLang="en-US" sz="1600" b="0">
                        <a:latin typeface="方正兰亭中黑简体" panose="02000000000000000000" charset="-122"/>
                        <a:ea typeface="方正兰亭中黑简体" panose="02000000000000000000" charset="-122"/>
                        <a:cs typeface="方正兰亭中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0">
                          <a:latin typeface="方正兰亭中黑简体" panose="02000000000000000000" charset="-122"/>
                          <a:ea typeface="方正兰亭中黑简体" panose="02000000000000000000" charset="-122"/>
                          <a:cs typeface="方正兰亭中黑简体" panose="02000000000000000000" charset="-122"/>
                        </a:rPr>
                        <a:t>说明</a:t>
                      </a:r>
                      <a:endParaRPr lang="en-US" altLang="en-US" sz="1600" b="0">
                        <a:latin typeface="方正兰亭中黑简体" panose="02000000000000000000" charset="-122"/>
                        <a:ea typeface="方正兰亭中黑简体" panose="02000000000000000000" charset="-122"/>
                        <a:cs typeface="方正兰亭中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2457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cv2.IMREAD_UNCHANGED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按原样加载图像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1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cv2.IMREAD_GRAYSCALE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将图像转换为单通道灰度图像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1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cv2.IMREAD_COLOR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将图像转换为3通道BGR彩色图像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08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cv2.IMREAD_ANYDEPTH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当图像具有相应的深度时，返回16位或32位图像，否则将其深度转换为8位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1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cv2.IMREAD_ANYCOLOR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以任何可能的颜色格式读取图像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1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cv2.IMREAD_LOAD_GDAL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使用gdal驱动程序加载图像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84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cv2.IMREAD_REDUCED_GRAYSCALE_2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将图像转换为单通道灰度图像，并且图像尺寸减小为1/2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6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cv2.IMREAD_REDUCED_COLOR_2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将图像转换为3通道BGR彩色图像，并且图像尺寸减小为1/2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cv2.IMREAD_REDUCED_GRAYSCALE_4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将图像转换为单通道灰度图像，并且图像尺寸减小为1/4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92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cv2.IMREAD_REDUCED_COLOR_4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将图像转换为3通道BGR彩色图像，并且图像尺寸减小为1/4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89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cv2.IMREAD_REDUCED_GRAYSCALE_8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将图像转换为单通道灰度图像，并且图像尺寸减小为1/8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4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cv2.IMREAD_REDUCED_COLOR_8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将图像转换为3通道BGR彩色图像，并且图像尺寸减小为1/8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1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cv2.IMREAD_IGNORE_ORIENTATION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>
                      <a:noFill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方正兰亭刊黑简体" panose="02000000000000000000" charset="-122"/>
                          <a:ea typeface="方正兰亭刊黑简体" panose="02000000000000000000" charset="-122"/>
                          <a:cs typeface="方正兰亭刊黑简体" panose="02000000000000000000" charset="-122"/>
                        </a:rPr>
                        <a:t>不根据EXIF方向标志旋转图像</a:t>
                      </a:r>
                      <a:endParaRPr lang="en-US" altLang="en-US" sz="1600" b="0">
                        <a:latin typeface="方正兰亭刊黑简体" panose="02000000000000000000" charset="-122"/>
                        <a:ea typeface="方正兰亭刊黑简体" panose="02000000000000000000" charset="-122"/>
                        <a:cs typeface="方正兰亭刊黑简体" panose="02000000000000000000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1" name="文本框 100"/>
          <p:cNvSpPr txBox="1"/>
          <p:nvPr/>
        </p:nvSpPr>
        <p:spPr>
          <a:xfrm>
            <a:off x="3554413" y="4116705"/>
            <a:ext cx="5080000" cy="922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254000"/>
            <a:r>
              <a:rPr lang="en-US" b="0">
                <a:latin typeface="方正兰亭刊黑简体" panose="02000000000000000000" charset="-122"/>
              </a:rPr>
              <a:t>  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img=cv2.imread('lena.jpg',cv2.IMREAD_REDUCED_GRAYSCALE_4)  #读取图像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print(img.shape)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print(img.size)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2．写图像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OpenCV的imwrite()函数用于将NumPy数组中保存的图像写入文件，示例代码如下。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#test2-2.py：将图像存入文件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numpy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img=numpy.zeros((50,50),dtype=numpy.uint8)	#创建大小为50×50的黑色正方形图像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cv2.imwrite('mypic2-1.jpg',img)  		#将图像存入文件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3．显示图像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OpenCV的imshow()函数用于在窗口中显示图像，示例代码如下。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#test2-3.py：显示图像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img=cv2.imread('lena.jpg',cv2.IMREAD_REDUCED_COLOR_2)	#读取图像并将图像尺寸减小1/2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cv2.imshow('lena',img)          					#显示图像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imshow()函数的第1个参数为窗口名称，第2个参数为图像数组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zh-CN" altLang="en-US"/>
              <a:t>waitKey()函数等待用户输入，该函数的基本格式如下。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rv=cv2.waitKey([delay])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其中：</a:t>
            </a:r>
            <a:endParaRPr lang="zh-CN" altLang="en-US"/>
          </a:p>
          <a:p>
            <a:pPr lvl="1"/>
            <a:r>
              <a:rPr lang="zh-CN" altLang="en-US"/>
              <a:t>rv保存函数返回值，如果没有键被按下，返回-1；如果有键被按下，返回键的ASCII码。</a:t>
            </a:r>
            <a:endParaRPr lang="zh-CN" altLang="en-US"/>
          </a:p>
          <a:p>
            <a:pPr lvl="1"/>
            <a:r>
              <a:rPr lang="zh-CN" altLang="en-US"/>
              <a:t>参数delay表示等待按键的时间（单位为毫秒），负数或0表示无限等待，默认值为0；设置了delay参数时，等待时间结束时结束等待，函数返回</a:t>
            </a:r>
            <a:r>
              <a:rPr lang="en-US" altLang="zh-CN"/>
              <a:t>-1</a:t>
            </a:r>
            <a:r>
              <a:rPr lang="zh-CN" altLang="en-US"/>
              <a:t>。</a:t>
            </a:r>
            <a:endParaRPr lang="zh-CN" altLang="en-US"/>
          </a:p>
          <a:p>
            <a:pPr marL="0" lvl="0" indent="0"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lvl="0" indent="0">
              <a:buNone/>
            </a:pPr>
            <a:r>
              <a:rPr lang="zh-CN" altLang="en-US"/>
              <a:t>#test2-4.py：等待按键</a:t>
            </a:r>
            <a:endParaRPr lang="zh-CN" altLang="en-US"/>
          </a:p>
          <a:p>
            <a:pPr marL="0" lv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lvl="0" indent="0">
              <a:buNone/>
            </a:pPr>
            <a:r>
              <a:rPr lang="zh-CN" altLang="en-US"/>
              <a:t>img=cv2.imread('lena.jpg',cv2.IMREAD_REDUCED_COLOR_2)  #读取图像，缩小为原来的1/2</a:t>
            </a:r>
            <a:endParaRPr lang="zh-CN" altLang="en-US"/>
          </a:p>
          <a:p>
            <a:pPr marL="0" lvl="0" indent="0">
              <a:buNone/>
            </a:pPr>
            <a:r>
              <a:rPr lang="zh-CN" altLang="en-US"/>
              <a:t>cv2.imshow('lena',img)          </a:t>
            </a:r>
            <a:r>
              <a:rPr lang="en-US" altLang="zh-CN"/>
              <a:t>	</a:t>
            </a:r>
            <a:r>
              <a:rPr lang="zh-CN" altLang="en-US"/>
              <a:t>#显示图像</a:t>
            </a:r>
            <a:endParaRPr lang="zh-CN" altLang="en-US"/>
          </a:p>
          <a:p>
            <a:pPr marL="0" lvl="0" indent="0">
              <a:buNone/>
            </a:pPr>
            <a:r>
              <a:rPr lang="zh-CN" altLang="en-US"/>
              <a:t>key=0</a:t>
            </a:r>
            <a:endParaRPr lang="zh-CN" altLang="en-US"/>
          </a:p>
          <a:p>
            <a:pPr marL="0" lvl="0" indent="0">
              <a:buNone/>
            </a:pPr>
            <a:r>
              <a:rPr lang="zh-CN" altLang="en-US"/>
              <a:t>while key!=27:                  </a:t>
            </a:r>
            <a:r>
              <a:rPr lang="en-US" altLang="zh-CN"/>
              <a:t>	</a:t>
            </a:r>
            <a:r>
              <a:rPr lang="zh-CN" altLang="en-US"/>
              <a:t>#按Esc键时终止循环</a:t>
            </a:r>
            <a:endParaRPr lang="zh-CN" altLang="en-US"/>
          </a:p>
          <a:p>
            <a:pPr marL="0" lvl="0" indent="0">
              <a:buNone/>
            </a:pPr>
            <a:r>
              <a:rPr lang="zh-CN" altLang="en-US"/>
              <a:t>    key=cv2.waitKey()           </a:t>
            </a:r>
            <a:r>
              <a:rPr lang="en-US" altLang="zh-CN"/>
              <a:t>	</a:t>
            </a:r>
            <a:r>
              <a:rPr lang="zh-CN" altLang="en-US"/>
              <a:t>#等待按键</a:t>
            </a:r>
            <a:endParaRPr lang="zh-CN" altLang="en-US"/>
          </a:p>
          <a:p>
            <a:pPr marL="0" lvl="0" indent="0">
              <a:buNone/>
            </a:pPr>
            <a:r>
              <a:rPr lang="zh-CN" altLang="en-US"/>
              <a:t>cv2.destroyWindow('lena')      </a:t>
            </a:r>
            <a:r>
              <a:rPr lang="en-US" altLang="zh-CN"/>
              <a:t>	</a:t>
            </a:r>
            <a:r>
              <a:rPr lang="zh-CN" altLang="en-US"/>
              <a:t> #关闭图像窗口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2.2.2  读、写、播放视频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OpenCV的VideoCapture类和VideoWriter类提供了视频处理功能，支持各种格式的视频文件。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视频处理的基本操作步骤如下。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（1）将视频文件或者摄像头作为数据源来创建VideoCapture对象。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（2）调用VideoCapture对象的read()方法获取视频中的帧，每一帧都是一幅图像。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（3）调用VideoWriter对象的write()方法将帧写入视频文件，或者调用cv2.imshow()函数在窗口中显示帧（即播放视频）。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10849610" cy="587375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1．播放视频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OpenCV播放视频的实质是逐帧读取和显示帧图像，示例代码如下。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#test2-5.py：播放视频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vc=cv2.VideoCapture('test2-5.mp4')  	</a:t>
            </a:r>
            <a:r>
              <a:rPr lang="en-US" altLang="zh-CN"/>
              <a:t>	</a:t>
            </a:r>
            <a:r>
              <a:rPr lang="zh-CN" altLang="en-US"/>
              <a:t>#创建VideoCapture对象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fps=vc.get(cv2.CAP_PROP_FPS)            	#读取视频帧速率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size=(vc.get(cv2.CAP_PROP_FRAME_HEIGHT),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  vc.get(cv2.CAP_PROP_FRAME_WIDTH)) 	#读取视频大小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print('帧速率：',fps)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print('大小：',size)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success,frame=vc.read()                 	#读第1帧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while success:                          	#循环读视频帧，直到视频结束    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cv2.imshow('myvideo',frame)         	#在窗口中显示帧图像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success,frame=vc.read()             	#读下一帧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key=cv2.waitKey(25)		</a:t>
            </a:r>
            <a:r>
              <a:rPr lang="en-US" altLang="zh-CN"/>
              <a:t>	</a:t>
            </a:r>
            <a:r>
              <a:rPr lang="zh-CN" altLang="en-US"/>
              <a:t>#延迟时间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if key==27:                         		#按【Esc】键退出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    break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vc.release()                            	#关闭视频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10849610" cy="574929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2．将视频写入文件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将视频写入文件与播放视频类似，需要逐帧将视频写入文件，示例代码如下。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#test2-6.py：将视频写入文件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vc=cv2.VideoCapture('test2-5.mp4')  		</a:t>
            </a:r>
            <a:r>
              <a:rPr lang="en-US" altLang="zh-CN"/>
              <a:t>	</a:t>
            </a:r>
            <a:r>
              <a:rPr lang="zh-CN" altLang="en-US"/>
              <a:t>#创建VideoCapture对象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fps=vc.get(cv2.CAP_PROP_FPS)            		#读取视频帧速率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size=(int(vc.get(cv2.CAP_PROP_FRAME_WIDTH)),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  int(vc.get(cv2.CAP_PROP_FRAME_HEIGHT))) 	#读取视频大小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vw=cv2.VideoWriter('test2-6out.avi',		</a:t>
            </a:r>
            <a:r>
              <a:rPr lang="en-US" altLang="zh-CN"/>
              <a:t>	</a:t>
            </a:r>
            <a:r>
              <a:rPr lang="zh-CN" altLang="en-US"/>
              <a:t>#设置保存视频的文件名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               cv2.VideoWriter_fourcc('X','V','I','D'),	#设置视频解码器格式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               fps,size)			</a:t>
            </a:r>
            <a:r>
              <a:rPr lang="en-US" altLang="zh-CN"/>
              <a:t>	</a:t>
            </a:r>
            <a:r>
              <a:rPr lang="zh-CN" altLang="en-US"/>
              <a:t>#设置帧速率和大小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success,frame=vc.read()                 		#读第1帧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while success:                          		#循环读视频帧，直到视频结束    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vw.write(frame)                     		#将帧写入文件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success,frame=vc.read()             		#读下一帧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vc.release()                            		#关闭视频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常用的解码器格式如下。</a:t>
            </a:r>
            <a:endParaRPr lang="zh-CN" altLang="en-US"/>
          </a:p>
          <a:p>
            <a:r>
              <a:rPr lang="zh-CN" altLang="en-US"/>
              <a:t>cv2.VideoWriter_fourcc('P','I','M','1')：XVID的MPEG-1编码格式，视频文件扩展名为.avi。</a:t>
            </a:r>
            <a:endParaRPr lang="zh-CN" altLang="en-US"/>
          </a:p>
          <a:p>
            <a:r>
              <a:rPr lang="zh-CN" altLang="en-US"/>
              <a:t>cv2.VideoWriter_fourcc('M','P','4','2')：Microsoft的MPEG-4编码格式，视频文件扩展名为.avi。</a:t>
            </a:r>
            <a:endParaRPr lang="zh-CN" altLang="en-US"/>
          </a:p>
          <a:p>
            <a:r>
              <a:rPr lang="zh-CN" altLang="en-US"/>
              <a:t>cv2.VideoWriter_fourcc('X','V','I','D')：XVID的MPEG-4编码格式，视频文件扩展名为.avi。</a:t>
            </a:r>
            <a:endParaRPr lang="zh-CN" altLang="en-US"/>
          </a:p>
          <a:p>
            <a:r>
              <a:rPr lang="zh-CN" altLang="en-US"/>
              <a:t>cv2.VideoWriter_fourcc('F','L','V','1')：XVID的MPEG-4编码格式，视频文件扩展名为.flv。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10849610" cy="592582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3．捕获摄像头视频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要捕获摄像头视频，需要将摄像头ID作为参数来创建VideoCapture对象。通常，0表示默认摄像头，示例代码如下。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#test2-7.py：将摄像头视频写入文件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vc=cv2.VideoCapture(0)  	#创建VideoCapture对象，视频源为默认摄像头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fps=30           </a:t>
            </a:r>
            <a:r>
              <a:rPr lang="en-US" altLang="zh-CN"/>
              <a:t>			</a:t>
            </a:r>
            <a:r>
              <a:rPr lang="zh-CN" altLang="en-US"/>
              <a:t>#预设视频帧速率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size=(int(vc.get(cv2.CAP_PROP_FRAME_WIDTH)),   int(vc.get(cv2.CAP_PROP_FRAME_HEIGHT))) 	#读取视频大小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vw=cv2.VideoWriter('test2-7out.avi',cv2.VideoWriter_fourcc('X','V','I','D'),fps,size)</a:t>
            </a:r>
            <a:r>
              <a:rPr lang="en-US" altLang="zh-CN"/>
              <a:t>		</a:t>
            </a:r>
            <a:r>
              <a:rPr lang="zh-CN" altLang="en-US"/>
              <a:t>#设置帧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success,frame=vc.read()           			#读第1帧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while success:                   				#循环读视频帧，直到视频结束    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vw.write(frame)                				#将帧写入文件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cv2.imshow('MyCamera',frame)  			#显示帧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key=cv2.waitKey()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if key==27:                   				#按【Esc】键结束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    break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success,frame=vc.read()      				#读下一帧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vc.release()                       				#关闭视频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2.2.3  操作灰度图像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10849610" cy="5717540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zh-CN" altLang="en-US"/>
              <a:t>计算机将灰度处理为256级（0~255），0表示黑色，255表示白色，用一个字节来存储一个像素的值。OpenCV使用单通道的二维数组来表示灰度图像，示例代码如下。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#test2-8.py：操作灰度图像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numpy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img=numpy.zeros((240,320),dtype=numpy.uint8)  #创建240×320黑色图像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n=0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while True: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cv2.imshow('GrayImg',img)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n+=20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img[:,:]=n                                  		#更改图像灰度值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print(img[1,1])                             	#输出一个像素值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key=cv2.waitKey(1000)                       	#延迟1秒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if key==27: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       break                                   		#按【Esc】键结束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2.2.4  操作彩色图像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不同色彩空间中，颜色的表示方法有所不同，但不同色彩空间之间可根据公式进行转换。本小节简单介绍RGB色彩空间中图像的表示方法。</a:t>
            </a:r>
            <a:endParaRPr lang="zh-CN" altLang="en-US"/>
          </a:p>
          <a:p>
            <a:r>
              <a:rPr lang="zh-CN" altLang="en-US"/>
              <a:t>RGB中的R指红色（Red），G指绿色（Green），B指蓝色（Blue）。</a:t>
            </a:r>
            <a:endParaRPr lang="zh-CN" altLang="en-US"/>
          </a:p>
          <a:p>
            <a:r>
              <a:rPr lang="zh-CN" altLang="en-US"/>
              <a:t>在表示图像时，有R、G和B 3个通道，分别对应红色、绿色和蓝色。</a:t>
            </a:r>
            <a:endParaRPr lang="zh-CN" altLang="en-US"/>
          </a:p>
          <a:p>
            <a:r>
              <a:rPr lang="zh-CN" altLang="en-US"/>
              <a:t>每个通道中像素的取值范围为[0,255]，用3个通道的像素组合表示彩色图像。</a:t>
            </a:r>
            <a:endParaRPr lang="zh-CN" altLang="en-US"/>
          </a:p>
          <a:p>
            <a:r>
              <a:rPr lang="zh-CN" altLang="en-US"/>
              <a:t>RGB色彩空间中颜色通道依次为R、G、B，但OpenCV默认的图像格式为BGR，即颜色通道依次为B、G、R。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10849610" cy="5904865"/>
          </a:xfrm>
        </p:spPr>
        <p:txBody>
          <a:bodyPr>
            <a:normAutofit/>
          </a:bodyPr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#test2-9.py：操作彩色图像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#创建一幅彩色图像，图像的上、中、下3个部分依次为蓝色、绿色和红色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#程序每隔1秒轮换3个部分的颜色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import numpy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img=numpy.zeros((240,320,3),dtype=numpy.uint8)	#创建图像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r0=0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r1=1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r2=2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while True: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img[:80,:,r0]=255                       		#通道r0，将上部1/3颜色值设为255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img[80:160,:,r1]=255                    		#通道r1，将中部1/3颜色值设为255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img[160:,:,r2]=255                   		#通道r2，将下部1/3颜色值设为255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cv2.imshow('ColorImg',img)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key=cv2.waitKey(1000)                   		#延迟1秒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img[:,:,:]=0                            		#像素全部置0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t=r0                                    		#轮换通道序号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r0=r1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r1=r2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r2=t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if key==27: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        break                               		#按【Esc】键结束 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2.2.5  图像通道操作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zh-CN" altLang="en-US"/>
              <a:t>1．通过数组索引拆分通道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OpenCV中BGR格式的图像是一个三维数组，可用数组的索引操作拆分3个色彩通道，示例代码如下。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#test2-10.py：通过数组索引拆分通道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img=cv2.imread('lena.jpg',cv2.IMREAD_REDUCED_COLOR_2)	#读图像，将其尺寸减小为原来的1/2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cv2.imshow('lena',img)          	#显示原图像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b=img[:,:,0]                    		#获得B通道图像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g=img[:,:,1]                    		#获得G通道图像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r=img[:,:,2]                   	 	#获得R通道图像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cv2.imshow('lena_B',b)          	#显示B通道图像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cv2.imshow('lena_G',g)          	#显示G通道图像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cv2.imshow('lena_R',r)          	#显示R通道图像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cv2.waitKey(0)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zh-CN" altLang="en-US"/>
              <a:t>2．使用cv2.split()函数拆分通道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cv2.split()函数可以用于拆分通道，示例代码如下。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#test2-11.py：使用cv2.split()函数拆分通道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img=cv2.imread('lena.jpg',cv2.IMREAD_REDUCED_COLOR_2)		#读图像，将其尺寸减小为原来的1/2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cv2.imshow('lena',img)          	#显示原图像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b,g,r=cv2.split(img)            	#按通道拆分图像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cv2.imshow('lena_B',b)          	#显示B通道图像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cv2.imshow('lena_G',g)          	#显示G通道图像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cv2.imshow('lena_R',r)          	#显示R通道图像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cv2.waitKey(0)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程序运行结果与图2-6所示的相同。cv2.split()函数拆分通道的效率不如数组索引，所以在处理较大图像时应优先考虑使用数组索引来拆分通道。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zh-CN" altLang="en-US"/>
              <a:t>3．合并图像通道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cv2.merge()函数可将3通道图像合并，其基本格式如下。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img=cv2.merge([b,g,r])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其中，变量img保存生成的图像，b、g、r是3个单通道图像，依次将它们作为B、G和R通道的图像进行合并，示例代码如下。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#test2-12.py：合并图像通道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img=cv2.imread('lena.jpg',cv2.IMREAD_REDUCED_COLOR_2) 	#读图像，将其尺寸减小为原来的1/2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cv2.imshow('lena',img)          				#显示原图像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b,g,r=cv2.split(img)            				#按通道拆分图像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rgb=cv2.merge([r,g,b])          				#按新顺序合并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gbr=cv2.merge([g,b,r])          				#按新顺序合并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cv2.imshow('lena_RGB',rgb)        				#显示合并图像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cv2.imshow('lena_GBR',gbr)        				#显示合并图像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cv2.waitKey(0)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2.3 </a:t>
            </a:r>
            <a:r>
              <a:t>图像</a:t>
            </a:r>
            <a:r>
              <a:t>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本节主要</a:t>
            </a:r>
            <a:r>
              <a:rPr lang="zh-CN" altLang="en-US"/>
              <a:t>内容：</a:t>
            </a:r>
            <a:endParaRPr lang="zh-CN" altLang="en-US"/>
          </a:p>
          <a:p>
            <a:pPr lvl="1"/>
            <a:r>
              <a:rPr lang="zh-CN" altLang="en-US"/>
              <a:t>加法</a:t>
            </a:r>
            <a:r>
              <a:rPr lang="zh-CN" altLang="en-US"/>
              <a:t>运算</a:t>
            </a:r>
            <a:endParaRPr lang="zh-CN" altLang="en-US"/>
          </a:p>
          <a:p>
            <a:pPr lvl="1"/>
            <a:r>
              <a:rPr lang="zh-CN" altLang="en-US"/>
              <a:t>加权加法</a:t>
            </a:r>
            <a:r>
              <a:rPr lang="zh-CN" altLang="en-US"/>
              <a:t>运算</a:t>
            </a:r>
            <a:endParaRPr lang="zh-CN" altLang="en-US"/>
          </a:p>
          <a:p>
            <a:pPr lvl="1"/>
            <a:r>
              <a:rPr lang="zh-CN" altLang="en-US"/>
              <a:t>位</a:t>
            </a:r>
            <a:r>
              <a:rPr lang="zh-CN" altLang="en-US"/>
              <a:t>运算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2.3.1  加法运算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zh-CN" altLang="en-US"/>
              <a:t>加法运算符“+”和cv2.add()函数可用于执行图像加法运算。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用“+”运算符执行两个图像数组加法时，如果两个像素相加大于256，则会将其按256取模。cv2.add()函数执行两个图像数组加法时，如果两个像素相加大于256，则取255，示例代码如下。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#test2-13.py：图像加法运算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img1=cv2.imread('lena.jpg',cv2.IMREAD_REDUCED_COLOR_2)  		#读取图像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img2=cv2.imread('opencvlog.jpg',cv2.IMREAD_REDUCED_COLOR_2)	#读取图像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img3=img1+img2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img4=cv2.add(img1,img2)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cv2.imshow('lena',img1)          					#显示原图像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cv2.imshow('log',img2)          					#显示原图像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cv2.imshow('lena+log',img3)         					#显示“+”运算结果图像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cv2.imshow('lenaaddlog',img4)     					#显示add()函数运算结果图像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cv2.waitKey(0)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2.3.2  加权加法运算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10849610" cy="5666740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zh-CN" altLang="en-US"/>
              <a:t>cv2.addWeighted()函数可执行图像的加权加法运算，其基本格式如下。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dst = cv2.addWeighted(src1, alpha, src2, beta, gamma)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其中，变量dst保存结果，src1和src2为执行加权加法运算的两个图像数组，alpha和beta为权重，gamma为附加值。OpenCV按下面的公式执行图像数组的加权加法运算。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dst = src1*alpha + src2*beta + gamma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#test2-14.py：图像的加权加法运算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img1=cv2.imread('lena.jpg',cv2.IMREAD_REDUCED_COLOR_2)  	</a:t>
            </a:r>
            <a:r>
              <a:rPr lang="en-US" altLang="zh-CN"/>
              <a:t>	</a:t>
            </a:r>
            <a:r>
              <a:rPr lang="zh-CN" altLang="en-US"/>
              <a:t>#读取图像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img2=cv2.imread('opencvlog.jpg',cv2.IMREAD_REDUCED_COLOR_2)	#读取图像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img3=cv2.addWeighted(img1,0.8,img2,0.2,0)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cv2.imshow('lena',img1)          					#显示原图像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cv2.imshow('log',img2)          					#显示原图像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cv2.imshow('lena+log',img3)         				#显示addWeighted()函数运算结果图像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cv2.waitKey(0)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2.3.3  位运算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10849610" cy="5749290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zh-CN" altLang="en-US"/>
              <a:t>OpenCV提供了如下图像位运算函数。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cv2.bitwise_and(src1,src2[,mask])：mask对应的位不为0时，图像src1和src2执行按位与操作。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cv2.bitwise_or(src1,src2[,mask])：mask对应的位不为0时，图像src1和src2执行按位或操作。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cv2.bitwise_not(src1[,mask])：mask对应的位不为0时，图像src1执行按位取反操作。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cv2.bitwise_xor(src1,src2[,mask])：mask对应的位不为0时，图像src1和src2执行按位异或操作。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示例代码如下。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#test2-15.py：图像位运算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import cv2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src1=cv2.imread('lena.jpg',cv2.IMREAD_REDUCED_COLOR_2)  	#读取图像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src2=cv2.imread('opencvlog.jpg',cv2.IMREAD_REDUCED_COLOR_2)	#读取图像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img3=cv2.bitwise_and(src1,src2)				</a:t>
            </a:r>
            <a:r>
              <a:rPr lang="en-US" altLang="zh-CN"/>
              <a:t>	</a:t>
            </a:r>
            <a:r>
              <a:rPr lang="zh-CN" altLang="en-US"/>
              <a:t>#按位与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img4=cv2.bitwise_or(src1,src2)					#按位或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img5=cv2.bitwise_not(src1)					#按位取反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img6=cv2.bitwise_xor(src1,src2)					#按位异或 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cv2.imshow('lena',src1)          					#显示原图像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cv2.imshow('log',src2)          					#显示原图像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cv2.imshow('lenaandlog',img3)         				#显示按位与图像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cv2.imshow('lenaorlog',img4)         				#显示按位或图像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cv2.imshow('lenanotlog',img5)         				#显示按位取反图像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cv2.imshow('lenaxorlog',img6)         				#显示按位异或图像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/>
              <a:t>cv2.waitKey(0)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2.4 </a:t>
            </a:r>
            <a:r>
              <a:t>实验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本节主要</a:t>
            </a:r>
            <a:r>
              <a:rPr lang="zh-CN" altLang="en-US"/>
              <a:t>内容：</a:t>
            </a:r>
            <a:endParaRPr lang="zh-CN" altLang="en-US"/>
          </a:p>
          <a:p>
            <a:pPr lvl="1"/>
            <a:r>
              <a:rPr lang="zh-CN" altLang="en-US"/>
              <a:t>实验</a:t>
            </a:r>
            <a:r>
              <a:rPr lang="en-US" altLang="zh-CN"/>
              <a:t>1</a:t>
            </a:r>
            <a:r>
              <a:t>：为任务图像打码</a:t>
            </a:r>
          </a:p>
          <a:p>
            <a:pPr lvl="1"/>
            <a:r>
              <a:rPr lang="zh-CN" altLang="en-US"/>
              <a:t>实验</a:t>
            </a:r>
            <a:r>
              <a:rPr lang="en-US" altLang="zh-CN"/>
              <a:t>2</a:t>
            </a:r>
            <a:r>
              <a:t>：创建图像</a:t>
            </a:r>
            <a:r>
              <a:t>掩模</a:t>
            </a:r>
          </a:p>
        </p:txBody>
      </p:sp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708" y="476885"/>
            <a:ext cx="10849411" cy="441964"/>
          </a:xfrm>
        </p:spPr>
        <p:txBody>
          <a:bodyPr>
            <a:normAutofit fontScale="90000"/>
          </a:bodyPr>
          <a:p>
            <a:r>
              <a:rPr lang="zh-CN" altLang="en-US"/>
              <a:t>2.4.1  实验1：为人物图像打码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45820" y="1123950"/>
            <a:ext cx="105054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1．实验目的</a:t>
            </a:r>
            <a:endParaRPr lang="zh-CN" altLang="en-US"/>
          </a:p>
          <a:p>
            <a:r>
              <a:rPr lang="zh-CN" altLang="en-US"/>
              <a:t>掌握图像的读取和显示，以及更改图像像素的方法。</a:t>
            </a:r>
            <a:endParaRPr lang="zh-CN" altLang="en-US"/>
          </a:p>
          <a:p>
            <a:r>
              <a:rPr lang="zh-CN" altLang="en-US"/>
              <a:t>2．实验内容</a:t>
            </a:r>
            <a:endParaRPr lang="zh-CN" altLang="en-US"/>
          </a:p>
          <a:p>
            <a:r>
              <a:rPr lang="zh-CN" altLang="en-US"/>
              <a:t>使用IDLE编写一个程序，用黑色矩形框遮挡人物眼部。</a:t>
            </a:r>
            <a:endParaRPr lang="zh-CN" altLang="en-US"/>
          </a:p>
          <a:p>
            <a:r>
              <a:rPr lang="zh-CN" altLang="en-US"/>
              <a:t>3．实验过程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2.4.2  实验2：创建图像掩模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81685" y="1252855"/>
            <a:ext cx="99929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1．实验目的</a:t>
            </a:r>
            <a:endParaRPr lang="zh-CN" altLang="en-US"/>
          </a:p>
          <a:p>
            <a:r>
              <a:rPr lang="zh-CN" altLang="en-US"/>
              <a:t>掌握图像运算，利用图像运算操作图像。</a:t>
            </a:r>
            <a:endParaRPr lang="zh-CN" altLang="en-US"/>
          </a:p>
          <a:p>
            <a:r>
              <a:rPr lang="zh-CN" altLang="en-US"/>
              <a:t>2．实验内容</a:t>
            </a:r>
            <a:endParaRPr lang="zh-CN" altLang="en-US"/>
          </a:p>
          <a:p>
            <a:r>
              <a:rPr lang="zh-CN" altLang="en-US"/>
              <a:t>使用图像掩模执行位运算，取出掩模内的图像。</a:t>
            </a:r>
            <a:endParaRPr lang="zh-CN" altLang="en-US"/>
          </a:p>
          <a:p>
            <a:r>
              <a:rPr lang="zh-CN" altLang="en-US"/>
              <a:t>3．实验过程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谢谢观看</a:t>
            </a:r>
            <a:endParaRPr lang="zh-CN" altLang="en-US" dirty="0"/>
          </a:p>
        </p:txBody>
      </p:sp>
      <p:sp>
        <p:nvSpPr>
          <p:cNvPr id="73" name="矩形 72"/>
          <p:cNvSpPr/>
          <p:nvPr>
            <p:custDataLst>
              <p:tags r:id="rId2"/>
            </p:custDataLst>
          </p:nvPr>
        </p:nvSpPr>
        <p:spPr>
          <a:xfrm rot="5400000">
            <a:off x="10613165" y="5800107"/>
            <a:ext cx="1123022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202X</a:t>
            </a:r>
            <a:endParaRPr lang="en-US" altLang="zh-CN" sz="2800" baseline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#wm#"/>
  <p:tag name="KSO_WM_SLIDE_BACKGROUND_MASK_FLAG" val="1"/>
  <p:tag name="KSO_WM_UNIT_SUBTYPE" val="q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2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4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  <p:tag name="KSO_WM_UNIT_SUBTYPE" val="h"/>
  <p:tag name="KSO_WM_SLIDE_BK_DARK_LIGHT" val="2"/>
  <p:tag name="KSO_WM_UNIT_BK_DARK_LIGHT" val="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  <p:tag name="KSO_WM_UNIT_SUBTYPE" val="h"/>
  <p:tag name="KSO_WM_SLIDE_BK_DARK_LIGHT" val="2"/>
  <p:tag name="KSO_WM_UNIT_BK_DARK_LIGHT" val="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21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33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33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2633"/>
  <p:tag name="KSO_WM_TEMPLATE_THUMBS_INDEX" val="1、4、7、8、9、10、11、12、13、14、15"/>
  <p:tag name="KSO_WM_TEMPLATE_MASTER_THUMB_INDEX" val="12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#wm#"/>
  <p:tag name="KSO_WM_SLIDE_BACKGROUND_MASK_FLAG" val="1"/>
  <p:tag name="KSO_WM_UNIT_SUBTYPE" val="q"/>
  <p:tag name="KSO_WM_UNIT_TYPE" val="i"/>
  <p:tag name="KSO_WM_UNIT_INDEX" val="1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3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2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4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  <p:tag name="KSO_WM_UNIT_SUBTYPE" val="h"/>
  <p:tag name="KSO_WM_SLIDE_BK_DARK_LIGHT" val="2"/>
  <p:tag name="KSO_WM_UNIT_BK_DARK_LIGHT" val="1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  <p:tag name="KSO_WM_UNIT_SUBTYPE" val="h"/>
  <p:tag name="KSO_WM_SLIDE_BK_DARK_LIGHT" val="2"/>
  <p:tag name="KSO_WM_UNIT_BK_DARK_LIGHT" val="1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46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33"/>
</p:tagLst>
</file>

<file path=ppt/tags/tag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33"/>
</p:tagLst>
</file>

<file path=ppt/tags/tag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02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2633"/>
  <p:tag name="KSO_WM_TEMPLATE_THUMBS_INDEX" val="1、4、7、8、9、10、11、12、13、14、15"/>
  <p:tag name="KSO_WM_TEMPLATE_MASTER_THUMB_INDEX" val="12"/>
</p:tagLst>
</file>

<file path=ppt/tags/tag503.xml><?xml version="1.0" encoding="utf-8"?>
<p:tagLst xmlns:p="http://schemas.openxmlformats.org/presentationml/2006/main">
  <p:tag name="KSO_WM_TEMPLATE_CATEGORY" val=""/>
  <p:tag name="KSO_WM_TEMPLATE_INDEX" val="20202633"/>
</p:tagLst>
</file>

<file path=ppt/tags/tag504.xml><?xml version="1.0" encoding="utf-8"?>
<p:tagLst xmlns:p="http://schemas.openxmlformats.org/presentationml/2006/main">
  <p:tag name="KSO_WM_TEMPLATE_CATEGORY" val=""/>
  <p:tag name="KSO_WM_TEMPLATE_INDEX" val="20202633"/>
</p:tagLst>
</file>

<file path=ppt/tags/tag505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06.xml><?xml version="1.0" encoding="utf-8"?>
<p:tagLst xmlns:p="http://schemas.openxmlformats.org/presentationml/2006/main">
  <p:tag name="KSO_WM_UNIT_TABLE_BEAUTIFY" val="smartTable{38221f76-79b5-470f-a43d-67e242399a4c}"/>
</p:tagLst>
</file>

<file path=ppt/tags/tag507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08.xml><?xml version="1.0" encoding="utf-8"?>
<p:tagLst xmlns:p="http://schemas.openxmlformats.org/presentationml/2006/main">
  <p:tag name="KSO_WM_UNIT_TABLE_BEAUTIFY" val="smartTable{f177c6e9-5b46-4653-9fa0-66fe2774192f}"/>
</p:tagLst>
</file>

<file path=ppt/tags/tag509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10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11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12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13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14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15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16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17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18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19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20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21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22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23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24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25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26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27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28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29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30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31.xml><?xml version="1.0" encoding="utf-8"?>
<p:tagLst xmlns:p="http://schemas.openxmlformats.org/presentationml/2006/main">
  <p:tag name="KSO_WM_UNIT_TABLE_BEAUTIFY" val="smartTable{e870fc3f-2e4b-44bb-bf88-e5d59dc16515}"/>
  <p:tag name="TABLE_ENDDRAG_ORIGIN_RECT" val="817*405"/>
  <p:tag name="TABLE_ENDDRAG_RECT" val="77*108*817*405"/>
</p:tagLst>
</file>

<file path=ppt/tags/tag532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33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34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35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36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37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38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39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40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41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42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43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44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45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46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47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48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49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50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51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52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53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54.xml><?xml version="1.0" encoding="utf-8"?>
<p:tagLst xmlns:p="http://schemas.openxmlformats.org/presentationml/2006/main">
  <p:tag name="KSO_WM_BEAUTIFY_FLAG" val="#wm#"/>
  <p:tag name="KSO_WM_TEMPLATE_CATEGORY" val="diagram"/>
  <p:tag name="KSO_WM_TEMPLATE_INDEX" val="20202633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33_15*a*1"/>
  <p:tag name="KSO_WM_TEMPLATE_CATEGORY" val="custom"/>
  <p:tag name="KSO_WM_TEMPLATE_INDEX" val="20202633"/>
  <p:tag name="KSO_WM_UNIT_LAYERLEVEL" val="1"/>
  <p:tag name="KSO_WM_TAG_VERSION" val="1.0"/>
  <p:tag name="KSO_WM_BEAUTIFY_FLAG" val="#wm#"/>
  <p:tag name="KSO_WM_UNIT_ISCONTENTSTITLE" val="0"/>
  <p:tag name="KSO_WM_UNIT_NOCLEAR" val="1"/>
  <p:tag name="KSO_WM_UNIT_VALUE" val="6"/>
  <p:tag name="KSO_WM_UNIT_TYPE" val="a"/>
  <p:tag name="KSO_WM_UNIT_INDEX" val="1"/>
  <p:tag name="KSO_WM_UNIT_PRESET_TEXT" val="谢谢观看"/>
  <p:tag name="KSO_WM_UNIT_ISNUMDGMTITLE" val="0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33_15*i*1"/>
  <p:tag name="KSO_WM_TEMPLATE_CATEGORY" val="custom"/>
  <p:tag name="KSO_WM_TEMPLATE_INDEX" val="20202633"/>
  <p:tag name="KSO_WM_UNIT_LAYERLEVEL" val="1"/>
  <p:tag name="KSO_WM_TAG_VERSION" val="1.0"/>
  <p:tag name="KSO_WM_BEAUTIFY_FLAG" val="#wm#"/>
  <p:tag name="KSO_WM_UNIT_TYPE" val="i"/>
  <p:tag name="KSO_WM_UNIT_INDEX" val="1"/>
  <p:tag name="KSO_WM_UNIT_PRESET_TEXT" val="202X"/>
</p:tagLst>
</file>

<file path=ppt/tags/tag557.xml><?xml version="1.0" encoding="utf-8"?>
<p:tagLst xmlns:p="http://schemas.openxmlformats.org/presentationml/2006/main">
  <p:tag name="KSO_WM_SLIDE_ID" val="custom20202633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33"/>
  <p:tag name="KSO_WM_SLIDE_TYPE" val="endPage"/>
  <p:tag name="KSO_WM_SLIDE_SUBTYPE" val="pureTxt"/>
  <p:tag name="KSO_WM_SLIDE_LAYOUT" val="a_b"/>
  <p:tag name="KSO_WM_SLIDE_LAYOUT_CNT" val="1_1"/>
</p:tagLst>
</file>

<file path=ppt/theme/theme1.xml><?xml version="1.0" encoding="utf-8"?>
<a:theme xmlns:a="http://schemas.openxmlformats.org/drawingml/2006/main" name="2_Office 主题​​">
  <a:themeElements>
    <a:clrScheme name="渐变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4F4EFC"/>
      </a:accent1>
      <a:accent2>
        <a:srgbClr val="5B97FA"/>
      </a:accent2>
      <a:accent3>
        <a:srgbClr val="67DCFD"/>
      </a:accent3>
      <a:accent4>
        <a:srgbClr val="6CFDDC"/>
      </a:accent4>
      <a:accent5>
        <a:srgbClr val="6AFE9A"/>
      </a:accent5>
      <a:accent6>
        <a:srgbClr val="6AFF60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渐变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4F4EFC"/>
      </a:accent1>
      <a:accent2>
        <a:srgbClr val="5B97FA"/>
      </a:accent2>
      <a:accent3>
        <a:srgbClr val="67DCFD"/>
      </a:accent3>
      <a:accent4>
        <a:srgbClr val="6CFDDC"/>
      </a:accent4>
      <a:accent5>
        <a:srgbClr val="6AFE9A"/>
      </a:accent5>
      <a:accent6>
        <a:srgbClr val="6AFF60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办公室主题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渐变15">
    <a:dk1>
      <a:srgbClr val="000000"/>
    </a:dk1>
    <a:lt1>
      <a:srgbClr val="FFFFFF"/>
    </a:lt1>
    <a:dk2>
      <a:srgbClr val="F2F2F2"/>
    </a:dk2>
    <a:lt2>
      <a:srgbClr val="FFFFFF"/>
    </a:lt2>
    <a:accent1>
      <a:srgbClr val="4F4EFC"/>
    </a:accent1>
    <a:accent2>
      <a:srgbClr val="5B97FA"/>
    </a:accent2>
    <a:accent3>
      <a:srgbClr val="67DCFD"/>
    </a:accent3>
    <a:accent4>
      <a:srgbClr val="6CFDDC"/>
    </a:accent4>
    <a:accent5>
      <a:srgbClr val="6AFE9A"/>
    </a:accent5>
    <a:accent6>
      <a:srgbClr val="6AFF60"/>
    </a:accent6>
    <a:hlink>
      <a:srgbClr val="658BD5"/>
    </a:hlink>
    <a:folHlink>
      <a:srgbClr val="9F69A3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TM03090430[[fn=带状]]</Template>
  <TotalTime>0</TotalTime>
  <Words>16297</Words>
  <Application>WPS 演示</Application>
  <PresentationFormat>自定义</PresentationFormat>
  <Paragraphs>778</Paragraphs>
  <Slides>50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50</vt:i4>
      </vt:variant>
    </vt:vector>
  </HeadingPairs>
  <TitlesOfParts>
    <vt:vector size="64" baseType="lpstr">
      <vt:lpstr>Arial</vt:lpstr>
      <vt:lpstr>宋体</vt:lpstr>
      <vt:lpstr>Wingdings</vt:lpstr>
      <vt:lpstr>微软雅黑</vt:lpstr>
      <vt:lpstr>黑体</vt:lpstr>
      <vt:lpstr>汉仪旗黑-85S</vt:lpstr>
      <vt:lpstr>方正楷体简体</vt:lpstr>
      <vt:lpstr>方正姚体</vt:lpstr>
      <vt:lpstr>方正兰亭中黑简体</vt:lpstr>
      <vt:lpstr>方正兰亭刊黑简体</vt:lpstr>
      <vt:lpstr>Segoe Print</vt:lpstr>
      <vt:lpstr>Arial Unicode MS</vt:lpstr>
      <vt:lpstr>2_Office 主题​​</vt:lpstr>
      <vt:lpstr>1_Office 主题​​</vt:lpstr>
      <vt:lpstr>OpenCV计算机视觉基础教程</vt:lpstr>
      <vt:lpstr>第2章  图像处理基础</vt:lpstr>
      <vt:lpstr>2.1 NumPy简介</vt:lpstr>
      <vt:lpstr>2.1.1 数据类型</vt:lpstr>
      <vt:lpstr>PowerPoint 演示文稿</vt:lpstr>
      <vt:lpstr>PowerPoint 演示文稿</vt:lpstr>
      <vt:lpstr>2.1.2 创建数组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2.1.3  数组的形状</vt:lpstr>
      <vt:lpstr>PowerPoint 演示文稿</vt:lpstr>
      <vt:lpstr>PowerPoint 演示文稿</vt:lpstr>
      <vt:lpstr>PowerPoint 演示文稿</vt:lpstr>
      <vt:lpstr>2.1.4  索引、切片和迭代</vt:lpstr>
      <vt:lpstr>PowerPoint 演示文稿</vt:lpstr>
      <vt:lpstr>2.1.5  数组运算</vt:lpstr>
      <vt:lpstr>PowerPoint 演示文稿</vt:lpstr>
      <vt:lpstr>PowerPoint 演示文稿</vt:lpstr>
      <vt:lpstr>PowerPoint 演示文稿</vt:lpstr>
      <vt:lpstr>PowerPoint 演示文稿</vt:lpstr>
      <vt:lpstr>2.2 图像基础操作</vt:lpstr>
      <vt:lpstr>2.2.1  读、写、显示图像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2.2.2  读、写、播放视频</vt:lpstr>
      <vt:lpstr>PowerPoint 演示文稿</vt:lpstr>
      <vt:lpstr>PowerPoint 演示文稿</vt:lpstr>
      <vt:lpstr>PowerPoint 演示文稿</vt:lpstr>
      <vt:lpstr>PowerPoint 演示文稿</vt:lpstr>
      <vt:lpstr>2.2.3  操作灰度图像</vt:lpstr>
      <vt:lpstr>2.2.4  操作彩色图像</vt:lpstr>
      <vt:lpstr>PowerPoint 演示文稿</vt:lpstr>
      <vt:lpstr>2.2.5  图像通道操作</vt:lpstr>
      <vt:lpstr>PowerPoint 演示文稿</vt:lpstr>
      <vt:lpstr>PowerPoint 演示文稿</vt:lpstr>
      <vt:lpstr>2.3 图像运算</vt:lpstr>
      <vt:lpstr>2.3.1  加法运算</vt:lpstr>
      <vt:lpstr>2.3.2  加权加法运算</vt:lpstr>
      <vt:lpstr>2.3.3  位运算</vt:lpstr>
      <vt:lpstr>2.4 实验</vt:lpstr>
      <vt:lpstr>2.4.1  实验1：为人物图像打码</vt:lpstr>
      <vt:lpstr>2.4.2  实验2：创建图像掩模</vt:lpstr>
      <vt:lpstr>谢谢观看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Python3基础教程</dc:title>
  <dc:creator>china xbg</dc:creator>
  <cp:lastModifiedBy>小新</cp:lastModifiedBy>
  <cp:revision>31</cp:revision>
  <dcterms:created xsi:type="dcterms:W3CDTF">2019-11-26T13:46:00Z</dcterms:created>
  <dcterms:modified xsi:type="dcterms:W3CDTF">2021-06-07T14:42:58Z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9CBD9D2472074812AD158735AE45062F</vt:lpwstr>
  </property>
  <property fmtid="{D5CDD505-2E9C-101B-9397-08002B2CF9AE}" pid="3" name="KSOProductBuildVer">
    <vt:lpwstr>2052-11.1.0.10577</vt:lpwstr>
  </property>
</Properties>
</file>