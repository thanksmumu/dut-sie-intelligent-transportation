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handoutMasterIdLst>
    <p:handoutMasterId r:id="rId24"/>
  </p:handoutMasterIdLst>
  <p:sldIdLst>
    <p:sldId id="257" r:id="rId3"/>
    <p:sldId id="275" r:id="rId5"/>
    <p:sldId id="330" r:id="rId6"/>
    <p:sldId id="331" r:id="rId7"/>
    <p:sldId id="332" r:id="rId8"/>
    <p:sldId id="333" r:id="rId9"/>
    <p:sldId id="334" r:id="rId10"/>
    <p:sldId id="353" r:id="rId11"/>
    <p:sldId id="335" r:id="rId12"/>
    <p:sldId id="336" r:id="rId13"/>
    <p:sldId id="324" r:id="rId14"/>
    <p:sldId id="355" r:id="rId15"/>
    <p:sldId id="337" r:id="rId16"/>
    <p:sldId id="338" r:id="rId17"/>
    <p:sldId id="339" r:id="rId18"/>
    <p:sldId id="340" r:id="rId19"/>
    <p:sldId id="356" r:id="rId20"/>
    <p:sldId id="326" r:id="rId21"/>
    <p:sldId id="327" r:id="rId22"/>
    <p:sldId id="328" r:id="rId23"/>
  </p:sldIdLst>
  <p:sldSz cx="12188825" cy="6858000"/>
  <p:notesSz cx="6858000" cy="9144000"/>
  <p:embeddedFontLst>
    <p:embeddedFont>
      <p:font typeface="微软雅黑" panose="020B0503020204020204" charset="-122"/>
      <p:regular r:id="rId29"/>
    </p:embeddedFont>
    <p:embeddedFont>
      <p:font typeface="汉仪旗黑Y4-85简" panose="00020600040101010101" charset="-122"/>
      <p:bold r:id="rId30"/>
    </p:embeddedFont>
    <p:embeddedFont>
      <p:font typeface="方正姚体" panose="02010601030101010101" pitchFamily="2" charset="-122"/>
      <p:regular r:id="rId31"/>
    </p:embeddedFont>
    <p:embeddedFont>
      <p:font typeface="Palatino Linotype" panose="02040502050505030304" charset="0"/>
      <p:regular r:id="rId32"/>
      <p:bold r:id="rId33"/>
      <p:italic r:id="rId34"/>
      <p:boldItalic r:id="rId3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F5AB1C69-6EDB-4FF4-983F-18BD219EF322}"/>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15" autoAdjust="0"/>
  </p:normalViewPr>
  <p:slideViewPr>
    <p:cSldViewPr>
      <p:cViewPr varScale="1">
        <p:scale>
          <a:sx n="75" d="100"/>
          <a:sy n="75" d="100"/>
        </p:scale>
        <p:origin x="82" y="110"/>
      </p:cViewPr>
      <p:guideLst>
        <p:guide orient="horz" pos="2160"/>
        <p:guide orient="horz" pos="1008"/>
        <p:guide orient="horz" pos="3792"/>
        <p:guide orient="horz" pos="1152"/>
        <p:guide orient="horz" pos="3360"/>
        <p:guide orient="horz" pos="3072"/>
        <p:guide orient="horz" pos="864"/>
        <p:guide orient="horz" pos="557"/>
        <p:guide orient="horz" pos="2784"/>
        <p:guide pos="3839"/>
        <p:guide pos="959"/>
        <p:guide pos="7007"/>
        <p:guide pos="6719"/>
        <p:guide pos="6143"/>
        <p:guide pos="3983"/>
        <p:guide pos="527"/>
        <p:guide pos="7151"/>
      </p:guideLst>
    </p:cSldViewPr>
  </p:slideViewPr>
  <p:notesTextViewPr>
    <p:cViewPr>
      <p:scale>
        <a:sx n="1" d="1"/>
        <a:sy n="1" d="1"/>
      </p:scale>
      <p:origin x="0" y="0"/>
    </p:cViewPr>
  </p:notesTextViewPr>
  <p:notesViewPr>
    <p:cSldViewPr>
      <p:cViewPr varScale="1">
        <p:scale>
          <a:sx n="87" d="100"/>
          <a:sy n="87" d="100"/>
        </p:scale>
        <p:origin x="384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font" Target="fonts/font7.fntdata"/><Relationship Id="rId34" Type="http://schemas.openxmlformats.org/officeDocument/2006/relationships/font" Target="fonts/font6.fntdata"/><Relationship Id="rId33" Type="http://schemas.openxmlformats.org/officeDocument/2006/relationships/font" Target="fonts/font5.fntdata"/><Relationship Id="rId32" Type="http://schemas.openxmlformats.org/officeDocument/2006/relationships/font" Target="fonts/font4.fntdata"/><Relationship Id="rId31" Type="http://schemas.openxmlformats.org/officeDocument/2006/relationships/font" Target="fonts/font3.fntdata"/><Relationship Id="rId30" Type="http://schemas.openxmlformats.org/officeDocument/2006/relationships/font" Target="fonts/font2.fntdata"/><Relationship Id="rId3" Type="http://schemas.openxmlformats.org/officeDocument/2006/relationships/slide" Target="slides/slide1.xml"/><Relationship Id="rId29" Type="http://schemas.openxmlformats.org/officeDocument/2006/relationships/font" Target="fonts/font1.fntdata"/><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5BE8D551-EAFC-440E-BE76-FE90AA8B3E59}" type="datetime1">
              <a:rPr lang="zh-CN" altLang="en-US" smtClean="0">
                <a:latin typeface="宋体" panose="02010600030101010101" pitchFamily="2" charset="-122"/>
                <a:ea typeface="宋体" panose="02010600030101010101" pitchFamily="2" charset="-122"/>
              </a:rPr>
            </a:fld>
            <a:endParaRPr dirty="0">
              <a:latin typeface="宋体" panose="02010600030101010101" pitchFamily="2" charset="-122"/>
              <a:ea typeface="宋体" panose="02010600030101010101" pitchFamily="2" charset="-122"/>
            </a:endParaRPr>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dirty="0">
              <a:latin typeface="宋体" panose="02010600030101010101" pitchFamily="2" charset="-122"/>
              <a:ea typeface="宋体" panose="02010600030101010101" pitchFamily="2" charset="-122"/>
            </a:endParaRPr>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7C119DBA-4540-49B3-8FA9-6259387ECF9E}" type="slidenum">
              <a:rPr lang="en-US" altLang="zh-CN">
                <a:latin typeface="宋体" panose="02010600030101010101" pitchFamily="2" charset="-122"/>
                <a:ea typeface="宋体" panose="02010600030101010101" pitchFamily="2" charset="-122"/>
              </a:rPr>
            </a:fld>
            <a:endParaRPr lang="en-US" altLang="zh-CN" dirty="0">
              <a:latin typeface="宋体" panose="02010600030101010101" pitchFamily="2" charset="-122"/>
              <a:ea typeface="宋体" panose="02010600030101010101" pitchFamily="2"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CN" altLang="en-US" noProof="0" dirty="0"/>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0A1D97-EEB6-429B-AC02-D2212B4618C4}" type="datetime1">
              <a:rPr lang="zh-CN" altLang="en-US" smtClean="0"/>
            </a:fld>
            <a:endParaRPr lang="zh-CN" altLang="en-US" dirty="0"/>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CN" altLang="en-US" noProof="0" dirty="0"/>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E3B36274-F2B9-4C45-BBB4-0EDF4CD651A7}" type="slidenum">
              <a:rPr lang="en-US" altLang="zh-CN" noProof="0" smtClean="0"/>
            </a:fld>
            <a:endParaRPr lang="en-US" altLang="zh-CN"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j-ea"/>
        <a:ea typeface="+mj-ea"/>
        <a:cs typeface="+mn-cs"/>
      </a:defRPr>
    </a:lvl1pPr>
    <a:lvl2pPr marL="457200" algn="l" defTabSz="914400" rtl="0" eaLnBrk="1" latinLnBrk="0" hangingPunct="1">
      <a:defRPr sz="1200" kern="1200">
        <a:solidFill>
          <a:schemeClr val="tx1"/>
        </a:solidFill>
        <a:latin typeface="+mj-ea"/>
        <a:ea typeface="+mj-ea"/>
        <a:cs typeface="+mn-cs"/>
      </a:defRPr>
    </a:lvl2pPr>
    <a:lvl3pPr marL="914400" algn="l" defTabSz="914400" rtl="0" eaLnBrk="1" latinLnBrk="0" hangingPunct="1">
      <a:defRPr sz="1200" kern="1200">
        <a:solidFill>
          <a:schemeClr val="tx1"/>
        </a:solidFill>
        <a:latin typeface="+mj-ea"/>
        <a:ea typeface="+mj-ea"/>
        <a:cs typeface="+mn-cs"/>
      </a:defRPr>
    </a:lvl3pPr>
    <a:lvl4pPr marL="1371600" algn="l" defTabSz="914400" rtl="0" eaLnBrk="1" latinLnBrk="0" hangingPunct="1">
      <a:defRPr sz="1200" kern="1200">
        <a:solidFill>
          <a:schemeClr val="tx1"/>
        </a:solidFill>
        <a:latin typeface="+mj-ea"/>
        <a:ea typeface="+mj-ea"/>
        <a:cs typeface="+mn-cs"/>
      </a:defRPr>
    </a:lvl4pPr>
    <a:lvl5pPr marL="1828800" algn="l" defTabSz="914400" rtl="0" eaLnBrk="1" latinLnBrk="0" hangingPunct="1">
      <a:defRPr sz="1200" kern="1200">
        <a:solidFill>
          <a:schemeClr val="tx1"/>
        </a:solidFill>
        <a:latin typeface="+mj-ea"/>
        <a:ea typeface="+mj-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dirty="0"/>
          </a:p>
        </p:txBody>
      </p:sp>
      <p:sp>
        <p:nvSpPr>
          <p:cNvPr id="4" name="幻灯片编号占位符 3"/>
          <p:cNvSpPr>
            <a:spLocks noGrp="1"/>
          </p:cNvSpPr>
          <p:nvPr>
            <p:ph type="sldNum" sz="quarter" idx="10"/>
          </p:nvPr>
        </p:nvSpPr>
        <p:spPr/>
        <p:txBody>
          <a:bodyPr rtlCol="0"/>
          <a:lstStyle/>
          <a:p>
            <a:pPr rtl="0"/>
            <a:fld id="{E3B36274-F2B9-4C45-BBB4-0EDF4CD651A7}" type="slidenum">
              <a:rPr lang="en-US" altLang="zh-CN" smtClean="0">
                <a:latin typeface="+mj-ea"/>
                <a:ea typeface="+mj-ea"/>
              </a:rPr>
            </a:fld>
            <a:endParaRPr lang="zh-CN" altLang="en-US" dirty="0">
              <a:latin typeface="+mj-ea"/>
              <a:ea typeface="+mj-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536B37-480C-4C68-8BAA-2F772309D54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9" Type="http://schemas.openxmlformats.org/officeDocument/2006/relationships/tags" Target="../tags/tag67.xml"/><Relationship Id="rId68" Type="http://schemas.openxmlformats.org/officeDocument/2006/relationships/tags" Target="../tags/tag66.xml"/><Relationship Id="rId67" Type="http://schemas.openxmlformats.org/officeDocument/2006/relationships/tags" Target="../tags/tag65.xml"/><Relationship Id="rId66" Type="http://schemas.openxmlformats.org/officeDocument/2006/relationships/tags" Target="../tags/tag64.xml"/><Relationship Id="rId65" Type="http://schemas.openxmlformats.org/officeDocument/2006/relationships/tags" Target="../tags/tag63.xml"/><Relationship Id="rId64" Type="http://schemas.openxmlformats.org/officeDocument/2006/relationships/tags" Target="../tags/tag62.xml"/><Relationship Id="rId63" Type="http://schemas.openxmlformats.org/officeDocument/2006/relationships/tags" Target="../tags/tag61.xml"/><Relationship Id="rId62" Type="http://schemas.openxmlformats.org/officeDocument/2006/relationships/tags" Target="../tags/tag60.xml"/><Relationship Id="rId61" Type="http://schemas.openxmlformats.org/officeDocument/2006/relationships/tags" Target="../tags/tag59.xml"/><Relationship Id="rId60" Type="http://schemas.openxmlformats.org/officeDocument/2006/relationships/tags" Target="../tags/tag58.xml"/><Relationship Id="rId6" Type="http://schemas.openxmlformats.org/officeDocument/2006/relationships/tags" Target="../tags/tag4.xml"/><Relationship Id="rId59" Type="http://schemas.openxmlformats.org/officeDocument/2006/relationships/tags" Target="../tags/tag57.xml"/><Relationship Id="rId58" Type="http://schemas.openxmlformats.org/officeDocument/2006/relationships/tags" Target="../tags/tag56.xml"/><Relationship Id="rId57" Type="http://schemas.openxmlformats.org/officeDocument/2006/relationships/tags" Target="../tags/tag55.xml"/><Relationship Id="rId56" Type="http://schemas.openxmlformats.org/officeDocument/2006/relationships/tags" Target="../tags/tag54.xml"/><Relationship Id="rId55" Type="http://schemas.openxmlformats.org/officeDocument/2006/relationships/tags" Target="../tags/tag53.xml"/><Relationship Id="rId54" Type="http://schemas.openxmlformats.org/officeDocument/2006/relationships/tags" Target="../tags/tag52.xml"/><Relationship Id="rId53" Type="http://schemas.openxmlformats.org/officeDocument/2006/relationships/tags" Target="../tags/tag51.xml"/><Relationship Id="rId52" Type="http://schemas.openxmlformats.org/officeDocument/2006/relationships/tags" Target="../tags/tag50.xml"/><Relationship Id="rId51" Type="http://schemas.openxmlformats.org/officeDocument/2006/relationships/tags" Target="../tags/tag49.xml"/><Relationship Id="rId50" Type="http://schemas.openxmlformats.org/officeDocument/2006/relationships/tags" Target="../tags/tag48.xml"/><Relationship Id="rId5" Type="http://schemas.openxmlformats.org/officeDocument/2006/relationships/tags" Target="../tags/tag3.xml"/><Relationship Id="rId49" Type="http://schemas.openxmlformats.org/officeDocument/2006/relationships/tags" Target="../tags/tag47.xml"/><Relationship Id="rId48" Type="http://schemas.openxmlformats.org/officeDocument/2006/relationships/tags" Target="../tags/tag46.xml"/><Relationship Id="rId47" Type="http://schemas.openxmlformats.org/officeDocument/2006/relationships/tags" Target="../tags/tag45.xml"/><Relationship Id="rId46" Type="http://schemas.openxmlformats.org/officeDocument/2006/relationships/tags" Target="../tags/tag44.xml"/><Relationship Id="rId45" Type="http://schemas.openxmlformats.org/officeDocument/2006/relationships/tags" Target="../tags/tag43.xml"/><Relationship Id="rId44" Type="http://schemas.openxmlformats.org/officeDocument/2006/relationships/tags" Target="../tags/tag42.xml"/><Relationship Id="rId43" Type="http://schemas.openxmlformats.org/officeDocument/2006/relationships/tags" Target="../tags/tag41.xml"/><Relationship Id="rId42" Type="http://schemas.openxmlformats.org/officeDocument/2006/relationships/tags" Target="../tags/tag40.xml"/><Relationship Id="rId41" Type="http://schemas.openxmlformats.org/officeDocument/2006/relationships/tags" Target="../tags/tag39.xml"/><Relationship Id="rId40" Type="http://schemas.openxmlformats.org/officeDocument/2006/relationships/tags" Target="../tags/tag38.xml"/><Relationship Id="rId4" Type="http://schemas.openxmlformats.org/officeDocument/2006/relationships/tags" Target="../tags/tag2.xml"/><Relationship Id="rId39" Type="http://schemas.openxmlformats.org/officeDocument/2006/relationships/tags" Target="../tags/tag37.xml"/><Relationship Id="rId38" Type="http://schemas.openxmlformats.org/officeDocument/2006/relationships/tags" Target="../tags/tag36.xml"/><Relationship Id="rId37" Type="http://schemas.openxmlformats.org/officeDocument/2006/relationships/tags" Target="../tags/tag35.xml"/><Relationship Id="rId36" Type="http://schemas.openxmlformats.org/officeDocument/2006/relationships/tags" Target="../tags/tag34.xml"/><Relationship Id="rId35" Type="http://schemas.openxmlformats.org/officeDocument/2006/relationships/tags" Target="../tags/tag33.xml"/><Relationship Id="rId34" Type="http://schemas.openxmlformats.org/officeDocument/2006/relationships/tags" Target="../tags/tag32.xml"/><Relationship Id="rId33" Type="http://schemas.openxmlformats.org/officeDocument/2006/relationships/tags" Target="../tags/tag31.xml"/><Relationship Id="rId32" Type="http://schemas.openxmlformats.org/officeDocument/2006/relationships/tags" Target="../tags/tag30.xml"/><Relationship Id="rId31" Type="http://schemas.openxmlformats.org/officeDocument/2006/relationships/tags" Target="../tags/tag29.xml"/><Relationship Id="rId30" Type="http://schemas.openxmlformats.org/officeDocument/2006/relationships/tags" Target="../tags/tag28.xml"/><Relationship Id="rId3" Type="http://schemas.openxmlformats.org/officeDocument/2006/relationships/image" Target="../media/image1.jpeg"/><Relationship Id="rId29" Type="http://schemas.openxmlformats.org/officeDocument/2006/relationships/tags" Target="../tags/tag27.xml"/><Relationship Id="rId28" Type="http://schemas.openxmlformats.org/officeDocument/2006/relationships/tags" Target="../tags/tag26.xml"/><Relationship Id="rId27" Type="http://schemas.openxmlformats.org/officeDocument/2006/relationships/tags" Target="../tags/tag25.xml"/><Relationship Id="rId26" Type="http://schemas.openxmlformats.org/officeDocument/2006/relationships/tags" Target="../tags/tag24.xml"/><Relationship Id="rId25" Type="http://schemas.openxmlformats.org/officeDocument/2006/relationships/tags" Target="../tags/tag23.xml"/><Relationship Id="rId24" Type="http://schemas.openxmlformats.org/officeDocument/2006/relationships/tags" Target="../tags/tag22.xml"/><Relationship Id="rId23" Type="http://schemas.openxmlformats.org/officeDocument/2006/relationships/tags" Target="../tags/tag21.xml"/><Relationship Id="rId22" Type="http://schemas.openxmlformats.org/officeDocument/2006/relationships/tags" Target="../tags/tag20.xml"/><Relationship Id="rId21" Type="http://schemas.openxmlformats.org/officeDocument/2006/relationships/tags" Target="../tags/tag19.xml"/><Relationship Id="rId20" Type="http://schemas.openxmlformats.org/officeDocument/2006/relationships/tags" Target="../tags/tag18.xml"/><Relationship Id="rId2" Type="http://schemas.openxmlformats.org/officeDocument/2006/relationships/tags" Target="../tags/tag1.xml"/><Relationship Id="rId19" Type="http://schemas.openxmlformats.org/officeDocument/2006/relationships/tags" Target="../tags/tag17.xml"/><Relationship Id="rId18" Type="http://schemas.openxmlformats.org/officeDocument/2006/relationships/tags" Target="../tags/tag16.xml"/><Relationship Id="rId17" Type="http://schemas.openxmlformats.org/officeDocument/2006/relationships/tags" Target="../tags/tag15.xml"/><Relationship Id="rId16" Type="http://schemas.openxmlformats.org/officeDocument/2006/relationships/tags" Target="../tags/tag14.xml"/><Relationship Id="rId15" Type="http://schemas.openxmlformats.org/officeDocument/2006/relationships/tags" Target="../tags/tag13.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12.xml"/><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0" Type="http://schemas.openxmlformats.org/officeDocument/2006/relationships/tags" Target="../tags/tag190.xml"/><Relationship Id="rId7" Type="http://schemas.openxmlformats.org/officeDocument/2006/relationships/tags" Target="../tags/tag127.xml"/><Relationship Id="rId69" Type="http://schemas.openxmlformats.org/officeDocument/2006/relationships/tags" Target="../tags/tag189.xml"/><Relationship Id="rId68" Type="http://schemas.openxmlformats.org/officeDocument/2006/relationships/tags" Target="../tags/tag188.xml"/><Relationship Id="rId67" Type="http://schemas.openxmlformats.org/officeDocument/2006/relationships/tags" Target="../tags/tag187.xml"/><Relationship Id="rId66" Type="http://schemas.openxmlformats.org/officeDocument/2006/relationships/tags" Target="../tags/tag186.xml"/><Relationship Id="rId65" Type="http://schemas.openxmlformats.org/officeDocument/2006/relationships/tags" Target="../tags/tag185.xml"/><Relationship Id="rId64" Type="http://schemas.openxmlformats.org/officeDocument/2006/relationships/tags" Target="../tags/tag184.xml"/><Relationship Id="rId63" Type="http://schemas.openxmlformats.org/officeDocument/2006/relationships/tags" Target="../tags/tag183.xml"/><Relationship Id="rId62" Type="http://schemas.openxmlformats.org/officeDocument/2006/relationships/tags" Target="../tags/tag182.xml"/><Relationship Id="rId61" Type="http://schemas.openxmlformats.org/officeDocument/2006/relationships/tags" Target="../tags/tag181.xml"/><Relationship Id="rId60" Type="http://schemas.openxmlformats.org/officeDocument/2006/relationships/tags" Target="../tags/tag180.xml"/><Relationship Id="rId6" Type="http://schemas.openxmlformats.org/officeDocument/2006/relationships/tags" Target="../tags/tag126.xml"/><Relationship Id="rId59" Type="http://schemas.openxmlformats.org/officeDocument/2006/relationships/tags" Target="../tags/tag179.xml"/><Relationship Id="rId58" Type="http://schemas.openxmlformats.org/officeDocument/2006/relationships/tags" Target="../tags/tag178.xml"/><Relationship Id="rId57" Type="http://schemas.openxmlformats.org/officeDocument/2006/relationships/tags" Target="../tags/tag177.xml"/><Relationship Id="rId56" Type="http://schemas.openxmlformats.org/officeDocument/2006/relationships/tags" Target="../tags/tag176.xml"/><Relationship Id="rId55" Type="http://schemas.openxmlformats.org/officeDocument/2006/relationships/tags" Target="../tags/tag175.xml"/><Relationship Id="rId54" Type="http://schemas.openxmlformats.org/officeDocument/2006/relationships/tags" Target="../tags/tag174.xml"/><Relationship Id="rId53" Type="http://schemas.openxmlformats.org/officeDocument/2006/relationships/tags" Target="../tags/tag173.xml"/><Relationship Id="rId52" Type="http://schemas.openxmlformats.org/officeDocument/2006/relationships/tags" Target="../tags/tag172.xml"/><Relationship Id="rId51" Type="http://schemas.openxmlformats.org/officeDocument/2006/relationships/tags" Target="../tags/tag171.xml"/><Relationship Id="rId50" Type="http://schemas.openxmlformats.org/officeDocument/2006/relationships/tags" Target="../tags/tag170.xml"/><Relationship Id="rId5" Type="http://schemas.openxmlformats.org/officeDocument/2006/relationships/image" Target="../media/image2.jpeg"/><Relationship Id="rId49" Type="http://schemas.openxmlformats.org/officeDocument/2006/relationships/tags" Target="../tags/tag169.xml"/><Relationship Id="rId48" Type="http://schemas.openxmlformats.org/officeDocument/2006/relationships/tags" Target="../tags/tag168.xml"/><Relationship Id="rId47" Type="http://schemas.openxmlformats.org/officeDocument/2006/relationships/tags" Target="../tags/tag167.xml"/><Relationship Id="rId46" Type="http://schemas.openxmlformats.org/officeDocument/2006/relationships/tags" Target="../tags/tag166.xml"/><Relationship Id="rId45" Type="http://schemas.openxmlformats.org/officeDocument/2006/relationships/tags" Target="../tags/tag165.xml"/><Relationship Id="rId44" Type="http://schemas.openxmlformats.org/officeDocument/2006/relationships/tags" Target="../tags/tag164.xml"/><Relationship Id="rId43" Type="http://schemas.openxmlformats.org/officeDocument/2006/relationships/tags" Target="../tags/tag163.xml"/><Relationship Id="rId42" Type="http://schemas.openxmlformats.org/officeDocument/2006/relationships/tags" Target="../tags/tag162.xml"/><Relationship Id="rId41" Type="http://schemas.openxmlformats.org/officeDocument/2006/relationships/tags" Target="../tags/tag161.xml"/><Relationship Id="rId40" Type="http://schemas.openxmlformats.org/officeDocument/2006/relationships/tags" Target="../tags/tag160.xml"/><Relationship Id="rId4" Type="http://schemas.openxmlformats.org/officeDocument/2006/relationships/tags" Target="../tags/tag125.xml"/><Relationship Id="rId39" Type="http://schemas.openxmlformats.org/officeDocument/2006/relationships/tags" Target="../tags/tag159.xml"/><Relationship Id="rId38" Type="http://schemas.openxmlformats.org/officeDocument/2006/relationships/tags" Target="../tags/tag158.xml"/><Relationship Id="rId37" Type="http://schemas.openxmlformats.org/officeDocument/2006/relationships/tags" Target="../tags/tag157.xml"/><Relationship Id="rId36" Type="http://schemas.openxmlformats.org/officeDocument/2006/relationships/tags" Target="../tags/tag156.xml"/><Relationship Id="rId35" Type="http://schemas.openxmlformats.org/officeDocument/2006/relationships/tags" Target="../tags/tag155.xml"/><Relationship Id="rId34" Type="http://schemas.openxmlformats.org/officeDocument/2006/relationships/tags" Target="../tags/tag154.xml"/><Relationship Id="rId33" Type="http://schemas.openxmlformats.org/officeDocument/2006/relationships/tags" Target="../tags/tag153.xml"/><Relationship Id="rId32" Type="http://schemas.openxmlformats.org/officeDocument/2006/relationships/tags" Target="../tags/tag152.xml"/><Relationship Id="rId31" Type="http://schemas.openxmlformats.org/officeDocument/2006/relationships/tags" Target="../tags/tag151.xml"/><Relationship Id="rId30" Type="http://schemas.openxmlformats.org/officeDocument/2006/relationships/tags" Target="../tags/tag150.xml"/><Relationship Id="rId3" Type="http://schemas.openxmlformats.org/officeDocument/2006/relationships/image" Target="../media/image1.jpeg"/><Relationship Id="rId29" Type="http://schemas.openxmlformats.org/officeDocument/2006/relationships/tags" Target="../tags/tag149.xml"/><Relationship Id="rId28" Type="http://schemas.openxmlformats.org/officeDocument/2006/relationships/tags" Target="../tags/tag148.xml"/><Relationship Id="rId27" Type="http://schemas.openxmlformats.org/officeDocument/2006/relationships/tags" Target="../tags/tag147.xml"/><Relationship Id="rId26" Type="http://schemas.openxmlformats.org/officeDocument/2006/relationships/tags" Target="../tags/tag146.xml"/><Relationship Id="rId25" Type="http://schemas.openxmlformats.org/officeDocument/2006/relationships/tags" Target="../tags/tag145.xml"/><Relationship Id="rId24" Type="http://schemas.openxmlformats.org/officeDocument/2006/relationships/tags" Target="../tags/tag144.xml"/><Relationship Id="rId23" Type="http://schemas.openxmlformats.org/officeDocument/2006/relationships/tags" Target="../tags/tag143.xml"/><Relationship Id="rId22" Type="http://schemas.openxmlformats.org/officeDocument/2006/relationships/tags" Target="../tags/tag142.xml"/><Relationship Id="rId21" Type="http://schemas.openxmlformats.org/officeDocument/2006/relationships/tags" Target="../tags/tag141.xml"/><Relationship Id="rId20" Type="http://schemas.openxmlformats.org/officeDocument/2006/relationships/tags" Target="../tags/tag140.xml"/><Relationship Id="rId2" Type="http://schemas.openxmlformats.org/officeDocument/2006/relationships/tags" Target="../tags/tag124.xml"/><Relationship Id="rId19" Type="http://schemas.openxmlformats.org/officeDocument/2006/relationships/tags" Target="../tags/tag139.xml"/><Relationship Id="rId18" Type="http://schemas.openxmlformats.org/officeDocument/2006/relationships/tags" Target="../tags/tag138.xml"/><Relationship Id="rId17" Type="http://schemas.openxmlformats.org/officeDocument/2006/relationships/tags" Target="../tags/tag137.xml"/><Relationship Id="rId16" Type="http://schemas.openxmlformats.org/officeDocument/2006/relationships/tags" Target="../tags/tag136.xml"/><Relationship Id="rId15" Type="http://schemas.openxmlformats.org/officeDocument/2006/relationships/tags" Target="../tags/tag135.xml"/><Relationship Id="rId14" Type="http://schemas.openxmlformats.org/officeDocument/2006/relationships/tags" Target="../tags/tag134.xml"/><Relationship Id="rId13" Type="http://schemas.openxmlformats.org/officeDocument/2006/relationships/tags" Target="../tags/tag133.xml"/><Relationship Id="rId12" Type="http://schemas.openxmlformats.org/officeDocument/2006/relationships/tags" Target="../tags/tag132.xml"/><Relationship Id="rId11" Type="http://schemas.openxmlformats.org/officeDocument/2006/relationships/tags" Target="../tags/tag131.xml"/><Relationship Id="rId10" Type="http://schemas.openxmlformats.org/officeDocument/2006/relationships/tags" Target="../tags/tag13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195.xml"/><Relationship Id="rId5" Type="http://schemas.openxmlformats.org/officeDocument/2006/relationships/tags" Target="../tags/tag194.xml"/><Relationship Id="rId4" Type="http://schemas.openxmlformats.org/officeDocument/2006/relationships/tags" Target="../tags/tag193.xml"/><Relationship Id="rId3" Type="http://schemas.openxmlformats.org/officeDocument/2006/relationships/tags" Target="../tags/tag192.xml"/><Relationship Id="rId2" Type="http://schemas.openxmlformats.org/officeDocument/2006/relationships/tags" Target="../tags/tag19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7" Type="http://schemas.openxmlformats.org/officeDocument/2006/relationships/tags" Target="../tags/tag201.xml"/><Relationship Id="rId6" Type="http://schemas.openxmlformats.org/officeDocument/2006/relationships/tags" Target="../tags/tag200.xml"/><Relationship Id="rId5" Type="http://schemas.openxmlformats.org/officeDocument/2006/relationships/tags" Target="../tags/tag199.xml"/><Relationship Id="rId4" Type="http://schemas.openxmlformats.org/officeDocument/2006/relationships/tags" Target="../tags/tag198.xml"/><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209.xml"/><Relationship Id="rId8" Type="http://schemas.openxmlformats.org/officeDocument/2006/relationships/tags" Target="../tags/tag208.xml"/><Relationship Id="rId7" Type="http://schemas.openxmlformats.org/officeDocument/2006/relationships/tags" Target="../tags/tag207.xml"/><Relationship Id="rId6" Type="http://schemas.openxmlformats.org/officeDocument/2006/relationships/tags" Target="../tags/tag206.xml"/><Relationship Id="rId5" Type="http://schemas.openxmlformats.org/officeDocument/2006/relationships/tags" Target="../tags/tag205.xml"/><Relationship Id="rId4" Type="http://schemas.openxmlformats.org/officeDocument/2006/relationships/tags" Target="../tags/tag204.xml"/><Relationship Id="rId3" Type="http://schemas.openxmlformats.org/officeDocument/2006/relationships/tags" Target="../tags/tag203.xml"/><Relationship Id="rId2" Type="http://schemas.openxmlformats.org/officeDocument/2006/relationships/tags" Target="../tags/tag202.xml"/><Relationship Id="rId10" Type="http://schemas.openxmlformats.org/officeDocument/2006/relationships/tags" Target="../tags/tag210.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 Type="http://schemas.openxmlformats.org/officeDocument/2006/relationships/tags" Target="../tags/tag211.xml"/><Relationship Id="rId10" Type="http://schemas.openxmlformats.org/officeDocument/2006/relationships/tags" Target="../tags/tag2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227.xml"/><Relationship Id="rId8" Type="http://schemas.openxmlformats.org/officeDocument/2006/relationships/tags" Target="../tags/tag226.xml"/><Relationship Id="rId7" Type="http://schemas.openxmlformats.org/officeDocument/2006/relationships/tags" Target="../tags/tag225.xml"/><Relationship Id="rId6" Type="http://schemas.openxmlformats.org/officeDocument/2006/relationships/tags" Target="../tags/tag224.xml"/><Relationship Id="rId5" Type="http://schemas.openxmlformats.org/officeDocument/2006/relationships/tags" Target="../tags/tag223.xml"/><Relationship Id="rId4" Type="http://schemas.openxmlformats.org/officeDocument/2006/relationships/tags" Target="../tags/tag222.xml"/><Relationship Id="rId3" Type="http://schemas.openxmlformats.org/officeDocument/2006/relationships/tags" Target="../tags/tag221.xml"/><Relationship Id="rId2" Type="http://schemas.openxmlformats.org/officeDocument/2006/relationships/tags" Target="../tags/tag220.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35.xml"/><Relationship Id="rId8" Type="http://schemas.openxmlformats.org/officeDocument/2006/relationships/tags" Target="../tags/tag234.xml"/><Relationship Id="rId7" Type="http://schemas.openxmlformats.org/officeDocument/2006/relationships/tags" Target="../tags/tag233.xml"/><Relationship Id="rId6" Type="http://schemas.openxmlformats.org/officeDocument/2006/relationships/tags" Target="../tags/tag232.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1" Type="http://schemas.openxmlformats.org/officeDocument/2006/relationships/tags" Target="../tags/tag237.xml"/><Relationship Id="rId10" Type="http://schemas.openxmlformats.org/officeDocument/2006/relationships/tags" Target="../tags/tag236.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245.xml"/><Relationship Id="rId8" Type="http://schemas.openxmlformats.org/officeDocument/2006/relationships/tags" Target="../tags/tag244.xml"/><Relationship Id="rId7" Type="http://schemas.openxmlformats.org/officeDocument/2006/relationships/tags" Target="../tags/tag243.xml"/><Relationship Id="rId6" Type="http://schemas.openxmlformats.org/officeDocument/2006/relationships/tags" Target="../tags/tag242.xml"/><Relationship Id="rId5" Type="http://schemas.openxmlformats.org/officeDocument/2006/relationships/tags" Target="../tags/tag241.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pic>
        <p:nvPicPr>
          <p:cNvPr id="5" name="图片 4" descr="图片包含 动物&#10;&#10;已生成高可信度的说明"/>
          <p:cNvPicPr>
            <a:picLocks noChangeAspect="1"/>
          </p:cNvPicPr>
          <p:nvPr>
            <p:custDataLst>
              <p:tags r:id="rId2"/>
            </p:custDataLst>
          </p:nvPr>
        </p:nvPicPr>
        <p:blipFill rotWithShape="1">
          <a:blip r:embed="rId3"/>
          <a:srcRect/>
          <a:stretch>
            <a:fillRect/>
          </a:stretch>
        </p:blipFill>
        <p:spPr>
          <a:xfrm flipH="1">
            <a:off x="0" y="0"/>
            <a:ext cx="12188824" cy="6858000"/>
          </a:xfrm>
          <a:prstGeom prst="rect">
            <a:avLst/>
          </a:prstGeom>
        </p:spPr>
      </p:pic>
      <p:grpSp>
        <p:nvGrpSpPr>
          <p:cNvPr id="13" name="组合 12"/>
          <p:cNvGrpSpPr/>
          <p:nvPr>
            <p:custDataLst>
              <p:tags r:id="rId4"/>
            </p:custDataLst>
          </p:nvPr>
        </p:nvGrpSpPr>
        <p:grpSpPr>
          <a:xfrm>
            <a:off x="428513" y="419100"/>
            <a:ext cx="333288" cy="165100"/>
            <a:chOff x="428625" y="419100"/>
            <a:chExt cx="333375" cy="165100"/>
          </a:xfrm>
        </p:grpSpPr>
        <p:cxnSp>
          <p:nvCxnSpPr>
            <p:cNvPr id="7" name="直接连接符 6"/>
            <p:cNvCxnSpPr/>
            <p:nvPr userDrawn="1">
              <p:custDataLst>
                <p:tags r:id="rId5"/>
              </p:custDataLst>
            </p:nvPr>
          </p:nvCxnSpPr>
          <p:spPr>
            <a:xfrm>
              <a:off x="428625" y="4191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custDataLst>
                <p:tags r:id="rId6"/>
              </p:custDataLst>
            </p:nvPr>
          </p:nvCxnSpPr>
          <p:spPr>
            <a:xfrm>
              <a:off x="428625" y="50165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custDataLst>
                <p:tags r:id="rId7"/>
              </p:custDataLst>
            </p:nvPr>
          </p:nvCxnSpPr>
          <p:spPr>
            <a:xfrm>
              <a:off x="428625" y="584200"/>
              <a:ext cx="33337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4" name="直接连接符 13"/>
          <p:cNvCxnSpPr/>
          <p:nvPr>
            <p:custDataLst>
              <p:tags r:id="rId8"/>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9" name="组合 148"/>
          <p:cNvGrpSpPr/>
          <p:nvPr>
            <p:custDataLst>
              <p:tags r:id="rId9"/>
            </p:custDataLst>
          </p:nvPr>
        </p:nvGrpSpPr>
        <p:grpSpPr>
          <a:xfrm>
            <a:off x="910988" y="4845050"/>
            <a:ext cx="1807689" cy="319882"/>
            <a:chOff x="911225" y="4845050"/>
            <a:chExt cx="1808160" cy="319882"/>
          </a:xfrm>
          <a:solidFill>
            <a:schemeClr val="bg1"/>
          </a:solidFill>
        </p:grpSpPr>
        <p:sp>
          <p:nvSpPr>
            <p:cNvPr id="127" name="椭圆 126"/>
            <p:cNvSpPr/>
            <p:nvPr>
              <p:custDataLst>
                <p:tags r:id="rId10"/>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椭圆 127"/>
            <p:cNvSpPr/>
            <p:nvPr>
              <p:custDataLst>
                <p:tags r:id="rId11"/>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椭圆 128"/>
            <p:cNvSpPr/>
            <p:nvPr>
              <p:custDataLst>
                <p:tags r:id="rId12"/>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椭圆 129"/>
            <p:cNvSpPr/>
            <p:nvPr>
              <p:custDataLst>
                <p:tags r:id="rId13"/>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椭圆 130"/>
            <p:cNvSpPr/>
            <p:nvPr>
              <p:custDataLst>
                <p:tags r:id="rId14"/>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椭圆 131"/>
            <p:cNvSpPr/>
            <p:nvPr>
              <p:custDataLst>
                <p:tags r:id="rId15"/>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椭圆 132"/>
            <p:cNvSpPr/>
            <p:nvPr>
              <p:custDataLst>
                <p:tags r:id="rId16"/>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椭圆 133"/>
            <p:cNvSpPr/>
            <p:nvPr>
              <p:custDataLst>
                <p:tags r:id="rId17"/>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椭圆 134"/>
            <p:cNvSpPr/>
            <p:nvPr>
              <p:custDataLst>
                <p:tags r:id="rId18"/>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椭圆 135"/>
            <p:cNvSpPr/>
            <p:nvPr>
              <p:custDataLst>
                <p:tags r:id="rId19"/>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椭圆 136"/>
            <p:cNvSpPr/>
            <p:nvPr>
              <p:custDataLst>
                <p:tags r:id="rId20"/>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椭圆 137"/>
            <p:cNvSpPr/>
            <p:nvPr>
              <p:custDataLst>
                <p:tags r:id="rId21"/>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椭圆 138"/>
            <p:cNvSpPr/>
            <p:nvPr>
              <p:custDataLst>
                <p:tags r:id="rId22"/>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椭圆 139"/>
            <p:cNvSpPr/>
            <p:nvPr>
              <p:custDataLst>
                <p:tags r:id="rId23"/>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椭圆 140"/>
            <p:cNvSpPr/>
            <p:nvPr>
              <p:custDataLst>
                <p:tags r:id="rId24"/>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椭圆 141"/>
            <p:cNvSpPr/>
            <p:nvPr>
              <p:custDataLst>
                <p:tags r:id="rId25"/>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椭圆 142"/>
            <p:cNvSpPr/>
            <p:nvPr>
              <p:custDataLst>
                <p:tags r:id="rId26"/>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椭圆 143"/>
            <p:cNvSpPr/>
            <p:nvPr>
              <p:custDataLst>
                <p:tags r:id="rId27"/>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椭圆 144"/>
            <p:cNvSpPr/>
            <p:nvPr>
              <p:custDataLst>
                <p:tags r:id="rId28"/>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椭圆 145"/>
            <p:cNvSpPr/>
            <p:nvPr>
              <p:custDataLst>
                <p:tags r:id="rId29"/>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椭圆 146"/>
            <p:cNvSpPr/>
            <p:nvPr>
              <p:custDataLst>
                <p:tags r:id="rId30"/>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椭圆 147"/>
            <p:cNvSpPr/>
            <p:nvPr>
              <p:custDataLst>
                <p:tags r:id="rId31"/>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9" name="组合 218"/>
          <p:cNvGrpSpPr/>
          <p:nvPr>
            <p:custDataLst>
              <p:tags r:id="rId32"/>
            </p:custDataLst>
          </p:nvPr>
        </p:nvGrpSpPr>
        <p:grpSpPr>
          <a:xfrm>
            <a:off x="10219095" y="488763"/>
            <a:ext cx="1286332" cy="891382"/>
            <a:chOff x="9265447" y="481778"/>
            <a:chExt cx="1286667" cy="891382"/>
          </a:xfrm>
          <a:solidFill>
            <a:schemeClr val="bg1"/>
          </a:solidFill>
        </p:grpSpPr>
        <p:sp>
          <p:nvSpPr>
            <p:cNvPr id="151" name="椭圆 150"/>
            <p:cNvSpPr/>
            <p:nvPr>
              <p:custDataLst>
                <p:tags r:id="rId33"/>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椭圆 151"/>
            <p:cNvSpPr/>
            <p:nvPr>
              <p:custDataLst>
                <p:tags r:id="rId34"/>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椭圆 152"/>
            <p:cNvSpPr/>
            <p:nvPr>
              <p:custDataLst>
                <p:tags r:id="rId35"/>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椭圆 153"/>
            <p:cNvSpPr/>
            <p:nvPr>
              <p:custDataLst>
                <p:tags r:id="rId36"/>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椭圆 154"/>
            <p:cNvSpPr/>
            <p:nvPr>
              <p:custDataLst>
                <p:tags r:id="rId37"/>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椭圆 155"/>
            <p:cNvSpPr/>
            <p:nvPr>
              <p:custDataLst>
                <p:tags r:id="rId38"/>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椭圆 156"/>
            <p:cNvSpPr/>
            <p:nvPr>
              <p:custDataLst>
                <p:tags r:id="rId39"/>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椭圆 157"/>
            <p:cNvSpPr/>
            <p:nvPr>
              <p:custDataLst>
                <p:tags r:id="rId40"/>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椭圆 158"/>
            <p:cNvSpPr/>
            <p:nvPr>
              <p:custDataLst>
                <p:tags r:id="rId41"/>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椭圆 159"/>
            <p:cNvSpPr/>
            <p:nvPr>
              <p:custDataLst>
                <p:tags r:id="rId42"/>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椭圆 160"/>
            <p:cNvSpPr/>
            <p:nvPr>
              <p:custDataLst>
                <p:tags r:id="rId43"/>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2" name="椭圆 161"/>
            <p:cNvSpPr/>
            <p:nvPr>
              <p:custDataLst>
                <p:tags r:id="rId44"/>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椭圆 162"/>
            <p:cNvSpPr/>
            <p:nvPr>
              <p:custDataLst>
                <p:tags r:id="rId45"/>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椭圆 163"/>
            <p:cNvSpPr/>
            <p:nvPr>
              <p:custDataLst>
                <p:tags r:id="rId46"/>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椭圆 164"/>
            <p:cNvSpPr/>
            <p:nvPr>
              <p:custDataLst>
                <p:tags r:id="rId47"/>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6" name="椭圆 165"/>
            <p:cNvSpPr/>
            <p:nvPr>
              <p:custDataLst>
                <p:tags r:id="rId48"/>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p:cNvSpPr/>
            <p:nvPr>
              <p:custDataLst>
                <p:tags r:id="rId49"/>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椭圆 174"/>
            <p:cNvSpPr/>
            <p:nvPr>
              <p:custDataLst>
                <p:tags r:id="rId50"/>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椭圆 175"/>
            <p:cNvSpPr/>
            <p:nvPr>
              <p:custDataLst>
                <p:tags r:id="rId51"/>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custDataLst>
                <p:tags r:id="rId52"/>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p:cNvSpPr/>
            <p:nvPr>
              <p:custDataLst>
                <p:tags r:id="rId53"/>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p:cNvSpPr/>
            <p:nvPr>
              <p:custDataLst>
                <p:tags r:id="rId54"/>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p:cNvSpPr/>
            <p:nvPr>
              <p:custDataLst>
                <p:tags r:id="rId55"/>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p:cNvSpPr/>
            <p:nvPr>
              <p:custDataLst>
                <p:tags r:id="rId56"/>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椭圆 181"/>
            <p:cNvSpPr/>
            <p:nvPr>
              <p:custDataLst>
                <p:tags r:id="rId57"/>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椭圆 182"/>
            <p:cNvSpPr/>
            <p:nvPr>
              <p:custDataLst>
                <p:tags r:id="rId58"/>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椭圆 183"/>
            <p:cNvSpPr/>
            <p:nvPr>
              <p:custDataLst>
                <p:tags r:id="rId59"/>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椭圆 184"/>
            <p:cNvSpPr/>
            <p:nvPr>
              <p:custDataLst>
                <p:tags r:id="rId60"/>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椭圆 185"/>
            <p:cNvSpPr/>
            <p:nvPr>
              <p:custDataLst>
                <p:tags r:id="rId61"/>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p:cNvSpPr/>
            <p:nvPr>
              <p:custDataLst>
                <p:tags r:id="rId62"/>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p:cNvSpPr/>
            <p:nvPr>
              <p:custDataLst>
                <p:tags r:id="rId63"/>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p:cNvSpPr/>
            <p:nvPr>
              <p:custDataLst>
                <p:tags r:id="rId64"/>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ctrTitle" hasCustomPrompt="1"/>
            <p:custDataLst>
              <p:tags r:id="rId65"/>
            </p:custDataLst>
          </p:nvPr>
        </p:nvSpPr>
        <p:spPr>
          <a:xfrm>
            <a:off x="669707" y="3182448"/>
            <a:ext cx="9435117" cy="1451463"/>
          </a:xfrm>
        </p:spPr>
        <p:txBody>
          <a:bodyPr lIns="90170" tIns="46990" rIns="36000" bIns="46990" anchor="t" anchorCtr="0">
            <a:normAutofit/>
          </a:bodyPr>
          <a:lstStyle>
            <a:lvl1pPr algn="dist">
              <a:defRPr sz="8000" spc="600" baseline="0">
                <a:solidFill>
                  <a:schemeClr val="bg1"/>
                </a:solidFill>
                <a:latin typeface="Arial" panose="020B0604020202020204" pitchFamily="34" charset="0"/>
                <a:ea typeface="汉仪旗黑Y4-85简" panose="00020600040101010101" charset="-122"/>
              </a:defRPr>
            </a:lvl1pPr>
          </a:lstStyle>
          <a:p>
            <a:r>
              <a:rPr lang="zh-CN" altLang="en-US" dirty="0"/>
              <a:t>单击此处编辑标题</a:t>
            </a:r>
            <a:endParaRPr lang="zh-CN" altLang="en-US" dirty="0"/>
          </a:p>
        </p:txBody>
      </p:sp>
      <p:sp>
        <p:nvSpPr>
          <p:cNvPr id="12" name="文本占位符 11"/>
          <p:cNvSpPr>
            <a:spLocks noGrp="1"/>
          </p:cNvSpPr>
          <p:nvPr>
            <p:ph type="body" sz="quarter" idx="13" hasCustomPrompt="1"/>
            <p:custDataLst>
              <p:tags r:id="rId66"/>
            </p:custDataLst>
          </p:nvPr>
        </p:nvSpPr>
        <p:spPr>
          <a:xfrm>
            <a:off x="669707" y="5315574"/>
            <a:ext cx="6456312" cy="503238"/>
          </a:xfrm>
        </p:spPr>
        <p:txBody>
          <a:bodyPr lIns="90000" tIns="46800" rIns="90000" bIns="46800" anchor="ctr" anchorCtr="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sp>
        <p:nvSpPr>
          <p:cNvPr id="16" name="日期占位符 15"/>
          <p:cNvSpPr>
            <a:spLocks noGrp="1"/>
          </p:cNvSpPr>
          <p:nvPr>
            <p:ph type="dt" sz="half" idx="10"/>
            <p:custDataLst>
              <p:tags r:id="rId67"/>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68"/>
            </p:custDataLst>
          </p:nvPr>
        </p:nvSpPr>
        <p:spPr/>
        <p:txBody>
          <a:bodyPr/>
          <a:lstStyle/>
          <a:p>
            <a:endParaRPr lang="zh-CN" altLang="en-US" dirty="0"/>
          </a:p>
        </p:txBody>
      </p:sp>
      <p:sp>
        <p:nvSpPr>
          <p:cNvPr id="18" name="灯片编号占位符 17"/>
          <p:cNvSpPr>
            <a:spLocks noGrp="1"/>
          </p:cNvSpPr>
          <p:nvPr>
            <p:ph type="sldNum" sz="quarter" idx="12"/>
            <p:custDataLst>
              <p:tags r:id="rId69"/>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7" name="任意多边形: 形状 6"/>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4"/>
            </p:custDataLst>
          </p:nvPr>
        </p:nvSpPr>
        <p:spPr>
          <a:xfrm>
            <a:off x="669708" y="952508"/>
            <a:ext cx="10849411"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p:custDataLst>
              <p:tags r:id="rId2"/>
            </p:custDataLst>
          </p:nvPr>
        </p:nvGrpSpPr>
        <p:grpSpPr>
          <a:xfrm>
            <a:off x="-6348" y="-15240"/>
            <a:ext cx="12207870" cy="6892290"/>
            <a:chOff x="-6350" y="-15240"/>
            <a:chExt cx="12211050" cy="6892290"/>
          </a:xfrm>
        </p:grpSpPr>
        <p:sp>
          <p:nvSpPr>
            <p:cNvPr id="7" name="任意多边形: 形状 6"/>
            <p:cNvSpPr/>
            <p:nvPr userDrawn="1">
              <p:custDataLst>
                <p:tags r:id="rId3"/>
              </p:custDataLst>
            </p:nvPr>
          </p:nvSpPr>
          <p:spPr>
            <a:xfrm>
              <a:off x="-6350" y="6184900"/>
              <a:ext cx="1221105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形状 7"/>
            <p:cNvSpPr/>
            <p:nvPr userDrawn="1">
              <p:custDataLst>
                <p:tags r:id="rId4"/>
              </p:custDataLst>
            </p:nvPr>
          </p:nvSpPr>
          <p:spPr>
            <a:xfrm flipH="1" flipV="1">
              <a:off x="-6350" y="-15240"/>
              <a:ext cx="1221105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grpSp>
      <p:sp>
        <p:nvSpPr>
          <p:cNvPr id="2" name="标题 1"/>
          <p:cNvSpPr>
            <a:spLocks noGrp="1"/>
          </p:cNvSpPr>
          <p:nvPr>
            <p:ph type="title" hasCustomPrompt="1"/>
            <p:custDataLst>
              <p:tags r:id="rId5"/>
            </p:custDataLst>
          </p:nvPr>
        </p:nvSpPr>
        <p:spPr>
          <a:xfrm>
            <a:off x="5304433" y="2554514"/>
            <a:ext cx="4896453" cy="808744"/>
          </a:xfrm>
        </p:spPr>
        <p:txBody>
          <a:bodyPr lIns="90000" tIns="46800" rIns="90000" bIns="46800" anchor="b" anchorCtr="0">
            <a:normAutofit/>
          </a:bodyPr>
          <a:lstStyle>
            <a:lvl1pPr>
              <a:defRPr sz="4000" u="none" strike="noStrike" kern="1200" cap="none" spc="300" normalizeH="0" baseline="0">
                <a:gradFill flip="none" rotWithShape="1">
                  <a:gsLst>
                    <a:gs pos="0">
                      <a:schemeClr val="accent3"/>
                    </a:gs>
                    <a:gs pos="100000">
                      <a:schemeClr val="accent1"/>
                    </a:gs>
                  </a:gsLst>
                  <a:path path="circle">
                    <a:fillToRect l="100000" t="100000"/>
                  </a:path>
                  <a:tileRect r="-100000" b="-100000"/>
                </a:gradFill>
                <a:uFillTx/>
                <a:latin typeface="Arial" panose="020B0604020202020204" pitchFamily="34" charset="0"/>
                <a:ea typeface="汉仪旗黑Y4-85简" panose="00020600040101010101"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6"/>
            </p:custDataLst>
          </p:nvPr>
        </p:nvSpPr>
        <p:spPr>
          <a:xfrm>
            <a:off x="5304678" y="3425190"/>
            <a:ext cx="4896480" cy="1579245"/>
          </a:xfrm>
        </p:spPr>
        <p:txBody>
          <a:bodyPr lIns="90000" tIns="46800" rIns="90000" bIns="46800">
            <a:normAutofit/>
          </a:bodyPr>
          <a:lstStyle>
            <a:lvl1pPr marL="0" indent="0"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0965" indent="0">
              <a:buNone/>
              <a:defRPr sz="1600">
                <a:solidFill>
                  <a:schemeClr val="tx1">
                    <a:tint val="75000"/>
                  </a:schemeClr>
                </a:solidFill>
              </a:defRPr>
            </a:lvl4pPr>
            <a:lvl5pPr marL="1828165" indent="0">
              <a:buNone/>
              <a:defRPr sz="1600">
                <a:solidFill>
                  <a:schemeClr val="tx1">
                    <a:tint val="75000"/>
                  </a:schemeClr>
                </a:solidFill>
              </a:defRPr>
            </a:lvl5pPr>
            <a:lvl6pPr marL="2285365" indent="0">
              <a:buNone/>
              <a:defRPr sz="1600">
                <a:solidFill>
                  <a:schemeClr val="tx1">
                    <a:tint val="75000"/>
                  </a:schemeClr>
                </a:solidFill>
              </a:defRPr>
            </a:lvl6pPr>
            <a:lvl7pPr marL="2742565" indent="0">
              <a:buNone/>
              <a:defRPr sz="1600">
                <a:solidFill>
                  <a:schemeClr val="tx1">
                    <a:tint val="75000"/>
                  </a:schemeClr>
                </a:solidFill>
              </a:defRPr>
            </a:lvl7pPr>
            <a:lvl8pPr marL="3199765" indent="0">
              <a:buNone/>
              <a:defRPr sz="1600">
                <a:solidFill>
                  <a:schemeClr val="tx1">
                    <a:tint val="75000"/>
                  </a:schemeClr>
                </a:solidFill>
              </a:defRPr>
            </a:lvl8pPr>
            <a:lvl9pPr marL="3656965"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8"/>
            </p:custDataLst>
          </p:nvPr>
        </p:nvSpPr>
        <p:spPr/>
        <p:txBody>
          <a:bodyPr/>
          <a:lstStyle/>
          <a:p>
            <a:endParaRPr lang="zh-CN" altLang="en-US"/>
          </a:p>
        </p:txBody>
      </p:sp>
      <p:sp>
        <p:nvSpPr>
          <p:cNvPr id="6" name="灯片编号占位符 5"/>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9" name="任意多边形: 形状 8"/>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4"/>
            </p:custDataLst>
          </p:nvPr>
        </p:nvSpPr>
        <p:spPr>
          <a:xfrm>
            <a:off x="669756"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5"/>
            </p:custDataLst>
          </p:nvPr>
        </p:nvSpPr>
        <p:spPr>
          <a:xfrm>
            <a:off x="6237252" y="952508"/>
            <a:ext cx="5281866" cy="5388907"/>
          </a:xfrm>
        </p:spPr>
        <p:txBody>
          <a:bodyPr lIns="90170" tIns="46990" rIns="90170" bIns="46990">
            <a:normAutofit/>
          </a:bodyPr>
          <a:lstStyle>
            <a:lvl1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2pPr>
            <a:lvl3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3pPr>
            <a:lvl4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4pPr>
            <a:lvl5pPr>
              <a:defRPr sz="160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7"/>
            </p:custDataLst>
          </p:nvPr>
        </p:nvSpPr>
        <p:spPr/>
        <p:txBody>
          <a:bodyPr/>
          <a:lstStyle/>
          <a:p>
            <a:endParaRPr lang="zh-CN" altLang="en-US"/>
          </a:p>
        </p:txBody>
      </p:sp>
      <p:sp>
        <p:nvSpPr>
          <p:cNvPr id="7" name="灯片编号占位符 6"/>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10" name="任意多边形: 形状 9"/>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08"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4"/>
            </p:custDataLst>
          </p:nvPr>
        </p:nvSpPr>
        <p:spPr>
          <a:xfrm>
            <a:off x="669756" y="952508"/>
            <a:ext cx="5281866" cy="381003"/>
          </a:xfrm>
        </p:spPr>
        <p:txBody>
          <a:bodyPr lIns="90170" tIns="46990" rIns="90170" bIns="46990" anchor="t"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5"/>
            </p:custDataLst>
          </p:nvPr>
        </p:nvSpPr>
        <p:spPr>
          <a:xfrm>
            <a:off x="669751" y="1406525"/>
            <a:ext cx="5281824"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6"/>
            </p:custDataLst>
          </p:nvPr>
        </p:nvSpPr>
        <p:spPr>
          <a:xfrm>
            <a:off x="6234126" y="952508"/>
            <a:ext cx="5281866" cy="381003"/>
          </a:xfrm>
        </p:spPr>
        <p:txBody>
          <a:bodyPr vert="horz" lIns="90170" tIns="46990" rIns="90170" bIns="4699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965"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7"/>
            </p:custDataLst>
          </p:nvPr>
        </p:nvSpPr>
        <p:spPr>
          <a:xfrm>
            <a:off x="6234126" y="1406525"/>
            <a:ext cx="5281866" cy="4934752"/>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8"/>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9"/>
            </p:custDataLst>
          </p:nvPr>
        </p:nvSpPr>
        <p:spPr/>
        <p:txBody>
          <a:bodyPr/>
          <a:lstStyle/>
          <a:p>
            <a:endParaRPr lang="zh-CN" altLang="en-US"/>
          </a:p>
        </p:txBody>
      </p:sp>
      <p:sp>
        <p:nvSpPr>
          <p:cNvPr id="9" name="灯片编号占位符 8"/>
          <p:cNvSpPr>
            <a:spLocks noGrp="1"/>
          </p:cNvSpPr>
          <p:nvPr>
            <p:ph type="sldNum" sz="quarter" idx="12"/>
            <p:custDataLst>
              <p:tags r:id="rId1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sp>
        <p:nvSpPr>
          <p:cNvPr id="9" name="任意多边形: 形状 6"/>
          <p:cNvSpPr/>
          <p:nvPr>
            <p:custDataLst>
              <p:tags r:id="rId2"/>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8" name="任意多边形: 形状 7"/>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a:xfrm>
            <a:off x="669756" y="443234"/>
            <a:ext cx="10849411"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4"/>
            </p:custDataLst>
          </p:nvPr>
        </p:nvSpPr>
        <p:spPr>
          <a:xfrm>
            <a:off x="669756" y="952508"/>
            <a:ext cx="5281866"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599565"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6765"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7300" y="952508"/>
            <a:ext cx="5281866"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6"/>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7"/>
            </p:custDataLst>
          </p:nvPr>
        </p:nvSpPr>
        <p:spPr/>
        <p:txBody>
          <a:bodyPr/>
          <a:lstStyle/>
          <a:p>
            <a:endParaRPr lang="zh-CN" altLang="en-US" dirty="0"/>
          </a:p>
        </p:txBody>
      </p:sp>
      <p:sp>
        <p:nvSpPr>
          <p:cNvPr id="7" name="灯片编号占位符 6"/>
          <p:cNvSpPr>
            <a:spLocks noGrp="1"/>
          </p:cNvSpPr>
          <p:nvPr>
            <p:ph type="sldNum" sz="quarter" idx="12"/>
            <p:custDataLst>
              <p:tags r:id="rId8"/>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7" name="矩形 6"/>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竖排标题 1"/>
          <p:cNvSpPr>
            <a:spLocks noGrp="1"/>
          </p:cNvSpPr>
          <p:nvPr>
            <p:ph type="title" orient="vert"/>
            <p:custDataLst>
              <p:tags r:id="rId3"/>
            </p:custDataLst>
          </p:nvPr>
        </p:nvSpPr>
        <p:spPr>
          <a:xfrm>
            <a:off x="10568382" y="952508"/>
            <a:ext cx="950736" cy="5388907"/>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gradFill>
                  <a:gsLst>
                    <a:gs pos="0">
                      <a:schemeClr val="accent3"/>
                    </a:gs>
                    <a:gs pos="100000">
                      <a:schemeClr val="accent1"/>
                    </a:gs>
                  </a:gsLst>
                  <a:lin ang="6599999" scaled="0"/>
                </a:gra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4"/>
            </p:custDataLst>
          </p:nvPr>
        </p:nvSpPr>
        <p:spPr>
          <a:xfrm>
            <a:off x="669751" y="952500"/>
            <a:ext cx="9825542" cy="5388907"/>
          </a:xfrm>
        </p:spPr>
        <p:txBody>
          <a:bodyPr vert="eaVert" lIns="90170" tIns="46990" rIns="90170" bIns="46990">
            <a:normAutofit/>
          </a:bodyPr>
          <a:lstStyle>
            <a:lvl1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1pPr>
            <a:lvl2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2pPr>
            <a:lvl3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3pPr>
            <a:lvl4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4pPr>
            <a:lvl5pPr indent="0" eaLnBrk="1" fontAlgn="auto" latinLnBrk="0" hangingPunct="1">
              <a:defRPr u="none" strike="noStrike" kern="1200" cap="none" spc="200" normalizeH="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6" name="矩形 5"/>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6"/>
            </p:custDataLst>
          </p:nvPr>
        </p:nvSpPr>
        <p:spPr>
          <a:xfrm>
            <a:off x="669756" y="952508"/>
            <a:ext cx="10849411"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pic>
        <p:nvPicPr>
          <p:cNvPr id="70" name="图片 69" descr="图片包含 动物&#10;&#10;已生成高可信度的说明"/>
          <p:cNvPicPr>
            <a:picLocks noChangeAspect="1"/>
          </p:cNvPicPr>
          <p:nvPr>
            <p:custDataLst>
              <p:tags r:id="rId2"/>
            </p:custDataLst>
          </p:nvPr>
        </p:nvPicPr>
        <p:blipFill rotWithShape="1">
          <a:blip r:embed="rId3"/>
          <a:srcRect/>
          <a:stretch>
            <a:fillRect/>
          </a:stretch>
        </p:blipFill>
        <p:spPr>
          <a:xfrm flipH="1">
            <a:off x="0" y="0"/>
            <a:ext cx="12188824" cy="6858000"/>
          </a:xfrm>
          <a:prstGeom prst="rect">
            <a:avLst/>
          </a:prstGeom>
        </p:spPr>
      </p:pic>
      <p:pic>
        <p:nvPicPr>
          <p:cNvPr id="7" name="图片 6" descr="图片包含 动物&#10;&#10;已生成高可信度的说明" hidden="1"/>
          <p:cNvPicPr>
            <a:picLocks noChangeAspect="1"/>
          </p:cNvPicPr>
          <p:nvPr>
            <p:custDataLst>
              <p:tags r:id="rId4"/>
            </p:custDataLst>
          </p:nvPr>
        </p:nvPicPr>
        <p:blipFill rotWithShape="1">
          <a:blip r:embed="rId5"/>
          <a:srcRect/>
          <a:stretch>
            <a:fillRect/>
          </a:stretch>
        </p:blipFill>
        <p:spPr>
          <a:xfrm flipH="1">
            <a:off x="0" y="0"/>
            <a:ext cx="12188824" cy="6858000"/>
          </a:xfrm>
          <a:prstGeom prst="rect">
            <a:avLst/>
          </a:prstGeom>
        </p:spPr>
      </p:pic>
      <p:cxnSp>
        <p:nvCxnSpPr>
          <p:cNvPr id="8" name="直接连接符 7"/>
          <p:cNvCxnSpPr/>
          <p:nvPr>
            <p:custDataLst>
              <p:tags r:id="rId6"/>
            </p:custDataLst>
          </p:nvPr>
        </p:nvCxnSpPr>
        <p:spPr>
          <a:xfrm>
            <a:off x="428513" y="4191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7"/>
            </p:custDataLst>
          </p:nvPr>
        </p:nvCxnSpPr>
        <p:spPr>
          <a:xfrm>
            <a:off x="428513" y="50165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8"/>
            </p:custDataLst>
          </p:nvPr>
        </p:nvCxnSpPr>
        <p:spPr>
          <a:xfrm>
            <a:off x="428513" y="584200"/>
            <a:ext cx="333288"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9"/>
            </p:custDataLst>
          </p:nvPr>
        </p:nvCxnSpPr>
        <p:spPr>
          <a:xfrm>
            <a:off x="7244861" y="6375400"/>
            <a:ext cx="3642174" cy="0"/>
          </a:xfrm>
          <a:prstGeom prst="line">
            <a:avLst/>
          </a:prstGeom>
          <a:ln w="3175">
            <a:solidFill>
              <a:schemeClr val="bg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nvGrpSpPr>
          <p:cNvPr id="14" name="组合 13"/>
          <p:cNvGrpSpPr/>
          <p:nvPr>
            <p:custDataLst>
              <p:tags r:id="rId10"/>
            </p:custDataLst>
          </p:nvPr>
        </p:nvGrpSpPr>
        <p:grpSpPr>
          <a:xfrm>
            <a:off x="910988" y="4672608"/>
            <a:ext cx="1807689" cy="319882"/>
            <a:chOff x="911225" y="4845050"/>
            <a:chExt cx="1808160" cy="319882"/>
          </a:xfrm>
          <a:solidFill>
            <a:schemeClr val="bg1"/>
          </a:solidFill>
        </p:grpSpPr>
        <p:sp>
          <p:nvSpPr>
            <p:cNvPr id="15" name="椭圆 14"/>
            <p:cNvSpPr/>
            <p:nvPr>
              <p:custDataLst>
                <p:tags r:id="rId11"/>
              </p:custDataLst>
            </p:nvPr>
          </p:nvSpPr>
          <p:spPr>
            <a:xfrm>
              <a:off x="91122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6" name="椭圆 15"/>
            <p:cNvSpPr/>
            <p:nvPr>
              <p:custDataLst>
                <p:tags r:id="rId12"/>
              </p:custDataLst>
            </p:nvPr>
          </p:nvSpPr>
          <p:spPr>
            <a:xfrm>
              <a:off x="91122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7" name="椭圆 16"/>
            <p:cNvSpPr/>
            <p:nvPr>
              <p:custDataLst>
                <p:tags r:id="rId13"/>
              </p:custDataLst>
            </p:nvPr>
          </p:nvSpPr>
          <p:spPr>
            <a:xfrm>
              <a:off x="1085056"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8" name="椭圆 17"/>
            <p:cNvSpPr/>
            <p:nvPr>
              <p:custDataLst>
                <p:tags r:id="rId14"/>
              </p:custDataLst>
            </p:nvPr>
          </p:nvSpPr>
          <p:spPr>
            <a:xfrm>
              <a:off x="1085056"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19" name="椭圆 18"/>
            <p:cNvSpPr/>
            <p:nvPr>
              <p:custDataLst>
                <p:tags r:id="rId15"/>
              </p:custDataLst>
            </p:nvPr>
          </p:nvSpPr>
          <p:spPr>
            <a:xfrm>
              <a:off x="1258887"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0" name="椭圆 19"/>
            <p:cNvSpPr/>
            <p:nvPr>
              <p:custDataLst>
                <p:tags r:id="rId16"/>
              </p:custDataLst>
            </p:nvPr>
          </p:nvSpPr>
          <p:spPr>
            <a:xfrm>
              <a:off x="1258887"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1" name="椭圆 20"/>
            <p:cNvSpPr/>
            <p:nvPr>
              <p:custDataLst>
                <p:tags r:id="rId17"/>
              </p:custDataLst>
            </p:nvPr>
          </p:nvSpPr>
          <p:spPr>
            <a:xfrm>
              <a:off x="1432718"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2" name="椭圆 21"/>
            <p:cNvSpPr/>
            <p:nvPr>
              <p:custDataLst>
                <p:tags r:id="rId18"/>
              </p:custDataLst>
            </p:nvPr>
          </p:nvSpPr>
          <p:spPr>
            <a:xfrm>
              <a:off x="1432718"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3" name="椭圆 22"/>
            <p:cNvSpPr/>
            <p:nvPr>
              <p:custDataLst>
                <p:tags r:id="rId19"/>
              </p:custDataLst>
            </p:nvPr>
          </p:nvSpPr>
          <p:spPr>
            <a:xfrm>
              <a:off x="1606549"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4" name="椭圆 23"/>
            <p:cNvSpPr/>
            <p:nvPr>
              <p:custDataLst>
                <p:tags r:id="rId20"/>
              </p:custDataLst>
            </p:nvPr>
          </p:nvSpPr>
          <p:spPr>
            <a:xfrm>
              <a:off x="1606549"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5" name="椭圆 24"/>
            <p:cNvSpPr/>
            <p:nvPr>
              <p:custDataLst>
                <p:tags r:id="rId21"/>
              </p:custDataLst>
            </p:nvPr>
          </p:nvSpPr>
          <p:spPr>
            <a:xfrm>
              <a:off x="1780380"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6" name="椭圆 25"/>
            <p:cNvSpPr/>
            <p:nvPr>
              <p:custDataLst>
                <p:tags r:id="rId22"/>
              </p:custDataLst>
            </p:nvPr>
          </p:nvSpPr>
          <p:spPr>
            <a:xfrm>
              <a:off x="1780380"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7" name="椭圆 26"/>
            <p:cNvSpPr/>
            <p:nvPr>
              <p:custDataLst>
                <p:tags r:id="rId23"/>
              </p:custDataLst>
            </p:nvPr>
          </p:nvSpPr>
          <p:spPr>
            <a:xfrm>
              <a:off x="1954211"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8" name="椭圆 27"/>
            <p:cNvSpPr/>
            <p:nvPr>
              <p:custDataLst>
                <p:tags r:id="rId24"/>
              </p:custDataLst>
            </p:nvPr>
          </p:nvSpPr>
          <p:spPr>
            <a:xfrm>
              <a:off x="1954211"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29" name="椭圆 28"/>
            <p:cNvSpPr/>
            <p:nvPr>
              <p:custDataLst>
                <p:tags r:id="rId25"/>
              </p:custDataLst>
            </p:nvPr>
          </p:nvSpPr>
          <p:spPr>
            <a:xfrm>
              <a:off x="2128042"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0" name="椭圆 29"/>
            <p:cNvSpPr/>
            <p:nvPr>
              <p:custDataLst>
                <p:tags r:id="rId26"/>
              </p:custDataLst>
            </p:nvPr>
          </p:nvSpPr>
          <p:spPr>
            <a:xfrm>
              <a:off x="2128042"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1" name="椭圆 30"/>
            <p:cNvSpPr/>
            <p:nvPr>
              <p:custDataLst>
                <p:tags r:id="rId27"/>
              </p:custDataLst>
            </p:nvPr>
          </p:nvSpPr>
          <p:spPr>
            <a:xfrm>
              <a:off x="2301873"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2" name="椭圆 31"/>
            <p:cNvSpPr/>
            <p:nvPr>
              <p:custDataLst>
                <p:tags r:id="rId28"/>
              </p:custDataLst>
            </p:nvPr>
          </p:nvSpPr>
          <p:spPr>
            <a:xfrm>
              <a:off x="2301873"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3" name="椭圆 32"/>
            <p:cNvSpPr/>
            <p:nvPr>
              <p:custDataLst>
                <p:tags r:id="rId29"/>
              </p:custDataLst>
            </p:nvPr>
          </p:nvSpPr>
          <p:spPr>
            <a:xfrm>
              <a:off x="2475704"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4" name="椭圆 33"/>
            <p:cNvSpPr/>
            <p:nvPr>
              <p:custDataLst>
                <p:tags r:id="rId30"/>
              </p:custDataLst>
            </p:nvPr>
          </p:nvSpPr>
          <p:spPr>
            <a:xfrm>
              <a:off x="2475704"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5" name="椭圆 34"/>
            <p:cNvSpPr/>
            <p:nvPr>
              <p:custDataLst>
                <p:tags r:id="rId31"/>
              </p:custDataLst>
            </p:nvPr>
          </p:nvSpPr>
          <p:spPr>
            <a:xfrm>
              <a:off x="2649535" y="484505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sp>
          <p:nvSpPr>
            <p:cNvPr id="36" name="椭圆 35"/>
            <p:cNvSpPr/>
            <p:nvPr>
              <p:custDataLst>
                <p:tags r:id="rId32"/>
              </p:custDataLst>
            </p:nvPr>
          </p:nvSpPr>
          <p:spPr>
            <a:xfrm>
              <a:off x="2649535" y="5095082"/>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endParaRPr>
            </a:p>
          </p:txBody>
        </p:sp>
      </p:grpSp>
      <p:grpSp>
        <p:nvGrpSpPr>
          <p:cNvPr id="37" name="组合 36"/>
          <p:cNvGrpSpPr/>
          <p:nvPr>
            <p:custDataLst>
              <p:tags r:id="rId33"/>
            </p:custDataLst>
          </p:nvPr>
        </p:nvGrpSpPr>
        <p:grpSpPr>
          <a:xfrm>
            <a:off x="9958006" y="482599"/>
            <a:ext cx="1286332" cy="891382"/>
            <a:chOff x="9265447" y="481778"/>
            <a:chExt cx="1286667" cy="891382"/>
          </a:xfrm>
          <a:solidFill>
            <a:schemeClr val="bg1"/>
          </a:solidFill>
        </p:grpSpPr>
        <p:sp>
          <p:nvSpPr>
            <p:cNvPr id="38" name="椭圆 37"/>
            <p:cNvSpPr/>
            <p:nvPr>
              <p:custDataLst>
                <p:tags r:id="rId34"/>
              </p:custDataLst>
            </p:nvPr>
          </p:nvSpPr>
          <p:spPr>
            <a:xfrm>
              <a:off x="9265447"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custDataLst>
                <p:tags r:id="rId35"/>
              </p:custDataLst>
            </p:nvPr>
          </p:nvSpPr>
          <p:spPr>
            <a:xfrm>
              <a:off x="9265447"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custDataLst>
                <p:tags r:id="rId36"/>
              </p:custDataLst>
            </p:nvPr>
          </p:nvSpPr>
          <p:spPr>
            <a:xfrm>
              <a:off x="9439278"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37"/>
              </p:custDataLst>
            </p:nvPr>
          </p:nvSpPr>
          <p:spPr>
            <a:xfrm>
              <a:off x="9439278"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38"/>
              </p:custDataLst>
            </p:nvPr>
          </p:nvSpPr>
          <p:spPr>
            <a:xfrm>
              <a:off x="9613109"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custDataLst>
                <p:tags r:id="rId39"/>
              </p:custDataLst>
            </p:nvPr>
          </p:nvSpPr>
          <p:spPr>
            <a:xfrm>
              <a:off x="9613109"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custDataLst>
                <p:tags r:id="rId40"/>
              </p:custDataLst>
            </p:nvPr>
          </p:nvSpPr>
          <p:spPr>
            <a:xfrm>
              <a:off x="9786940"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custDataLst>
                <p:tags r:id="rId41"/>
              </p:custDataLst>
            </p:nvPr>
          </p:nvSpPr>
          <p:spPr>
            <a:xfrm>
              <a:off x="9786940"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custDataLst>
                <p:tags r:id="rId42"/>
              </p:custDataLst>
            </p:nvPr>
          </p:nvSpPr>
          <p:spPr>
            <a:xfrm>
              <a:off x="9960771"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custDataLst>
                <p:tags r:id="rId43"/>
              </p:custDataLst>
            </p:nvPr>
          </p:nvSpPr>
          <p:spPr>
            <a:xfrm>
              <a:off x="9960771"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custDataLst>
                <p:tags r:id="rId44"/>
              </p:custDataLst>
            </p:nvPr>
          </p:nvSpPr>
          <p:spPr>
            <a:xfrm>
              <a:off x="10134602"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45"/>
              </p:custDataLst>
            </p:nvPr>
          </p:nvSpPr>
          <p:spPr>
            <a:xfrm>
              <a:off x="10134602"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46"/>
              </p:custDataLst>
            </p:nvPr>
          </p:nvSpPr>
          <p:spPr>
            <a:xfrm>
              <a:off x="10308433"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custDataLst>
                <p:tags r:id="rId47"/>
              </p:custDataLst>
            </p:nvPr>
          </p:nvSpPr>
          <p:spPr>
            <a:xfrm>
              <a:off x="10308433"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custDataLst>
                <p:tags r:id="rId48"/>
              </p:custDataLst>
            </p:nvPr>
          </p:nvSpPr>
          <p:spPr>
            <a:xfrm>
              <a:off x="10482264" y="10532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custDataLst>
                <p:tags r:id="rId49"/>
              </p:custDataLst>
            </p:nvPr>
          </p:nvSpPr>
          <p:spPr>
            <a:xfrm>
              <a:off x="10482264" y="13033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custDataLst>
                <p:tags r:id="rId50"/>
              </p:custDataLst>
            </p:nvPr>
          </p:nvSpPr>
          <p:spPr>
            <a:xfrm>
              <a:off x="9265447"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51"/>
              </p:custDataLst>
            </p:nvPr>
          </p:nvSpPr>
          <p:spPr>
            <a:xfrm>
              <a:off x="9265447"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52"/>
              </p:custDataLst>
            </p:nvPr>
          </p:nvSpPr>
          <p:spPr>
            <a:xfrm>
              <a:off x="9439278"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custDataLst>
                <p:tags r:id="rId53"/>
              </p:custDataLst>
            </p:nvPr>
          </p:nvSpPr>
          <p:spPr>
            <a:xfrm>
              <a:off x="9439278"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custDataLst>
                <p:tags r:id="rId54"/>
              </p:custDataLst>
            </p:nvPr>
          </p:nvSpPr>
          <p:spPr>
            <a:xfrm>
              <a:off x="9613109"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custDataLst>
                <p:tags r:id="rId55"/>
              </p:custDataLst>
            </p:nvPr>
          </p:nvSpPr>
          <p:spPr>
            <a:xfrm>
              <a:off x="9613109"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custDataLst>
                <p:tags r:id="rId56"/>
              </p:custDataLst>
            </p:nvPr>
          </p:nvSpPr>
          <p:spPr>
            <a:xfrm>
              <a:off x="9786940"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custDataLst>
                <p:tags r:id="rId57"/>
              </p:custDataLst>
            </p:nvPr>
          </p:nvSpPr>
          <p:spPr>
            <a:xfrm>
              <a:off x="9786940"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custDataLst>
                <p:tags r:id="rId58"/>
              </p:custDataLst>
            </p:nvPr>
          </p:nvSpPr>
          <p:spPr>
            <a:xfrm>
              <a:off x="9960771"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custDataLst>
                <p:tags r:id="rId59"/>
              </p:custDataLst>
            </p:nvPr>
          </p:nvSpPr>
          <p:spPr>
            <a:xfrm>
              <a:off x="9960771"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custDataLst>
                <p:tags r:id="rId60"/>
              </p:custDataLst>
            </p:nvPr>
          </p:nvSpPr>
          <p:spPr>
            <a:xfrm>
              <a:off x="10134602"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custDataLst>
                <p:tags r:id="rId61"/>
              </p:custDataLst>
            </p:nvPr>
          </p:nvSpPr>
          <p:spPr>
            <a:xfrm>
              <a:off x="10134602"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custDataLst>
                <p:tags r:id="rId62"/>
              </p:custDataLst>
            </p:nvPr>
          </p:nvSpPr>
          <p:spPr>
            <a:xfrm>
              <a:off x="10308433"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custDataLst>
                <p:tags r:id="rId63"/>
              </p:custDataLst>
            </p:nvPr>
          </p:nvSpPr>
          <p:spPr>
            <a:xfrm>
              <a:off x="10308433"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custDataLst>
                <p:tags r:id="rId64"/>
              </p:custDataLst>
            </p:nvPr>
          </p:nvSpPr>
          <p:spPr>
            <a:xfrm>
              <a:off x="10482264" y="481778"/>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custDataLst>
                <p:tags r:id="rId65"/>
              </p:custDataLst>
            </p:nvPr>
          </p:nvSpPr>
          <p:spPr>
            <a:xfrm>
              <a:off x="10482264" y="731810"/>
              <a:ext cx="69850" cy="69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6"/>
            </p:custDataLst>
          </p:nvPr>
        </p:nvSpPr>
        <p:spPr>
          <a:xfrm>
            <a:off x="761802" y="2050908"/>
            <a:ext cx="7001319" cy="1950414"/>
          </a:xfrm>
        </p:spPr>
        <p:txBody>
          <a:bodyPr vert="horz" lIns="90170" tIns="46990" rIns="90170" bIns="46990" rtlCol="0" anchor="b" anchorCtr="0">
            <a:normAutofit/>
          </a:bodyPr>
          <a:lstStyle>
            <a:lvl1pPr marL="0" marR="0" algn="l" defTabSz="914400" rtl="0" eaLnBrk="1" fontAlgn="auto" latinLnBrk="0" hangingPunct="1">
              <a:lnSpc>
                <a:spcPct val="100000"/>
              </a:lnSpc>
              <a:buNone/>
              <a:defRPr kumimoji="0" lang="zh-CN" altLang="en-US" sz="11495" b="1" i="0" u="none" strike="noStrike" kern="1200" cap="none" spc="600" normalizeH="0" baseline="0" noProof="1" dirty="0">
                <a:solidFill>
                  <a:schemeClr val="bg1"/>
                </a:solidFill>
                <a:uFillTx/>
                <a:latin typeface="Arial" panose="020B0604020202020204" pitchFamily="34" charset="0"/>
                <a:ea typeface="汉仪旗黑Y4-85简" panose="00020600040101010101" charset="-122"/>
                <a:cs typeface="+mj-cs"/>
                <a:sym typeface="+mn-ea"/>
              </a:defRPr>
            </a:lvl1pPr>
          </a:lstStyle>
          <a:p>
            <a:pPr lvl="0"/>
            <a:r>
              <a:rPr dirty="0">
                <a:sym typeface="+mn-ea"/>
              </a:rPr>
              <a:t>编辑标题</a:t>
            </a:r>
            <a:endParaRPr dirty="0">
              <a:sym typeface="+mn-ea"/>
            </a:endParaRPr>
          </a:p>
        </p:txBody>
      </p:sp>
      <p:sp>
        <p:nvSpPr>
          <p:cNvPr id="72" name="文本占位符 71"/>
          <p:cNvSpPr>
            <a:spLocks noGrp="1"/>
          </p:cNvSpPr>
          <p:nvPr>
            <p:ph type="body" sz="quarter" idx="13" hasCustomPrompt="1"/>
            <p:custDataLst>
              <p:tags r:id="rId67"/>
            </p:custDataLst>
          </p:nvPr>
        </p:nvSpPr>
        <p:spPr>
          <a:xfrm>
            <a:off x="761802" y="5172672"/>
            <a:ext cx="6454364" cy="543560"/>
          </a:xfrm>
        </p:spPr>
        <p:txBody>
          <a:bodyPr lIns="90170" tIns="46990" rIns="90170" bIns="46990">
            <a:normAutofit/>
          </a:bodyPr>
          <a:lstStyle>
            <a:lvl1pPr marL="0" indent="0" algn="dist">
              <a:buNone/>
              <a:defRPr sz="2000" baseline="0">
                <a:solidFill>
                  <a:schemeClr val="bg1"/>
                </a:solidFill>
                <a:latin typeface="Arial" panose="020B0604020202020204" pitchFamily="34" charset="0"/>
              </a:defRPr>
            </a:lvl1pPr>
          </a:lstStyle>
          <a:p>
            <a:pPr lvl="0"/>
            <a:r>
              <a:rPr lang="zh-CN" altLang="en-US" dirty="0"/>
              <a:t>单击此处编辑文本</a:t>
            </a:r>
            <a:endParaRPr lang="zh-CN" altLang="en-US" dirty="0"/>
          </a:p>
        </p:txBody>
      </p:sp>
      <p:sp>
        <p:nvSpPr>
          <p:cNvPr id="3" name="日期占位符 2"/>
          <p:cNvSpPr>
            <a:spLocks noGrp="1"/>
          </p:cNvSpPr>
          <p:nvPr>
            <p:ph type="dt" sz="half" idx="10"/>
            <p:custDataLst>
              <p:tags r:id="rId68"/>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9"/>
            </p:custDataLst>
          </p:nvPr>
        </p:nvSpPr>
        <p:spPr/>
        <p:txBody>
          <a:bodyPr/>
          <a:lstStyle/>
          <a:p>
            <a:endParaRPr lang="zh-CN" altLang="en-US" dirty="0"/>
          </a:p>
        </p:txBody>
      </p:sp>
      <p:sp>
        <p:nvSpPr>
          <p:cNvPr id="5" name="灯片编号占位符 4"/>
          <p:cNvSpPr>
            <a:spLocks noGrp="1"/>
          </p:cNvSpPr>
          <p:nvPr>
            <p:ph type="sldNum" sz="quarter" idx="12"/>
            <p:custDataLst>
              <p:tags r:id="rId70"/>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3"/>
            </p:custDataLst>
          </p:nvPr>
        </p:nvSpPr>
        <p:spPr/>
        <p:txBody>
          <a:bodyPr/>
          <a:lstStyle>
            <a:lvl1pPr>
              <a:defRPr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gradFill>
          <a:gsLst>
            <a:gs pos="0">
              <a:schemeClr val="accent3"/>
            </a:gs>
            <a:gs pos="100000">
              <a:schemeClr val="accent1"/>
            </a:gs>
          </a:gsLst>
          <a:lin ang="6599999" scaled="0"/>
        </a:gra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292724" y="304200"/>
            <a:ext cx="11603378"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hasCustomPrompt="1"/>
            <p:custDataLst>
              <p:tags r:id="rId3"/>
            </p:custDataLst>
          </p:nvPr>
        </p:nvSpPr>
        <p:spPr>
          <a:xfrm>
            <a:off x="1281266" y="1249200"/>
            <a:ext cx="9623893" cy="723600"/>
          </a:xfrm>
        </p:spPr>
        <p:txBody>
          <a:bodyPr anchor="ctr"/>
          <a:lstStyle>
            <a:lvl1pPr>
              <a:defRPr sz="3200" baseline="0">
                <a:gradFill>
                  <a:gsLst>
                    <a:gs pos="0">
                      <a:schemeClr val="accent3"/>
                    </a:gs>
                    <a:gs pos="100000">
                      <a:schemeClr val="accent1"/>
                    </a:gs>
                  </a:gsLst>
                  <a:lin ang="6599999" scaled="0"/>
                </a:gra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4"/>
            </p:custDataLst>
          </p:nvPr>
        </p:nvSpPr>
        <p:spPr>
          <a:xfrm>
            <a:off x="1280779" y="2163600"/>
            <a:ext cx="9624093" cy="3445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0" y="0"/>
            <a:ext cx="4822204"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19" name="任意多边形: 形状 18"/>
          <p:cNvSpPr/>
          <p:nvPr>
            <p:custDataLst>
              <p:tags r:id="rId3"/>
            </p:custDataLst>
          </p:nvPr>
        </p:nvSpPr>
        <p:spPr>
          <a:xfrm rot="16200000">
            <a:off x="8567093" y="3243580"/>
            <a:ext cx="6882242" cy="3619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6" name="矩形: 圆角 5"/>
          <p:cNvSpPr/>
          <p:nvPr>
            <p:custDataLst>
              <p:tags r:id="rId4"/>
            </p:custDataLst>
          </p:nvPr>
        </p:nvSpPr>
        <p:spPr>
          <a:xfrm rot="2955020">
            <a:off x="-241237" y="-112395"/>
            <a:ext cx="1013831" cy="747395"/>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2" name="标题 1"/>
          <p:cNvSpPr>
            <a:spLocks noGrp="1"/>
          </p:cNvSpPr>
          <p:nvPr>
            <p:ph type="title" hasCustomPrompt="1"/>
            <p:custDataLst>
              <p:tags r:id="rId5"/>
            </p:custDataLst>
          </p:nvPr>
        </p:nvSpPr>
        <p:spPr>
          <a:xfrm>
            <a:off x="583048" y="770400"/>
            <a:ext cx="3958969" cy="882000"/>
          </a:xfrm>
        </p:spPr>
        <p:txBody>
          <a:bodyPr anchor="ctr"/>
          <a:lstStyle>
            <a:lvl1pPr>
              <a:defRPr sz="3600" baseline="0">
                <a:gradFill>
                  <a:gsLst>
                    <a:gs pos="0">
                      <a:schemeClr val="accent1"/>
                    </a:gs>
                    <a:gs pos="100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586647" y="1764000"/>
            <a:ext cx="3955370" cy="4093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0"/>
            </p:custDataLst>
          </p:nvPr>
        </p:nvSpPr>
        <p:spPr>
          <a:xfrm>
            <a:off x="5099872" y="769938"/>
            <a:ext cx="6478313"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0" y="0"/>
            <a:ext cx="12188825"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32" name="矩形: 圆角 31"/>
          <p:cNvSpPr/>
          <p:nvPr>
            <p:custDataLst>
              <p:tags r:id="rId3"/>
            </p:custDataLst>
          </p:nvPr>
        </p:nvSpPr>
        <p:spPr>
          <a:xfrm rot="2955020">
            <a:off x="-241470" y="-112084"/>
            <a:ext cx="1014111" cy="747174"/>
          </a:xfrm>
          <a:prstGeom prst="roundRect">
            <a:avLst>
              <a:gd name="adj" fmla="val 50000"/>
            </a:avLst>
          </a:pr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31" name="任意多边形: 形状 30"/>
          <p:cNvSpPr/>
          <p:nvPr>
            <p:custDataLst>
              <p:tags r:id="rId4"/>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 name="标题 1"/>
          <p:cNvSpPr>
            <a:spLocks noGrp="1"/>
          </p:cNvSpPr>
          <p:nvPr>
            <p:ph type="title"/>
            <p:custDataLst>
              <p:tags r:id="rId5"/>
            </p:custDataLst>
          </p:nvPr>
        </p:nvSpPr>
        <p:spPr>
          <a:xfrm>
            <a:off x="611841" y="781200"/>
            <a:ext cx="10973542" cy="626400"/>
          </a:xfrm>
        </p:spPr>
        <p:txBody>
          <a:bodyPr anchor="ctr"/>
          <a:lstStyle>
            <a:lvl1pPr algn="ctr">
              <a:defRPr sz="36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a:t>单击此处编辑母版标题样式</a:t>
            </a:r>
            <a:endParaRPr lang="zh-CN" altLang="en-US"/>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611841" y="1659600"/>
            <a:ext cx="10973117" cy="828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0"/>
            </p:custDataLst>
          </p:nvPr>
        </p:nvSpPr>
        <p:spPr>
          <a:xfrm>
            <a:off x="612615" y="2808000"/>
            <a:ext cx="10962744" cy="34308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8" name="矩形 7"/>
          <p:cNvSpPr/>
          <p:nvPr>
            <p:custDataLst>
              <p:tags r:id="rId2"/>
            </p:custDataLst>
          </p:nvPr>
        </p:nvSpPr>
        <p:spPr>
          <a:xfrm>
            <a:off x="0" y="5029201"/>
            <a:ext cx="12188825"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2"/>
              </a:solidFill>
              <a:sym typeface="+mn-ea"/>
            </a:endParaRPr>
          </a:p>
        </p:txBody>
      </p:sp>
      <p:sp>
        <p:nvSpPr>
          <p:cNvPr id="2" name="标题 1"/>
          <p:cNvSpPr>
            <a:spLocks noGrp="1"/>
          </p:cNvSpPr>
          <p:nvPr>
            <p:ph type="title"/>
            <p:custDataLst>
              <p:tags r:id="rId3"/>
            </p:custDataLst>
          </p:nvPr>
        </p:nvSpPr>
        <p:spPr>
          <a:xfrm>
            <a:off x="604643" y="669600"/>
            <a:ext cx="10973542" cy="565200"/>
          </a:xfrm>
        </p:spPr>
        <p:txBody>
          <a:bodyPr anchor="ctr"/>
          <a:lstStyle>
            <a:lvl1pPr algn="ctr">
              <a:defRPr sz="32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7"/>
            </p:custDataLst>
          </p:nvPr>
        </p:nvSpPr>
        <p:spPr>
          <a:xfrm>
            <a:off x="604679" y="1681200"/>
            <a:ext cx="10987938" cy="321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8"/>
            </p:custDataLst>
          </p:nvPr>
        </p:nvSpPr>
        <p:spPr>
          <a:xfrm>
            <a:off x="593845" y="5180400"/>
            <a:ext cx="10998735" cy="10116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22" name="任意多边形: 形状 21"/>
          <p:cNvSpPr/>
          <p:nvPr>
            <p:custDataLst>
              <p:tags r:id="rId9"/>
            </p:custDataLst>
          </p:nvPr>
        </p:nvSpPr>
        <p:spPr>
          <a:xfrm flipH="1" flipV="1">
            <a:off x="-6348" y="-15240"/>
            <a:ext cx="12207870" cy="493473"/>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22" name="任意多边形: 形状 21"/>
          <p:cNvSpPr/>
          <p:nvPr>
            <p:custDataLst>
              <p:tags r:id="rId2"/>
            </p:custDataLst>
          </p:nvPr>
        </p:nvSpPr>
        <p:spPr>
          <a:xfrm>
            <a:off x="-6348" y="6341414"/>
            <a:ext cx="12207870" cy="535635"/>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矩形 9"/>
          <p:cNvSpPr/>
          <p:nvPr>
            <p:custDataLst>
              <p:tags r:id="rId3"/>
            </p:custDataLst>
          </p:nvPr>
        </p:nvSpPr>
        <p:spPr>
          <a:xfrm>
            <a:off x="0" y="0"/>
            <a:ext cx="12188825"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579449" y="237600"/>
            <a:ext cx="11034726" cy="441964"/>
          </a:xfrm>
        </p:spPr>
        <p:txBody>
          <a:bodyPr>
            <a:noAutofit/>
          </a:bodyPr>
          <a:lstStyle>
            <a:lvl1pPr>
              <a:defRPr sz="2400" baseline="0">
                <a:gradFill>
                  <a:gsLst>
                    <a:gs pos="0">
                      <a:schemeClr val="accent1"/>
                    </a:gs>
                    <a:gs pos="99000">
                      <a:schemeClr val="accent3"/>
                    </a:gs>
                  </a:gsLst>
                  <a:path path="circle">
                    <a:fillToRect t="100000" r="100000"/>
                  </a:path>
                </a:gra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8"/>
            </p:custDataLst>
          </p:nvPr>
        </p:nvSpPr>
        <p:spPr>
          <a:xfrm>
            <a:off x="579449" y="1663200"/>
            <a:ext cx="5341009"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9"/>
            </p:custDataLst>
          </p:nvPr>
        </p:nvSpPr>
        <p:spPr>
          <a:xfrm>
            <a:off x="6240774" y="1663200"/>
            <a:ext cx="5366202" cy="28944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vl2pPr>
              <a:defRPr sz="1400" baseline="0">
                <a:solidFill>
                  <a:schemeClr val="tx1">
                    <a:lumMod val="85000"/>
                    <a:lumOff val="15000"/>
                  </a:schemeClr>
                </a:solidFill>
                <a:latin typeface="Arial" panose="020B0604020202020204" pitchFamily="34" charset="0"/>
                <a:ea typeface="微软雅黑" panose="020B0503020204020204" charset="-122"/>
              </a:defRPr>
            </a:lvl2pPr>
            <a:lvl3pPr>
              <a:defRPr sz="1400" baseline="0">
                <a:solidFill>
                  <a:schemeClr val="tx1">
                    <a:lumMod val="85000"/>
                    <a:lumOff val="15000"/>
                  </a:schemeClr>
                </a:solidFill>
                <a:latin typeface="Arial" panose="020B0604020202020204" pitchFamily="34" charset="0"/>
                <a:ea typeface="微软雅黑" panose="020B0503020204020204" charset="-122"/>
              </a:defRPr>
            </a:lvl3pPr>
            <a:lvl4pPr>
              <a:defRPr sz="1400" baseline="0">
                <a:solidFill>
                  <a:schemeClr val="tx1">
                    <a:lumMod val="85000"/>
                    <a:lumOff val="15000"/>
                  </a:schemeClr>
                </a:solidFill>
                <a:latin typeface="Arial" panose="020B0604020202020204" pitchFamily="34" charset="0"/>
                <a:ea typeface="微软雅黑" panose="020B0503020204020204" charset="-122"/>
              </a:defRPr>
            </a:lvl4pPr>
            <a:lvl5pPr>
              <a:defRPr sz="14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0"/>
            </p:custDataLst>
          </p:nvPr>
        </p:nvSpPr>
        <p:spPr>
          <a:xfrm>
            <a:off x="572251" y="4816800"/>
            <a:ext cx="5341009"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1"/>
            </p:custDataLst>
          </p:nvPr>
        </p:nvSpPr>
        <p:spPr>
          <a:xfrm>
            <a:off x="6251572" y="4813200"/>
            <a:ext cx="5366202" cy="781200"/>
          </a:xfrm>
        </p:spPr>
        <p:txBody>
          <a:bodyPr/>
          <a:lstStyle>
            <a:lvl1pPr>
              <a:defRPr sz="140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2"/>
            </p:custDataLst>
          </p:nvPr>
        </p:nvSpPr>
        <p:spPr>
          <a:xfrm>
            <a:off x="-1270" y="959224"/>
            <a:ext cx="12188825"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9" name="任意多边形: 形状 28"/>
          <p:cNvSpPr/>
          <p:nvPr>
            <p:custDataLst>
              <p:tags r:id="rId3"/>
            </p:custDataLst>
          </p:nvPr>
        </p:nvSpPr>
        <p:spPr>
          <a:xfrm>
            <a:off x="-6348" y="6184900"/>
            <a:ext cx="12207870" cy="69215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1090">
                <a:moveTo>
                  <a:pt x="5210" y="0"/>
                </a:moveTo>
                <a:cubicBezTo>
                  <a:pt x="7603" y="0"/>
                  <a:pt x="11560" y="660"/>
                  <a:pt x="13490" y="680"/>
                </a:cubicBezTo>
                <a:cubicBezTo>
                  <a:pt x="15420" y="700"/>
                  <a:pt x="15577" y="187"/>
                  <a:pt x="16790" y="120"/>
                </a:cubicBezTo>
                <a:cubicBezTo>
                  <a:pt x="17700" y="70"/>
                  <a:pt x="18616" y="238"/>
                  <a:pt x="19212" y="412"/>
                </a:cubicBezTo>
                <a:lnTo>
                  <a:pt x="19230" y="417"/>
                </a:lnTo>
                <a:lnTo>
                  <a:pt x="19230" y="1090"/>
                </a:lnTo>
                <a:lnTo>
                  <a:pt x="0" y="1090"/>
                </a:lnTo>
                <a:lnTo>
                  <a:pt x="0" y="641"/>
                </a:lnTo>
                <a:lnTo>
                  <a:pt x="10" y="640"/>
                </a:lnTo>
                <a:cubicBezTo>
                  <a:pt x="1033" y="473"/>
                  <a:pt x="3036" y="0"/>
                  <a:pt x="521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 name="任意多边形: 形状 29"/>
          <p:cNvSpPr/>
          <p:nvPr>
            <p:custDataLst>
              <p:tags r:id="rId4"/>
            </p:custDataLst>
          </p:nvPr>
        </p:nvSpPr>
        <p:spPr>
          <a:xfrm flipH="1" flipV="1">
            <a:off x="-6348" y="-15240"/>
            <a:ext cx="12207870" cy="574040"/>
          </a:xfrm>
          <a:custGeom>
            <a:avLst/>
            <a:gdLst>
              <a:gd name="connsiteX0" fmla="*/ 0 w 12674600"/>
              <a:gd name="connsiteY0" fmla="*/ 444500 h 1206500"/>
              <a:gd name="connsiteX1" fmla="*/ 3327400 w 12674600"/>
              <a:gd name="connsiteY1" fmla="*/ 0 h 1206500"/>
              <a:gd name="connsiteX2" fmla="*/ 3479800 w 12674600"/>
              <a:gd name="connsiteY2" fmla="*/ 12700 h 1206500"/>
              <a:gd name="connsiteX3" fmla="*/ 8737600 w 12674600"/>
              <a:gd name="connsiteY3" fmla="*/ 444500 h 1206500"/>
              <a:gd name="connsiteX4" fmla="*/ 8864600 w 12674600"/>
              <a:gd name="connsiteY4" fmla="*/ 469900 h 1206500"/>
              <a:gd name="connsiteX5" fmla="*/ 8991600 w 12674600"/>
              <a:gd name="connsiteY5" fmla="*/ 495300 h 1206500"/>
              <a:gd name="connsiteX6" fmla="*/ 10858500 w 12674600"/>
              <a:gd name="connsiteY6" fmla="*/ 355600 h 1206500"/>
              <a:gd name="connsiteX7" fmla="*/ 12674600 w 12674600"/>
              <a:gd name="connsiteY7" fmla="*/ 381000 h 1206500"/>
              <a:gd name="connsiteX8" fmla="*/ 12623800 w 12674600"/>
              <a:gd name="connsiteY8" fmla="*/ 1143000 h 1206500"/>
              <a:gd name="connsiteX9" fmla="*/ 88900 w 12674600"/>
              <a:gd name="connsiteY9" fmla="*/ 1206500 h 1206500"/>
              <a:gd name="connsiteX10" fmla="*/ 50800 w 12674600"/>
              <a:gd name="connsiteY10" fmla="*/ 419100 h 1206500"/>
              <a:gd name="connsiteX11" fmla="*/ 0 w 12674600"/>
              <a:gd name="connsiteY11" fmla="*/ 444500 h 1206500"/>
              <a:gd name="connsiteX0-1" fmla="*/ 0 w 12674600"/>
              <a:gd name="connsiteY0-2" fmla="*/ 431800 h 1193800"/>
              <a:gd name="connsiteX1-3" fmla="*/ 3479800 w 12674600"/>
              <a:gd name="connsiteY1-4" fmla="*/ 0 h 1193800"/>
              <a:gd name="connsiteX2-5" fmla="*/ 8737600 w 12674600"/>
              <a:gd name="connsiteY2-6" fmla="*/ 431800 h 1193800"/>
              <a:gd name="connsiteX3-7" fmla="*/ 8864600 w 12674600"/>
              <a:gd name="connsiteY3-8" fmla="*/ 457200 h 1193800"/>
              <a:gd name="connsiteX4-9" fmla="*/ 8991600 w 12674600"/>
              <a:gd name="connsiteY4-10" fmla="*/ 482600 h 1193800"/>
              <a:gd name="connsiteX5-11" fmla="*/ 10858500 w 12674600"/>
              <a:gd name="connsiteY5-12" fmla="*/ 342900 h 1193800"/>
              <a:gd name="connsiteX6-13" fmla="*/ 12674600 w 12674600"/>
              <a:gd name="connsiteY6-14" fmla="*/ 368300 h 1193800"/>
              <a:gd name="connsiteX7-15" fmla="*/ 12623800 w 12674600"/>
              <a:gd name="connsiteY7-16" fmla="*/ 1130300 h 1193800"/>
              <a:gd name="connsiteX8-17" fmla="*/ 88900 w 12674600"/>
              <a:gd name="connsiteY8-18" fmla="*/ 1193800 h 1193800"/>
              <a:gd name="connsiteX9-19" fmla="*/ 50800 w 12674600"/>
              <a:gd name="connsiteY9-20" fmla="*/ 406400 h 1193800"/>
              <a:gd name="connsiteX10-21" fmla="*/ 0 w 12674600"/>
              <a:gd name="connsiteY10-22" fmla="*/ 431800 h 1193800"/>
              <a:gd name="connsiteX0-23" fmla="*/ 0 w 12674600"/>
              <a:gd name="connsiteY0-24" fmla="*/ 431800 h 1193800"/>
              <a:gd name="connsiteX1-25" fmla="*/ 3479800 w 12674600"/>
              <a:gd name="connsiteY1-26" fmla="*/ 0 h 1193800"/>
              <a:gd name="connsiteX2-27" fmla="*/ 8737600 w 12674600"/>
              <a:gd name="connsiteY2-28" fmla="*/ 431800 h 1193800"/>
              <a:gd name="connsiteX3-29" fmla="*/ 8864600 w 12674600"/>
              <a:gd name="connsiteY3-30" fmla="*/ 457200 h 1193800"/>
              <a:gd name="connsiteX4-31" fmla="*/ 8991600 w 12674600"/>
              <a:gd name="connsiteY4-32" fmla="*/ 482600 h 1193800"/>
              <a:gd name="connsiteX5-33" fmla="*/ 10858500 w 12674600"/>
              <a:gd name="connsiteY5-34" fmla="*/ 342900 h 1193800"/>
              <a:gd name="connsiteX6-35" fmla="*/ 12674600 w 12674600"/>
              <a:gd name="connsiteY6-36" fmla="*/ 368300 h 1193800"/>
              <a:gd name="connsiteX7-37" fmla="*/ 12623800 w 12674600"/>
              <a:gd name="connsiteY7-38" fmla="*/ 1130300 h 1193800"/>
              <a:gd name="connsiteX8-39" fmla="*/ 88900 w 12674600"/>
              <a:gd name="connsiteY8-40" fmla="*/ 1193800 h 1193800"/>
              <a:gd name="connsiteX9-41" fmla="*/ 50800 w 12674600"/>
              <a:gd name="connsiteY9-42" fmla="*/ 406400 h 1193800"/>
              <a:gd name="connsiteX10-43" fmla="*/ 0 w 12674600"/>
              <a:gd name="connsiteY10-44" fmla="*/ 431800 h 1193800"/>
              <a:gd name="connsiteX0-45" fmla="*/ 0 w 12674600"/>
              <a:gd name="connsiteY0-46" fmla="*/ 431800 h 1193800"/>
              <a:gd name="connsiteX1-47" fmla="*/ 3479800 w 12674600"/>
              <a:gd name="connsiteY1-48" fmla="*/ 0 h 1193800"/>
              <a:gd name="connsiteX2-49" fmla="*/ 8737600 w 12674600"/>
              <a:gd name="connsiteY2-50" fmla="*/ 431800 h 1193800"/>
              <a:gd name="connsiteX3-51" fmla="*/ 8864600 w 12674600"/>
              <a:gd name="connsiteY3-52" fmla="*/ 457200 h 1193800"/>
              <a:gd name="connsiteX4-53" fmla="*/ 8991600 w 12674600"/>
              <a:gd name="connsiteY4-54" fmla="*/ 482600 h 1193800"/>
              <a:gd name="connsiteX5-55" fmla="*/ 10858500 w 12674600"/>
              <a:gd name="connsiteY5-56" fmla="*/ 342900 h 1193800"/>
              <a:gd name="connsiteX6-57" fmla="*/ 12674600 w 12674600"/>
              <a:gd name="connsiteY6-58" fmla="*/ 368300 h 1193800"/>
              <a:gd name="connsiteX7-59" fmla="*/ 12623800 w 12674600"/>
              <a:gd name="connsiteY7-60" fmla="*/ 1130300 h 1193800"/>
              <a:gd name="connsiteX8-61" fmla="*/ 88900 w 12674600"/>
              <a:gd name="connsiteY8-62" fmla="*/ 1193800 h 1193800"/>
              <a:gd name="connsiteX9-63" fmla="*/ 50800 w 12674600"/>
              <a:gd name="connsiteY9-64" fmla="*/ 406400 h 1193800"/>
              <a:gd name="connsiteX10-65" fmla="*/ 0 w 12674600"/>
              <a:gd name="connsiteY10-66" fmla="*/ 431800 h 1193800"/>
              <a:gd name="connsiteX0-67" fmla="*/ 0 w 12674600"/>
              <a:gd name="connsiteY0-68" fmla="*/ 431800 h 1193800"/>
              <a:gd name="connsiteX1-69" fmla="*/ 3479800 w 12674600"/>
              <a:gd name="connsiteY1-70" fmla="*/ 0 h 1193800"/>
              <a:gd name="connsiteX2-71" fmla="*/ 8737600 w 12674600"/>
              <a:gd name="connsiteY2-72" fmla="*/ 431800 h 1193800"/>
              <a:gd name="connsiteX3-73" fmla="*/ 8991600 w 12674600"/>
              <a:gd name="connsiteY3-74" fmla="*/ 482600 h 1193800"/>
              <a:gd name="connsiteX4-75" fmla="*/ 10858500 w 12674600"/>
              <a:gd name="connsiteY4-76" fmla="*/ 342900 h 1193800"/>
              <a:gd name="connsiteX5-77" fmla="*/ 12674600 w 12674600"/>
              <a:gd name="connsiteY5-78" fmla="*/ 368300 h 1193800"/>
              <a:gd name="connsiteX6-79" fmla="*/ 12623800 w 12674600"/>
              <a:gd name="connsiteY6-80" fmla="*/ 1130300 h 1193800"/>
              <a:gd name="connsiteX7-81" fmla="*/ 88900 w 12674600"/>
              <a:gd name="connsiteY7-82" fmla="*/ 1193800 h 1193800"/>
              <a:gd name="connsiteX8-83" fmla="*/ 50800 w 12674600"/>
              <a:gd name="connsiteY8-84" fmla="*/ 406400 h 1193800"/>
              <a:gd name="connsiteX9-85" fmla="*/ 0 w 12674600"/>
              <a:gd name="connsiteY9-86" fmla="*/ 431800 h 1193800"/>
              <a:gd name="connsiteX0-87" fmla="*/ 0 w 12674600"/>
              <a:gd name="connsiteY0-88" fmla="*/ 431800 h 1193800"/>
              <a:gd name="connsiteX1-89" fmla="*/ 3479800 w 12674600"/>
              <a:gd name="connsiteY1-90" fmla="*/ 0 h 1193800"/>
              <a:gd name="connsiteX2-91" fmla="*/ 8737600 w 12674600"/>
              <a:gd name="connsiteY2-92" fmla="*/ 431800 h 1193800"/>
              <a:gd name="connsiteX3-93" fmla="*/ 10858500 w 12674600"/>
              <a:gd name="connsiteY3-94" fmla="*/ 342900 h 1193800"/>
              <a:gd name="connsiteX4-95" fmla="*/ 12674600 w 12674600"/>
              <a:gd name="connsiteY4-96" fmla="*/ 368300 h 1193800"/>
              <a:gd name="connsiteX5-97" fmla="*/ 12623800 w 12674600"/>
              <a:gd name="connsiteY5-98" fmla="*/ 1130300 h 1193800"/>
              <a:gd name="connsiteX6-99" fmla="*/ 88900 w 12674600"/>
              <a:gd name="connsiteY6-100" fmla="*/ 1193800 h 1193800"/>
              <a:gd name="connsiteX7-101" fmla="*/ 50800 w 12674600"/>
              <a:gd name="connsiteY7-102" fmla="*/ 406400 h 1193800"/>
              <a:gd name="connsiteX8-103" fmla="*/ 0 w 12674600"/>
              <a:gd name="connsiteY8-104" fmla="*/ 431800 h 1193800"/>
              <a:gd name="connsiteX0-105" fmla="*/ 0 w 12674600"/>
              <a:gd name="connsiteY0-106" fmla="*/ 431800 h 1193800"/>
              <a:gd name="connsiteX1-107" fmla="*/ 3479800 w 12674600"/>
              <a:gd name="connsiteY1-108" fmla="*/ 0 h 1193800"/>
              <a:gd name="connsiteX2-109" fmla="*/ 8737600 w 12674600"/>
              <a:gd name="connsiteY2-110" fmla="*/ 431800 h 1193800"/>
              <a:gd name="connsiteX3-111" fmla="*/ 10858500 w 12674600"/>
              <a:gd name="connsiteY3-112" fmla="*/ 342900 h 1193800"/>
              <a:gd name="connsiteX4-113" fmla="*/ 12674600 w 12674600"/>
              <a:gd name="connsiteY4-114" fmla="*/ 368300 h 1193800"/>
              <a:gd name="connsiteX5-115" fmla="*/ 12623800 w 12674600"/>
              <a:gd name="connsiteY5-116" fmla="*/ 1130300 h 1193800"/>
              <a:gd name="connsiteX6-117" fmla="*/ 88900 w 12674600"/>
              <a:gd name="connsiteY6-118" fmla="*/ 1193800 h 1193800"/>
              <a:gd name="connsiteX7-119" fmla="*/ 50800 w 12674600"/>
              <a:gd name="connsiteY7-120" fmla="*/ 406400 h 1193800"/>
              <a:gd name="connsiteX8-121" fmla="*/ 0 w 12674600"/>
              <a:gd name="connsiteY8-122" fmla="*/ 431800 h 1193800"/>
              <a:gd name="connsiteX0-123" fmla="*/ 0 w 12674600"/>
              <a:gd name="connsiteY0-124" fmla="*/ 431800 h 1193800"/>
              <a:gd name="connsiteX1-125" fmla="*/ 3479800 w 12674600"/>
              <a:gd name="connsiteY1-126" fmla="*/ 0 h 1193800"/>
              <a:gd name="connsiteX2-127" fmla="*/ 8737600 w 12674600"/>
              <a:gd name="connsiteY2-128" fmla="*/ 431800 h 1193800"/>
              <a:gd name="connsiteX3-129" fmla="*/ 10858500 w 12674600"/>
              <a:gd name="connsiteY3-130" fmla="*/ 342900 h 1193800"/>
              <a:gd name="connsiteX4-131" fmla="*/ 12674600 w 12674600"/>
              <a:gd name="connsiteY4-132" fmla="*/ 368300 h 1193800"/>
              <a:gd name="connsiteX5-133" fmla="*/ 12623800 w 12674600"/>
              <a:gd name="connsiteY5-134" fmla="*/ 1130300 h 1193800"/>
              <a:gd name="connsiteX6-135" fmla="*/ 88900 w 12674600"/>
              <a:gd name="connsiteY6-136" fmla="*/ 1193800 h 1193800"/>
              <a:gd name="connsiteX7-137" fmla="*/ 50800 w 12674600"/>
              <a:gd name="connsiteY7-138" fmla="*/ 406400 h 1193800"/>
              <a:gd name="connsiteX8-139" fmla="*/ 0 w 12674600"/>
              <a:gd name="connsiteY8-140" fmla="*/ 431800 h 1193800"/>
              <a:gd name="connsiteX0-141" fmla="*/ 0 w 12674600"/>
              <a:gd name="connsiteY0-142" fmla="*/ 431800 h 1193800"/>
              <a:gd name="connsiteX1-143" fmla="*/ 3479800 w 12674600"/>
              <a:gd name="connsiteY1-144" fmla="*/ 0 h 1193800"/>
              <a:gd name="connsiteX2-145" fmla="*/ 8737600 w 12674600"/>
              <a:gd name="connsiteY2-146" fmla="*/ 431800 h 1193800"/>
              <a:gd name="connsiteX3-147" fmla="*/ 10858500 w 12674600"/>
              <a:gd name="connsiteY3-148" fmla="*/ 342900 h 1193800"/>
              <a:gd name="connsiteX4-149" fmla="*/ 12674600 w 12674600"/>
              <a:gd name="connsiteY4-150" fmla="*/ 368300 h 1193800"/>
              <a:gd name="connsiteX5-151" fmla="*/ 12623800 w 12674600"/>
              <a:gd name="connsiteY5-152" fmla="*/ 1130300 h 1193800"/>
              <a:gd name="connsiteX6-153" fmla="*/ 88900 w 12674600"/>
              <a:gd name="connsiteY6-154" fmla="*/ 1193800 h 1193800"/>
              <a:gd name="connsiteX7-155" fmla="*/ 50800 w 12674600"/>
              <a:gd name="connsiteY7-156" fmla="*/ 406400 h 1193800"/>
              <a:gd name="connsiteX8-157" fmla="*/ 0 w 12674600"/>
              <a:gd name="connsiteY8-158" fmla="*/ 431800 h 1193800"/>
              <a:gd name="connsiteX0-159" fmla="*/ 0 w 12674600"/>
              <a:gd name="connsiteY0-160" fmla="*/ 431800 h 1193800"/>
              <a:gd name="connsiteX1-161" fmla="*/ 3479800 w 12674600"/>
              <a:gd name="connsiteY1-162" fmla="*/ 0 h 1193800"/>
              <a:gd name="connsiteX2-163" fmla="*/ 8737600 w 12674600"/>
              <a:gd name="connsiteY2-164" fmla="*/ 431800 h 1193800"/>
              <a:gd name="connsiteX3-165" fmla="*/ 10858500 w 12674600"/>
              <a:gd name="connsiteY3-166" fmla="*/ 342900 h 1193800"/>
              <a:gd name="connsiteX4-167" fmla="*/ 12674600 w 12674600"/>
              <a:gd name="connsiteY4-168" fmla="*/ 368300 h 1193800"/>
              <a:gd name="connsiteX5-169" fmla="*/ 12623800 w 12674600"/>
              <a:gd name="connsiteY5-170" fmla="*/ 1130300 h 1193800"/>
              <a:gd name="connsiteX6-171" fmla="*/ 88900 w 12674600"/>
              <a:gd name="connsiteY6-172" fmla="*/ 1193800 h 1193800"/>
              <a:gd name="connsiteX7-173" fmla="*/ 50800 w 12674600"/>
              <a:gd name="connsiteY7-174" fmla="*/ 406400 h 1193800"/>
              <a:gd name="connsiteX8-175" fmla="*/ 0 w 12674600"/>
              <a:gd name="connsiteY8-176" fmla="*/ 431800 h 1193800"/>
              <a:gd name="connsiteX0-177" fmla="*/ 0 w 12674600"/>
              <a:gd name="connsiteY0-178" fmla="*/ 431800 h 1193800"/>
              <a:gd name="connsiteX1-179" fmla="*/ 3479800 w 12674600"/>
              <a:gd name="connsiteY1-180" fmla="*/ 0 h 1193800"/>
              <a:gd name="connsiteX2-181" fmla="*/ 8737600 w 12674600"/>
              <a:gd name="connsiteY2-182" fmla="*/ 431800 h 1193800"/>
              <a:gd name="connsiteX3-183" fmla="*/ 10858500 w 12674600"/>
              <a:gd name="connsiteY3-184" fmla="*/ 342900 h 1193800"/>
              <a:gd name="connsiteX4-185" fmla="*/ 12674600 w 12674600"/>
              <a:gd name="connsiteY4-186" fmla="*/ 368300 h 1193800"/>
              <a:gd name="connsiteX5-187" fmla="*/ 12623800 w 12674600"/>
              <a:gd name="connsiteY5-188" fmla="*/ 1130300 h 1193800"/>
              <a:gd name="connsiteX6-189" fmla="*/ 88900 w 12674600"/>
              <a:gd name="connsiteY6-190" fmla="*/ 1193800 h 1193800"/>
              <a:gd name="connsiteX7-191" fmla="*/ 50800 w 12674600"/>
              <a:gd name="connsiteY7-192" fmla="*/ 406400 h 1193800"/>
              <a:gd name="connsiteX8-193" fmla="*/ 0 w 12674600"/>
              <a:gd name="connsiteY8-194" fmla="*/ 431800 h 1193800"/>
              <a:gd name="connsiteX0-195" fmla="*/ 0 w 12674600"/>
              <a:gd name="connsiteY0-196" fmla="*/ 431800 h 1193800"/>
              <a:gd name="connsiteX1-197" fmla="*/ 3479800 w 12674600"/>
              <a:gd name="connsiteY1-198" fmla="*/ 0 h 1193800"/>
              <a:gd name="connsiteX2-199" fmla="*/ 8737600 w 12674600"/>
              <a:gd name="connsiteY2-200" fmla="*/ 431800 h 1193800"/>
              <a:gd name="connsiteX3-201" fmla="*/ 10858500 w 12674600"/>
              <a:gd name="connsiteY3-202" fmla="*/ 342900 h 1193800"/>
              <a:gd name="connsiteX4-203" fmla="*/ 12674600 w 12674600"/>
              <a:gd name="connsiteY4-204" fmla="*/ 368300 h 1193800"/>
              <a:gd name="connsiteX5-205" fmla="*/ 12623800 w 12674600"/>
              <a:gd name="connsiteY5-206" fmla="*/ 1130300 h 1193800"/>
              <a:gd name="connsiteX6-207" fmla="*/ 88900 w 12674600"/>
              <a:gd name="connsiteY6-208" fmla="*/ 1193800 h 1193800"/>
              <a:gd name="connsiteX7-209" fmla="*/ 50800 w 12674600"/>
              <a:gd name="connsiteY7-210" fmla="*/ 406400 h 1193800"/>
              <a:gd name="connsiteX8-211" fmla="*/ 0 w 12674600"/>
              <a:gd name="connsiteY8-212" fmla="*/ 431800 h 1193800"/>
              <a:gd name="connsiteX0-213" fmla="*/ 0 w 12674600"/>
              <a:gd name="connsiteY0-214" fmla="*/ 431800 h 1193800"/>
              <a:gd name="connsiteX1-215" fmla="*/ 3479800 w 12674600"/>
              <a:gd name="connsiteY1-216" fmla="*/ 0 h 1193800"/>
              <a:gd name="connsiteX2-217" fmla="*/ 8737600 w 12674600"/>
              <a:gd name="connsiteY2-218" fmla="*/ 431800 h 1193800"/>
              <a:gd name="connsiteX3-219" fmla="*/ 10858500 w 12674600"/>
              <a:gd name="connsiteY3-220" fmla="*/ 342900 h 1193800"/>
              <a:gd name="connsiteX4-221" fmla="*/ 12674600 w 12674600"/>
              <a:gd name="connsiteY4-222" fmla="*/ 368300 h 1193800"/>
              <a:gd name="connsiteX5-223" fmla="*/ 12623800 w 12674600"/>
              <a:gd name="connsiteY5-224" fmla="*/ 1130300 h 1193800"/>
              <a:gd name="connsiteX6-225" fmla="*/ 88900 w 12674600"/>
              <a:gd name="connsiteY6-226" fmla="*/ 1193800 h 1193800"/>
              <a:gd name="connsiteX7-227" fmla="*/ 50800 w 12674600"/>
              <a:gd name="connsiteY7-228" fmla="*/ 406400 h 1193800"/>
              <a:gd name="connsiteX8-229" fmla="*/ 0 w 12674600"/>
              <a:gd name="connsiteY8-230" fmla="*/ 431800 h 1193800"/>
              <a:gd name="connsiteX0-231" fmla="*/ 0 w 12674600"/>
              <a:gd name="connsiteY0-232" fmla="*/ 431800 h 1193800"/>
              <a:gd name="connsiteX1-233" fmla="*/ 3479800 w 12674600"/>
              <a:gd name="connsiteY1-234" fmla="*/ 0 h 1193800"/>
              <a:gd name="connsiteX2-235" fmla="*/ 8737600 w 12674600"/>
              <a:gd name="connsiteY2-236" fmla="*/ 431800 h 1193800"/>
              <a:gd name="connsiteX3-237" fmla="*/ 10858500 w 12674600"/>
              <a:gd name="connsiteY3-238" fmla="*/ 342900 h 1193800"/>
              <a:gd name="connsiteX4-239" fmla="*/ 12674600 w 12674600"/>
              <a:gd name="connsiteY4-240" fmla="*/ 368300 h 1193800"/>
              <a:gd name="connsiteX5-241" fmla="*/ 12623800 w 12674600"/>
              <a:gd name="connsiteY5-242" fmla="*/ 1130300 h 1193800"/>
              <a:gd name="connsiteX6-243" fmla="*/ 88900 w 12674600"/>
              <a:gd name="connsiteY6-244" fmla="*/ 1193800 h 1193800"/>
              <a:gd name="connsiteX7-245" fmla="*/ 50800 w 12674600"/>
              <a:gd name="connsiteY7-246" fmla="*/ 406400 h 1193800"/>
              <a:gd name="connsiteX8-247" fmla="*/ 0 w 12674600"/>
              <a:gd name="connsiteY8-248" fmla="*/ 431800 h 1193800"/>
              <a:gd name="connsiteX0-249" fmla="*/ 0 w 12674600"/>
              <a:gd name="connsiteY0-250" fmla="*/ 431800 h 1193800"/>
              <a:gd name="connsiteX1-251" fmla="*/ 3479800 w 12674600"/>
              <a:gd name="connsiteY1-252" fmla="*/ 0 h 1193800"/>
              <a:gd name="connsiteX2-253" fmla="*/ 8737600 w 12674600"/>
              <a:gd name="connsiteY2-254" fmla="*/ 431800 h 1193800"/>
              <a:gd name="connsiteX3-255" fmla="*/ 10858500 w 12674600"/>
              <a:gd name="connsiteY3-256" fmla="*/ 342900 h 1193800"/>
              <a:gd name="connsiteX4-257" fmla="*/ 12674600 w 12674600"/>
              <a:gd name="connsiteY4-258" fmla="*/ 368300 h 1193800"/>
              <a:gd name="connsiteX5-259" fmla="*/ 12623800 w 12674600"/>
              <a:gd name="connsiteY5-260" fmla="*/ 1130300 h 1193800"/>
              <a:gd name="connsiteX6-261" fmla="*/ 88900 w 12674600"/>
              <a:gd name="connsiteY6-262" fmla="*/ 1193800 h 1193800"/>
              <a:gd name="connsiteX7-263" fmla="*/ 50800 w 12674600"/>
              <a:gd name="connsiteY7-264" fmla="*/ 406400 h 1193800"/>
              <a:gd name="connsiteX8-265" fmla="*/ 0 w 12674600"/>
              <a:gd name="connsiteY8-266" fmla="*/ 431800 h 1193800"/>
              <a:gd name="connsiteX0-267" fmla="*/ 0 w 12674600"/>
              <a:gd name="connsiteY0-268" fmla="*/ 431800 h 1193800"/>
              <a:gd name="connsiteX1-269" fmla="*/ 3479800 w 12674600"/>
              <a:gd name="connsiteY1-270" fmla="*/ 0 h 1193800"/>
              <a:gd name="connsiteX2-271" fmla="*/ 8737600 w 12674600"/>
              <a:gd name="connsiteY2-272" fmla="*/ 431800 h 1193800"/>
              <a:gd name="connsiteX3-273" fmla="*/ 10845800 w 12674600"/>
              <a:gd name="connsiteY3-274" fmla="*/ 215900 h 1193800"/>
              <a:gd name="connsiteX4-275" fmla="*/ 12674600 w 12674600"/>
              <a:gd name="connsiteY4-276" fmla="*/ 368300 h 1193800"/>
              <a:gd name="connsiteX5-277" fmla="*/ 12623800 w 12674600"/>
              <a:gd name="connsiteY5-278" fmla="*/ 1130300 h 1193800"/>
              <a:gd name="connsiteX6-279" fmla="*/ 88900 w 12674600"/>
              <a:gd name="connsiteY6-280" fmla="*/ 1193800 h 1193800"/>
              <a:gd name="connsiteX7-281" fmla="*/ 50800 w 12674600"/>
              <a:gd name="connsiteY7-282" fmla="*/ 406400 h 1193800"/>
              <a:gd name="connsiteX8-283" fmla="*/ 0 w 12674600"/>
              <a:gd name="connsiteY8-284" fmla="*/ 431800 h 1193800"/>
              <a:gd name="connsiteX0-285" fmla="*/ 0 w 12674600"/>
              <a:gd name="connsiteY0-286" fmla="*/ 431800 h 1193800"/>
              <a:gd name="connsiteX1-287" fmla="*/ 3479800 w 12674600"/>
              <a:gd name="connsiteY1-288" fmla="*/ 0 h 1193800"/>
              <a:gd name="connsiteX2-289" fmla="*/ 8737600 w 12674600"/>
              <a:gd name="connsiteY2-290" fmla="*/ 431800 h 1193800"/>
              <a:gd name="connsiteX3-291" fmla="*/ 10833100 w 12674600"/>
              <a:gd name="connsiteY3-292" fmla="*/ 76200 h 1193800"/>
              <a:gd name="connsiteX4-293" fmla="*/ 12674600 w 12674600"/>
              <a:gd name="connsiteY4-294" fmla="*/ 368300 h 1193800"/>
              <a:gd name="connsiteX5-295" fmla="*/ 12623800 w 12674600"/>
              <a:gd name="connsiteY5-296" fmla="*/ 1130300 h 1193800"/>
              <a:gd name="connsiteX6-297" fmla="*/ 88900 w 12674600"/>
              <a:gd name="connsiteY6-298" fmla="*/ 1193800 h 1193800"/>
              <a:gd name="connsiteX7-299" fmla="*/ 50800 w 12674600"/>
              <a:gd name="connsiteY7-300" fmla="*/ 406400 h 1193800"/>
              <a:gd name="connsiteX8-301" fmla="*/ 0 w 12674600"/>
              <a:gd name="connsiteY8-302" fmla="*/ 431800 h 1193800"/>
              <a:gd name="connsiteX0-303" fmla="*/ 0 w 12674600"/>
              <a:gd name="connsiteY0-304" fmla="*/ 431800 h 1193800"/>
              <a:gd name="connsiteX1-305" fmla="*/ 3479800 w 12674600"/>
              <a:gd name="connsiteY1-306" fmla="*/ 0 h 1193800"/>
              <a:gd name="connsiteX2-307" fmla="*/ 8737600 w 12674600"/>
              <a:gd name="connsiteY2-308" fmla="*/ 431800 h 1193800"/>
              <a:gd name="connsiteX3-309" fmla="*/ 10833100 w 12674600"/>
              <a:gd name="connsiteY3-310" fmla="*/ 76200 h 1193800"/>
              <a:gd name="connsiteX4-311" fmla="*/ 12674600 w 12674600"/>
              <a:gd name="connsiteY4-312" fmla="*/ 368300 h 1193800"/>
              <a:gd name="connsiteX5-313" fmla="*/ 12623800 w 12674600"/>
              <a:gd name="connsiteY5-314" fmla="*/ 1130300 h 1193800"/>
              <a:gd name="connsiteX6-315" fmla="*/ 88900 w 12674600"/>
              <a:gd name="connsiteY6-316" fmla="*/ 1193800 h 1193800"/>
              <a:gd name="connsiteX7-317" fmla="*/ 50800 w 12674600"/>
              <a:gd name="connsiteY7-318" fmla="*/ 406400 h 1193800"/>
              <a:gd name="connsiteX8-319" fmla="*/ 0 w 12674600"/>
              <a:gd name="connsiteY8-320" fmla="*/ 431800 h 1193800"/>
              <a:gd name="connsiteX0-321" fmla="*/ 0 w 12674600"/>
              <a:gd name="connsiteY0-322" fmla="*/ 431800 h 1193800"/>
              <a:gd name="connsiteX1-323" fmla="*/ 3479800 w 12674600"/>
              <a:gd name="connsiteY1-324" fmla="*/ 0 h 1193800"/>
              <a:gd name="connsiteX2-325" fmla="*/ 8737600 w 12674600"/>
              <a:gd name="connsiteY2-326" fmla="*/ 431800 h 1193800"/>
              <a:gd name="connsiteX3-327" fmla="*/ 10833100 w 12674600"/>
              <a:gd name="connsiteY3-328" fmla="*/ 76200 h 1193800"/>
              <a:gd name="connsiteX4-329" fmla="*/ 12674600 w 12674600"/>
              <a:gd name="connsiteY4-330" fmla="*/ 368300 h 1193800"/>
              <a:gd name="connsiteX5-331" fmla="*/ 12623800 w 12674600"/>
              <a:gd name="connsiteY5-332" fmla="*/ 1130300 h 1193800"/>
              <a:gd name="connsiteX6-333" fmla="*/ 88900 w 12674600"/>
              <a:gd name="connsiteY6-334" fmla="*/ 1193800 h 1193800"/>
              <a:gd name="connsiteX7-335" fmla="*/ 50800 w 12674600"/>
              <a:gd name="connsiteY7-336" fmla="*/ 406400 h 1193800"/>
              <a:gd name="connsiteX8-337" fmla="*/ 0 w 12674600"/>
              <a:gd name="connsiteY8-338" fmla="*/ 431800 h 11938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19230" h="904">
                <a:moveTo>
                  <a:pt x="5020" y="0"/>
                </a:moveTo>
                <a:cubicBezTo>
                  <a:pt x="7413" y="0"/>
                  <a:pt x="11370" y="660"/>
                  <a:pt x="13300" y="680"/>
                </a:cubicBezTo>
                <a:cubicBezTo>
                  <a:pt x="15230" y="700"/>
                  <a:pt x="15387" y="187"/>
                  <a:pt x="16600" y="120"/>
                </a:cubicBezTo>
                <a:cubicBezTo>
                  <a:pt x="17605" y="65"/>
                  <a:pt x="18616" y="275"/>
                  <a:pt x="19198" y="466"/>
                </a:cubicBezTo>
                <a:lnTo>
                  <a:pt x="19230" y="477"/>
                </a:lnTo>
                <a:lnTo>
                  <a:pt x="19230" y="904"/>
                </a:lnTo>
                <a:lnTo>
                  <a:pt x="0" y="904"/>
                </a:lnTo>
                <a:lnTo>
                  <a:pt x="0" y="609"/>
                </a:lnTo>
                <a:lnTo>
                  <a:pt x="22" y="605"/>
                </a:lnTo>
                <a:cubicBezTo>
                  <a:pt x="1094" y="416"/>
                  <a:pt x="2982" y="0"/>
                  <a:pt x="5020" y="0"/>
                </a:cubicBezTo>
                <a:close/>
              </a:path>
            </a:pathLst>
          </a:custGeom>
          <a:gradFill>
            <a:gsLst>
              <a:gs pos="0">
                <a:schemeClr val="accent3"/>
              </a:gs>
              <a:gs pos="100000">
                <a:schemeClr val="accent1"/>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p>
        </p:txBody>
      </p:sp>
      <p:sp>
        <p:nvSpPr>
          <p:cNvPr id="2" name="标题 1"/>
          <p:cNvSpPr>
            <a:spLocks noGrp="1"/>
          </p:cNvSpPr>
          <p:nvPr>
            <p:ph type="title" hasCustomPrompt="1"/>
            <p:custDataLst>
              <p:tags r:id="rId5"/>
            </p:custDataLst>
          </p:nvPr>
        </p:nvSpPr>
        <p:spPr>
          <a:xfrm>
            <a:off x="1522403" y="1339200"/>
            <a:ext cx="9141619" cy="2386800"/>
          </a:xfrm>
        </p:spPr>
        <p:txBody>
          <a:bodyPr anchor="b"/>
          <a:lstStyle>
            <a:lvl1pPr algn="ctr">
              <a:defRPr sz="6000" baseline="0">
                <a:gradFill flip="none" rotWithShape="1">
                  <a:gsLst>
                    <a:gs pos="100000">
                      <a:schemeClr val="accent1"/>
                    </a:gs>
                    <a:gs pos="0">
                      <a:schemeClr val="accent3"/>
                    </a:gs>
                  </a:gsLst>
                  <a:path path="circle">
                    <a:fillToRect l="100000" t="100000"/>
                  </a:path>
                  <a:tileRect r="-100000" b="-100000"/>
                </a:gra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9"/>
            </p:custDataLst>
          </p:nvPr>
        </p:nvSpPr>
        <p:spPr>
          <a:xfrm>
            <a:off x="1522017" y="3862800"/>
            <a:ext cx="9141619" cy="1656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7" Type="http://schemas.openxmlformats.org/officeDocument/2006/relationships/theme" Target="../theme/theme1.xml"/><Relationship Id="rId26" Type="http://schemas.openxmlformats.org/officeDocument/2006/relationships/tags" Target="../tags/tag251.xml"/><Relationship Id="rId25" Type="http://schemas.openxmlformats.org/officeDocument/2006/relationships/tags" Target="../tags/tag250.xml"/><Relationship Id="rId24" Type="http://schemas.openxmlformats.org/officeDocument/2006/relationships/tags" Target="../tags/tag249.xml"/><Relationship Id="rId23" Type="http://schemas.openxmlformats.org/officeDocument/2006/relationships/tags" Target="../tags/tag248.xml"/><Relationship Id="rId22" Type="http://schemas.openxmlformats.org/officeDocument/2006/relationships/tags" Target="../tags/tag247.xml"/><Relationship Id="rId21" Type="http://schemas.openxmlformats.org/officeDocument/2006/relationships/tags" Target="../tags/tag246.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708" y="443230"/>
            <a:ext cx="10849411" cy="441964"/>
          </a:xfrm>
          <a:prstGeom prst="rect">
            <a:avLst/>
          </a:prstGeom>
        </p:spPr>
        <p:txBody>
          <a:bodyPr vert="horz" lIns="90170" tIns="46990" rIns="90170" bIns="46990" rtlCol="0" anchor="t"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2"/>
            </p:custDataLst>
          </p:nvPr>
        </p:nvSpPr>
        <p:spPr>
          <a:xfrm>
            <a:off x="669708" y="952508"/>
            <a:ext cx="10849411" cy="5388907"/>
          </a:xfrm>
          <a:prstGeom prst="rect">
            <a:avLst/>
          </a:prstGeom>
        </p:spPr>
        <p:txBody>
          <a:bodyPr vert="horz" lIns="90170" tIns="46990" rIns="90170" bIns="46990" rtlCol="0" anchor="t" anchorCtr="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3"/>
            </p:custDataLst>
          </p:nvPr>
        </p:nvSpPr>
        <p:spPr>
          <a:xfrm>
            <a:off x="879513" y="6349833"/>
            <a:ext cx="2699297"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4"/>
            </p:custDataLst>
          </p:nvPr>
        </p:nvSpPr>
        <p:spPr>
          <a:xfrm>
            <a:off x="4114928" y="6349833"/>
            <a:ext cx="3958969"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08358" y="6349833"/>
            <a:ext cx="2699297"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fontAlgn="auto" latinLnBrk="0" hangingPunct="1">
        <a:lnSpc>
          <a:spcPct val="100000"/>
        </a:lnSpc>
        <a:spcBef>
          <a:spcPct val="0"/>
        </a:spcBef>
        <a:buNone/>
        <a:defRPr sz="2400" b="1" u="none" strike="noStrike" kern="1200" cap="none" spc="1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0965" algn="l" defTabSz="914400" rtl="0" eaLnBrk="1" latinLnBrk="0" hangingPunct="1">
        <a:defRPr sz="1800" kern="1200">
          <a:solidFill>
            <a:schemeClr val="tx1"/>
          </a:solidFill>
          <a:latin typeface="+mn-lt"/>
          <a:ea typeface="+mn-ea"/>
          <a:cs typeface="+mn-cs"/>
        </a:defRPr>
      </a:lvl4pPr>
      <a:lvl5pPr marL="1828165" algn="l" defTabSz="914400" rtl="0" eaLnBrk="1" latinLnBrk="0" hangingPunct="1">
        <a:defRPr sz="1800" kern="1200">
          <a:solidFill>
            <a:schemeClr val="tx1"/>
          </a:solidFill>
          <a:latin typeface="+mn-lt"/>
          <a:ea typeface="+mn-ea"/>
          <a:cs typeface="+mn-cs"/>
        </a:defRPr>
      </a:lvl5pPr>
      <a:lvl6pPr marL="2285365" algn="l" defTabSz="914400" rtl="0" eaLnBrk="1" latinLnBrk="0" hangingPunct="1">
        <a:defRPr sz="1800" kern="1200">
          <a:solidFill>
            <a:schemeClr val="tx1"/>
          </a:solidFill>
          <a:latin typeface="+mn-lt"/>
          <a:ea typeface="+mn-ea"/>
          <a:cs typeface="+mn-cs"/>
        </a:defRPr>
      </a:lvl6pPr>
      <a:lvl7pPr marL="2742565" algn="l" defTabSz="914400" rtl="0" eaLnBrk="1" latinLnBrk="0" hangingPunct="1">
        <a:defRPr sz="1800" kern="1200">
          <a:solidFill>
            <a:schemeClr val="tx1"/>
          </a:solidFill>
          <a:latin typeface="+mn-lt"/>
          <a:ea typeface="+mn-ea"/>
          <a:cs typeface="+mn-cs"/>
        </a:defRPr>
      </a:lvl7pPr>
      <a:lvl8pPr marL="3199765" algn="l" defTabSz="914400" rtl="0" eaLnBrk="1" latinLnBrk="0" hangingPunct="1">
        <a:defRPr sz="1800" kern="1200">
          <a:solidFill>
            <a:schemeClr val="tx1"/>
          </a:solidFill>
          <a:latin typeface="+mn-lt"/>
          <a:ea typeface="+mn-ea"/>
          <a:cs typeface="+mn-cs"/>
        </a:defRPr>
      </a:lvl8pPr>
      <a:lvl9pPr marL="3656965"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5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5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69.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70.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1.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69925" y="3182620"/>
            <a:ext cx="10711180" cy="1451610"/>
          </a:xfrm>
        </p:spPr>
        <p:txBody>
          <a:bodyPr rtlCol="0">
            <a:normAutofit fontScale="90000"/>
          </a:bodyPr>
          <a:lstStyle/>
          <a:p>
            <a:pPr rtl="0"/>
            <a:r>
              <a:rPr sz="6600" cap="none" dirty="0">
                <a:latin typeface="方正姚体" panose="02010601030101010101" pitchFamily="2" charset="-122"/>
                <a:ea typeface="方正姚体" panose="02010601030101010101" pitchFamily="2" charset="-122"/>
              </a:rPr>
              <a:t>OpenCV计算机视觉基础教程</a:t>
            </a:r>
            <a:endParaRPr sz="6600" cap="none" dirty="0">
              <a:latin typeface="方正姚体" panose="02010601030101010101" pitchFamily="2" charset="-122"/>
              <a:ea typeface="方正姚体" panose="02010601030101010101" pitchFamily="2" charset="-122"/>
            </a:endParaRPr>
          </a:p>
        </p:txBody>
      </p:sp>
      <p:sp>
        <p:nvSpPr>
          <p:cNvPr id="3" name="文本占位符 2"/>
          <p:cNvSpPr>
            <a:spLocks noGrp="1"/>
          </p:cNvSpPr>
          <p:nvPr>
            <p:ph type="body" sz="quarter" idx="13"/>
          </p:nvPr>
        </p:nvSpPr>
        <p:spPr>
          <a:xfrm>
            <a:off x="4342130" y="4725670"/>
            <a:ext cx="3504565" cy="503555"/>
          </a:xfrm>
        </p:spPr>
        <p:txBody>
          <a:bodyPr rtlCol="0">
            <a:normAutofit fontScale="70000"/>
          </a:bodyPr>
          <a:lstStyle/>
          <a:p>
            <a:pPr algn="ctr" rtl="0"/>
            <a:r>
              <a:rPr lang="en-US" altLang="zh-CN" sz="2800" dirty="0">
                <a:solidFill>
                  <a:schemeClr val="bg1"/>
                </a:solidFill>
                <a:latin typeface="方正姚体" panose="02010601030101010101" pitchFamily="2" charset="-122"/>
                <a:ea typeface="方正姚体" panose="02010601030101010101" pitchFamily="2" charset="-122"/>
              </a:rPr>
              <a:t>Python</a:t>
            </a:r>
            <a:r>
              <a:rPr lang="zh-CN" altLang="en-US" sz="2800" dirty="0">
                <a:solidFill>
                  <a:schemeClr val="bg1"/>
                </a:solidFill>
                <a:latin typeface="方正姚体" panose="02010601030101010101" pitchFamily="2" charset="-122"/>
                <a:ea typeface="方正姚体" panose="02010601030101010101" pitchFamily="2" charset="-122"/>
              </a:rPr>
              <a:t>版 慕课版</a:t>
            </a:r>
            <a:endParaRPr lang="zh-CN" altLang="en-US" sz="2800" dirty="0">
              <a:solidFill>
                <a:schemeClr val="bg1"/>
              </a:solidFill>
              <a:latin typeface="方正姚体" panose="02010601030101010101" pitchFamily="2" charset="-122"/>
              <a:ea typeface="方正姚体" panose="02010601030101010101" pitchFamily="2" charset="-122"/>
            </a:endParaRPr>
          </a:p>
        </p:txBody>
      </p:sp>
      <p:sp>
        <p:nvSpPr>
          <p:cNvPr id="4" name="文本占位符 2"/>
          <p:cNvSpPr>
            <a:spLocks noGrp="1"/>
          </p:cNvSpPr>
          <p:nvPr/>
        </p:nvSpPr>
        <p:spPr>
          <a:xfrm>
            <a:off x="7318375" y="5876925"/>
            <a:ext cx="3504565" cy="503555"/>
          </a:xfrm>
          <a:prstGeom prst="rect">
            <a:avLst/>
          </a:prstGeom>
        </p:spPr>
        <p:txBody>
          <a:bodyPr vert="horz" lIns="90000" tIns="46800" rIns="90000" bIns="46800" rtlCol="0" anchor="ctr" anchorCtr="0">
            <a:normAutofit fontScale="70000"/>
          </a:bodyPr>
          <a:lstStyle>
            <a:lvl1pPr marL="0" indent="0" algn="dist" defTabSz="914400" rtl="0" eaLnBrk="1" fontAlgn="auto" latinLnBrk="0" hangingPunct="1">
              <a:lnSpc>
                <a:spcPct val="130000"/>
              </a:lnSpc>
              <a:spcBef>
                <a:spcPts val="0"/>
              </a:spcBef>
              <a:spcAft>
                <a:spcPts val="1000"/>
              </a:spcAft>
              <a:buFont typeface="Arial" panose="020B0604020202020204" pitchFamily="34" charset="0"/>
              <a:buNone/>
              <a:defRPr sz="2000" u="none" strike="noStrike" kern="1200" cap="none" spc="100" normalizeH="0" baseline="0">
                <a:solidFill>
                  <a:schemeClr val="bg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090" algn="l"/>
              </a:tabLst>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3pPr>
            <a:lvl4pPr marL="15995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4pPr>
            <a:lvl5pPr marL="2056765"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00" normalizeH="0" baseline="0">
                <a:solidFill>
                  <a:schemeClr val="tx1"/>
                </a:solidFill>
                <a:uFillTx/>
                <a:latin typeface="Arial" panose="020B0604020202020204" pitchFamily="34" charset="0"/>
                <a:ea typeface="微软雅黑" panose="020B0503020204020204" charset="-122"/>
                <a:cs typeface="+mn-cs"/>
              </a:defRPr>
            </a:lvl5pPr>
            <a:lvl6pPr marL="25139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1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36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rtl="0"/>
            <a:r>
              <a:rPr lang="zh-CN" altLang="en-US" sz="2800" dirty="0">
                <a:solidFill>
                  <a:schemeClr val="bg1"/>
                </a:solidFill>
                <a:latin typeface="方正姚体" panose="02010601030101010101" pitchFamily="2" charset="-122"/>
                <a:ea typeface="方正姚体" panose="02010601030101010101" pitchFamily="2" charset="-122"/>
              </a:rPr>
              <a:t>主讲教师：</a:t>
            </a:r>
            <a:r>
              <a:rPr lang="en-US" altLang="zh-CN" sz="2800" dirty="0">
                <a:solidFill>
                  <a:schemeClr val="bg1"/>
                </a:solidFill>
                <a:latin typeface="方正姚体" panose="02010601030101010101" pitchFamily="2" charset="-122"/>
                <a:ea typeface="方正姚体" panose="02010601030101010101" pitchFamily="2" charset="-122"/>
              </a:rPr>
              <a:t>***</a:t>
            </a:r>
            <a:endParaRPr lang="en-US" altLang="zh-CN" sz="2800" dirty="0">
              <a:solidFill>
                <a:schemeClr val="bg1"/>
              </a:solidFill>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方正姚体" panose="02010601030101010101" pitchFamily="2" charset="-122"/>
                <a:ea typeface="方正姚体" panose="02010601030101010101" pitchFamily="2" charset="-122"/>
              </a:rPr>
              <a:t>第</a:t>
            </a:r>
            <a:r>
              <a:rPr lang="en-US" altLang="zh-CN" dirty="0">
                <a:latin typeface="方正姚体" panose="02010601030101010101" pitchFamily="2" charset="-122"/>
                <a:ea typeface="方正姚体" panose="02010601030101010101" pitchFamily="2" charset="-122"/>
              </a:rPr>
              <a:t>6</a:t>
            </a:r>
            <a:r>
              <a:rPr lang="zh-CN" altLang="en-US" dirty="0">
                <a:latin typeface="方正姚体" panose="02010601030101010101" pitchFamily="2" charset="-122"/>
                <a:ea typeface="方正姚体" panose="02010601030101010101" pitchFamily="2" charset="-122"/>
              </a:rPr>
              <a:t>章 </a:t>
            </a:r>
            <a:r>
              <a:rPr lang="en-US" altLang="zh-CN" dirty="0">
                <a:latin typeface="方正姚体" panose="02010601030101010101" pitchFamily="2" charset="-122"/>
                <a:ea typeface="方正姚体" panose="02010601030101010101" pitchFamily="2" charset="-122"/>
              </a:rPr>
              <a:t> </a:t>
            </a:r>
            <a:endParaRPr lang="zh-CN" altLang="en-US"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本章主要内容：</a:t>
            </a:r>
            <a:endParaRPr lang="en-US" altLang="zh-CN" dirty="0">
              <a:latin typeface="方正姚体" panose="02010601030101010101" pitchFamily="2" charset="-122"/>
              <a:ea typeface="方正姚体" panose="02010601030101010101" pitchFamily="2" charset="-122"/>
            </a:endParaRPr>
          </a:p>
          <a:p>
            <a:r>
              <a:rPr dirty="0">
                <a:latin typeface="汉仪旗黑Y4-85简" panose="00020600040101010101" charset="-122"/>
                <a:ea typeface="汉仪旗黑Y4-85简" panose="00020600040101010101" charset="-122"/>
              </a:rPr>
              <a:t>直方图</a:t>
            </a:r>
            <a:r>
              <a:rPr dirty="0">
                <a:latin typeface="汉仪旗黑Y4-85简" panose="00020600040101010101" charset="-122"/>
                <a:ea typeface="汉仪旗黑Y4-85简" panose="00020600040101010101" charset="-122"/>
              </a:rPr>
              <a:t>基础</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直方图</a:t>
            </a:r>
            <a:r>
              <a:rPr dirty="0">
                <a:latin typeface="汉仪旗黑Y4-85简" panose="00020600040101010101" charset="-122"/>
                <a:ea typeface="汉仪旗黑Y4-85简" panose="00020600040101010101" charset="-122"/>
              </a:rPr>
              <a:t>均衡化</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二维</a:t>
            </a:r>
            <a:r>
              <a:rPr dirty="0">
                <a:latin typeface="汉仪旗黑Y4-85简" panose="00020600040101010101" charset="-122"/>
                <a:ea typeface="汉仪旗黑Y4-85简" panose="00020600040101010101" charset="-122"/>
              </a:rPr>
              <a:t>直方图</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实验</a:t>
            </a:r>
            <a:endParaRPr dirty="0">
              <a:latin typeface="汉仪旗黑Y4-85简" panose="00020600040101010101" charset="-122"/>
              <a:ea typeface="汉仪旗黑Y4-85简" panose="0002060004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6.1 直方图基础</a:t>
            </a:r>
            <a:endParaRPr lang="en-US" altLang="zh-CN"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a:latin typeface="宋体" panose="02010600030101010101" pitchFamily="2" charset="-122"/>
                <a:ea typeface="宋体" panose="02010600030101010101" pitchFamily="2" charset="-122"/>
                <a:cs typeface="宋体" panose="02010600030101010101" pitchFamily="2" charset="-122"/>
                <a:sym typeface="+mn-ea"/>
              </a:rPr>
              <a:t>从统计学的角度来看，直方图用于统计图像内各个灰度级出现的次数。直方图的横坐标表示图像像素的灰度级，纵坐标表示像素灰度级的数量。在使用OpenCV处理直方图时，应注意下列3个概念。</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sym typeface="+mn-ea"/>
              </a:rPr>
              <a:t>RANGE：要统计的灰度级范围。直方图中像素的灰度级范围一般为[0,255]，0表示黑色，255表示白色。</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sym typeface="+mn-ea"/>
              </a:rPr>
              <a:t>BINS：灰度级的分组数量。在处理直方图时，将灰度级按一定范围进行划分得到的子集数量为BINS。例如，灰度图像的灰度级范围为[0,255]，按16个灰度级分为一组，可分成16个子集，则BINS为16。</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marL="0" indent="0">
              <a:buNone/>
            </a:pPr>
            <a:r>
              <a:rPr>
                <a:latin typeface="宋体" panose="02010600030101010101" pitchFamily="2" charset="-122"/>
                <a:ea typeface="宋体" panose="02010600030101010101" pitchFamily="2" charset="-122"/>
                <a:cs typeface="宋体" panose="02010600030101010101" pitchFamily="2" charset="-122"/>
                <a:sym typeface="+mn-ea"/>
              </a:rPr>
              <a:t>DIMS：绘制直方图时采集的参数数量。一般的直方图只采集灰度级，所以DIMS为1。</a:t>
            </a:r>
            <a:endParaRPr lang="zh-CN" altLang="en-US" dirty="0">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dirty="0">
                <a:latin typeface="汉仪旗黑Y4-85简" panose="00020600040101010101" charset="-122"/>
                <a:ea typeface="汉仪旗黑Y4-85简" panose="00020600040101010101" charset="-122"/>
              </a:rPr>
              <a:t>用hist()函数绘制直方图</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用calcHist()函数查找直方图</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应用掩模的直方图</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NumPy中的直方图</a:t>
            </a:r>
            <a:endParaRPr dirty="0">
              <a:latin typeface="汉仪旗黑Y4-85简" panose="00020600040101010101" charset="-122"/>
              <a:ea typeface="汉仪旗黑Y4-85简" panose="0002060004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6.1.1  用hist()函数绘制直方图</a:t>
            </a:r>
            <a:endParaRPr lang="zh-CN" altLang="en-US"/>
          </a:p>
        </p:txBody>
      </p:sp>
      <p:sp>
        <p:nvSpPr>
          <p:cNvPr id="3" name="内容占位符 2"/>
          <p:cNvSpPr>
            <a:spLocks noGrp="1"/>
          </p:cNvSpPr>
          <p:nvPr>
            <p:ph idx="1"/>
          </p:nvPr>
        </p:nvSpPr>
        <p:spPr/>
        <p:txBody>
          <a:bodyPr>
            <a:normAutofit fontScale="90000" lnSpcReduction="10000"/>
          </a:bodyPr>
          <a:p>
            <a:pPr marL="0" indent="0">
              <a:buNone/>
            </a:pPr>
            <a:r>
              <a:rPr lang="zh-CN" altLang="en-US"/>
              <a:t>matplotlib.pyplot.hist()函数可根据图像绘制直方图，其基本格式如下。</a:t>
            </a:r>
            <a:endParaRPr lang="zh-CN" altLang="en-US"/>
          </a:p>
          <a:p>
            <a:pPr marL="0" indent="0">
              <a:buNone/>
            </a:pPr>
            <a:r>
              <a:rPr lang="zh-CN" altLang="en-US"/>
              <a:t>matplotlib.pyplot.hist(src,bins)</a:t>
            </a:r>
            <a:endParaRPr lang="zh-CN" altLang="en-US"/>
          </a:p>
          <a:p>
            <a:pPr marL="0" indent="0">
              <a:buNone/>
            </a:pPr>
            <a:r>
              <a:rPr lang="zh-CN" altLang="en-US"/>
              <a:t>参数说明如下。</a:t>
            </a:r>
            <a:endParaRPr lang="zh-CN" altLang="en-US"/>
          </a:p>
          <a:p>
            <a:r>
              <a:rPr lang="zh-CN" altLang="en-US"/>
              <a:t>src为用于绘制直方图的图像数据，必须是一维数组。通常，OpenCV中的BGR图像是三维数组，可用ravel()函数将其转换为一维数组。</a:t>
            </a:r>
            <a:endParaRPr lang="zh-CN" altLang="en-US"/>
          </a:p>
          <a:p>
            <a:r>
              <a:rPr lang="zh-CN" altLang="en-US"/>
              <a:t>bins为灰度级分组数量。</a:t>
            </a:r>
            <a:endParaRPr lang="zh-CN" altLang="en-US"/>
          </a:p>
          <a:p>
            <a:pPr>
              <a:buNone/>
            </a:pPr>
            <a:r>
              <a:rPr lang="zh-CN" altLang="en-US"/>
              <a:t>示例代码如下。</a:t>
            </a:r>
            <a:endParaRPr lang="zh-CN" altLang="en-US"/>
          </a:p>
          <a:p>
            <a:pPr marL="0" indent="0">
              <a:buNone/>
            </a:pPr>
            <a:r>
              <a:rPr lang="zh-CN" altLang="en-US"/>
              <a:t>#test6-1.py：使用hist()函数绘制直方图</a:t>
            </a:r>
            <a:endParaRPr lang="zh-CN" altLang="en-US"/>
          </a:p>
          <a:p>
            <a:pPr marL="0" indent="0">
              <a:buNone/>
            </a:pPr>
            <a:r>
              <a:rPr lang="zh-CN" altLang="en-US"/>
              <a:t>import cv2</a:t>
            </a:r>
            <a:endParaRPr lang="zh-CN" altLang="en-US"/>
          </a:p>
          <a:p>
            <a:pPr marL="0" indent="0">
              <a:buNone/>
            </a:pPr>
            <a:r>
              <a:rPr lang="zh-CN" altLang="en-US"/>
              <a:t>import matplotlib.pyplot as plt</a:t>
            </a:r>
            <a:endParaRPr lang="zh-CN" altLang="en-US"/>
          </a:p>
          <a:p>
            <a:pPr marL="0" indent="0">
              <a:buNone/>
            </a:pPr>
            <a:r>
              <a:rPr lang="zh-CN" altLang="en-US"/>
              <a:t>img=cv2.imread('gate.jpg')  </a:t>
            </a:r>
            <a:r>
              <a:rPr lang="en-US" altLang="zh-CN"/>
              <a:t>	</a:t>
            </a:r>
            <a:r>
              <a:rPr lang="zh-CN" altLang="en-US"/>
              <a:t>#读取图像</a:t>
            </a:r>
            <a:endParaRPr lang="zh-CN" altLang="en-US"/>
          </a:p>
          <a:p>
            <a:pPr marL="0" indent="0">
              <a:buNone/>
            </a:pPr>
            <a:r>
              <a:rPr lang="zh-CN" altLang="en-US"/>
              <a:t>cv2.imshow('original',img)  	#显示原图像</a:t>
            </a:r>
            <a:endParaRPr lang="zh-CN" altLang="en-US"/>
          </a:p>
          <a:p>
            <a:pPr marL="0" indent="0">
              <a:buNone/>
            </a:pPr>
            <a:r>
              <a:rPr lang="zh-CN" altLang="en-US"/>
              <a:t>plt.hist(img.ravel(),256)               	#绘制直方图</a:t>
            </a:r>
            <a:endParaRPr lang="zh-CN" altLang="en-US"/>
          </a:p>
          <a:p>
            <a:pPr marL="0" indent="0">
              <a:buNone/>
            </a:pPr>
            <a:r>
              <a:rPr lang="zh-CN" altLang="en-US"/>
              <a:t>plt.show()                              	#显示直方图</a:t>
            </a: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6.1.2  用calcHist()函数查找直方图</a:t>
            </a:r>
            <a:endParaRPr lang="zh-CN" altLang="en-US"/>
          </a:p>
        </p:txBody>
      </p:sp>
      <p:sp>
        <p:nvSpPr>
          <p:cNvPr id="3" name="内容占位符 2"/>
          <p:cNvSpPr>
            <a:spLocks noGrp="1"/>
          </p:cNvSpPr>
          <p:nvPr>
            <p:ph idx="1"/>
          </p:nvPr>
        </p:nvSpPr>
        <p:spPr>
          <a:xfrm>
            <a:off x="669925" y="952500"/>
            <a:ext cx="10849610" cy="5720080"/>
          </a:xfrm>
        </p:spPr>
        <p:txBody>
          <a:bodyPr>
            <a:noAutofit/>
          </a:bodyPr>
          <a:p>
            <a:pPr marL="0" indent="0">
              <a:lnSpc>
                <a:spcPct val="100000"/>
              </a:lnSpc>
              <a:buNone/>
            </a:pPr>
            <a:r>
              <a:rPr lang="zh-CN" altLang="en-US" sz="1000"/>
              <a:t>可使用OpenCV的cv2.calcHist()函数查找直方图，再利用matplotlib.pyplot的plot()函数绘制直方图。</a:t>
            </a:r>
            <a:endParaRPr lang="zh-CN" altLang="en-US" sz="1000"/>
          </a:p>
          <a:p>
            <a:pPr marL="0" indent="0">
              <a:lnSpc>
                <a:spcPct val="100000"/>
              </a:lnSpc>
              <a:buNone/>
            </a:pPr>
            <a:r>
              <a:rPr lang="zh-CN" altLang="en-US" sz="1000"/>
              <a:t>cv2.calcHist()函数的基本格式如下。</a:t>
            </a:r>
            <a:endParaRPr lang="zh-CN" altLang="en-US" sz="1000"/>
          </a:p>
          <a:p>
            <a:pPr marL="0" indent="0">
              <a:lnSpc>
                <a:spcPct val="100000"/>
              </a:lnSpc>
              <a:buNone/>
            </a:pPr>
            <a:r>
              <a:rPr lang="zh-CN" altLang="en-US" sz="1000"/>
              <a:t>hist=cv2.calcHist(image,channels,mask,histSize,ranges)</a:t>
            </a:r>
            <a:endParaRPr lang="zh-CN" altLang="en-US" sz="1000"/>
          </a:p>
          <a:p>
            <a:pPr marL="0" indent="0">
              <a:lnSpc>
                <a:spcPct val="100000"/>
              </a:lnSpc>
              <a:buNone/>
            </a:pPr>
            <a:r>
              <a:rPr lang="zh-CN" altLang="en-US" sz="1000"/>
              <a:t>参数说明如下。</a:t>
            </a:r>
            <a:endParaRPr lang="zh-CN" altLang="en-US" sz="1000"/>
          </a:p>
          <a:p>
            <a:pPr>
              <a:lnSpc>
                <a:spcPct val="100000"/>
              </a:lnSpc>
            </a:pPr>
            <a:r>
              <a:rPr lang="zh-CN" altLang="en-US" sz="1000"/>
              <a:t>hist为返回的直方图，是一个一维数组，其大小为256，保存了原图像中各个灰度级的数量。</a:t>
            </a:r>
            <a:endParaRPr lang="zh-CN" altLang="en-US" sz="1000"/>
          </a:p>
          <a:p>
            <a:pPr>
              <a:lnSpc>
                <a:spcPct val="100000"/>
              </a:lnSpc>
            </a:pPr>
            <a:r>
              <a:rPr lang="zh-CN" altLang="en-US" sz="1000"/>
              <a:t>image为原图像，实际参数需用方括号括起来。</a:t>
            </a:r>
            <a:endParaRPr lang="zh-CN" altLang="en-US" sz="1000"/>
          </a:p>
          <a:p>
            <a:pPr>
              <a:lnSpc>
                <a:spcPct val="100000"/>
              </a:lnSpc>
            </a:pPr>
            <a:r>
              <a:rPr lang="zh-CN" altLang="en-US" sz="1000"/>
              <a:t>channels为通道编号。灰度图像的通道编号为[0]，BGR图像的通道编号为[0][1][2]。</a:t>
            </a:r>
            <a:endParaRPr lang="zh-CN" altLang="en-US" sz="1000"/>
          </a:p>
          <a:p>
            <a:pPr>
              <a:lnSpc>
                <a:spcPct val="100000"/>
              </a:lnSpc>
            </a:pPr>
            <a:r>
              <a:rPr lang="zh-CN" altLang="en-US" sz="1000"/>
              <a:t>mask为掩模图像，为None时统计整个图像，否则统计部分图像。</a:t>
            </a:r>
            <a:endParaRPr lang="zh-CN" altLang="en-US" sz="1000"/>
          </a:p>
          <a:p>
            <a:pPr>
              <a:lnSpc>
                <a:spcPct val="100000"/>
              </a:lnSpc>
            </a:pPr>
            <a:r>
              <a:rPr lang="zh-CN" altLang="en-US" sz="1000"/>
              <a:t>histSize为BINS的值，实际参数需用方括号括起来，如[256]。</a:t>
            </a:r>
            <a:endParaRPr lang="zh-CN" altLang="en-US" sz="1000"/>
          </a:p>
          <a:p>
            <a:pPr>
              <a:lnSpc>
                <a:spcPct val="100000"/>
              </a:lnSpc>
            </a:pPr>
            <a:r>
              <a:rPr lang="zh-CN" altLang="en-US" sz="1000"/>
              <a:t>ranges为像素值范围，8位灰度图像为[0,255]。</a:t>
            </a:r>
            <a:endParaRPr lang="zh-CN" altLang="en-US" sz="1000"/>
          </a:p>
          <a:p>
            <a:pPr>
              <a:lnSpc>
                <a:spcPct val="100000"/>
              </a:lnSpc>
              <a:spcAft>
                <a:spcPts val="400"/>
              </a:spcAft>
              <a:buNone/>
            </a:pPr>
            <a:r>
              <a:rPr lang="zh-CN" altLang="en-US" sz="1000"/>
              <a:t>示例代码如下。</a:t>
            </a:r>
            <a:endParaRPr lang="zh-CN" altLang="en-US" sz="1000"/>
          </a:p>
          <a:p>
            <a:pPr marL="0" indent="0">
              <a:lnSpc>
                <a:spcPct val="100000"/>
              </a:lnSpc>
              <a:spcAft>
                <a:spcPts val="400"/>
              </a:spcAft>
              <a:buNone/>
            </a:pPr>
            <a:r>
              <a:rPr lang="zh-CN" altLang="en-US" sz="1000"/>
              <a:t>#test6-2.py：查找和绘制直方图</a:t>
            </a:r>
            <a:endParaRPr lang="zh-CN" altLang="en-US" sz="1000"/>
          </a:p>
          <a:p>
            <a:pPr marL="0" indent="0">
              <a:lnSpc>
                <a:spcPct val="100000"/>
              </a:lnSpc>
              <a:spcAft>
                <a:spcPts val="400"/>
              </a:spcAft>
              <a:buNone/>
            </a:pPr>
            <a:r>
              <a:rPr lang="zh-CN" altLang="en-US" sz="1000"/>
              <a:t>import cv2</a:t>
            </a:r>
            <a:endParaRPr lang="zh-CN" altLang="en-US" sz="1000"/>
          </a:p>
          <a:p>
            <a:pPr marL="0" indent="0">
              <a:lnSpc>
                <a:spcPct val="100000"/>
              </a:lnSpc>
              <a:spcAft>
                <a:spcPts val="400"/>
              </a:spcAft>
              <a:buNone/>
            </a:pPr>
            <a:r>
              <a:rPr lang="zh-CN" altLang="en-US" sz="1000"/>
              <a:t>import matplotlib.pyplot as plt</a:t>
            </a:r>
            <a:endParaRPr lang="zh-CN" altLang="en-US" sz="1000"/>
          </a:p>
          <a:p>
            <a:pPr marL="0" indent="0">
              <a:lnSpc>
                <a:spcPct val="100000"/>
              </a:lnSpc>
              <a:spcAft>
                <a:spcPts val="400"/>
              </a:spcAft>
              <a:buNone/>
            </a:pPr>
            <a:r>
              <a:rPr lang="zh-CN" altLang="en-US" sz="1000"/>
              <a:t>img=cv2.imread('gate.jpg')  		     		#读取图像</a:t>
            </a:r>
            <a:endParaRPr lang="zh-CN" altLang="en-US" sz="1000"/>
          </a:p>
          <a:p>
            <a:pPr marL="0" indent="0">
              <a:lnSpc>
                <a:spcPct val="100000"/>
              </a:lnSpc>
              <a:spcAft>
                <a:spcPts val="400"/>
              </a:spcAft>
              <a:buNone/>
            </a:pPr>
            <a:r>
              <a:rPr lang="zh-CN" altLang="en-US" sz="1000"/>
              <a:t>cv2.imshow('original',img)  	        			#显示原图像</a:t>
            </a:r>
            <a:endParaRPr lang="zh-CN" altLang="en-US" sz="1000"/>
          </a:p>
          <a:p>
            <a:pPr marL="0" indent="0">
              <a:lnSpc>
                <a:spcPct val="100000"/>
              </a:lnSpc>
              <a:spcAft>
                <a:spcPts val="400"/>
              </a:spcAft>
              <a:buNone/>
            </a:pPr>
            <a:r>
              <a:rPr lang="zh-CN" altLang="en-US" sz="1000"/>
              <a:t>histb=cv2.calcHist([img],[0],None,[256],[0,255])		#计算B通道直方图</a:t>
            </a:r>
            <a:endParaRPr lang="zh-CN" altLang="en-US" sz="1000"/>
          </a:p>
          <a:p>
            <a:pPr marL="0" indent="0">
              <a:lnSpc>
                <a:spcPct val="100000"/>
              </a:lnSpc>
              <a:spcAft>
                <a:spcPts val="400"/>
              </a:spcAft>
              <a:buNone/>
            </a:pPr>
            <a:r>
              <a:rPr lang="zh-CN" altLang="en-US" sz="1000"/>
              <a:t>histg=cv2.calcHist([img],[1],None,[256],[0,255])		#计算G通道直方图</a:t>
            </a:r>
            <a:endParaRPr lang="zh-CN" altLang="en-US" sz="1000"/>
          </a:p>
          <a:p>
            <a:pPr marL="0" indent="0">
              <a:lnSpc>
                <a:spcPct val="100000"/>
              </a:lnSpc>
              <a:spcAft>
                <a:spcPts val="400"/>
              </a:spcAft>
              <a:buNone/>
            </a:pPr>
            <a:r>
              <a:rPr lang="zh-CN" altLang="en-US" sz="1000"/>
              <a:t>histr=cv2.calcHist([img],[2],None,[256],[0,255])		#计算R通道直方图</a:t>
            </a:r>
            <a:endParaRPr lang="zh-CN" altLang="en-US" sz="1000"/>
          </a:p>
          <a:p>
            <a:pPr marL="0" indent="0">
              <a:lnSpc>
                <a:spcPct val="100000"/>
              </a:lnSpc>
              <a:spcAft>
                <a:spcPts val="400"/>
              </a:spcAft>
              <a:buNone/>
            </a:pPr>
            <a:r>
              <a:rPr lang="zh-CN" altLang="en-US" sz="1000"/>
              <a:t>plt.plot(histb,color='b')               			#绘制B通道直方图，蓝色</a:t>
            </a:r>
            <a:endParaRPr lang="zh-CN" altLang="en-US" sz="1000"/>
          </a:p>
          <a:p>
            <a:pPr marL="0" indent="0">
              <a:lnSpc>
                <a:spcPct val="100000"/>
              </a:lnSpc>
              <a:spcAft>
                <a:spcPts val="400"/>
              </a:spcAft>
              <a:buNone/>
            </a:pPr>
            <a:r>
              <a:rPr lang="zh-CN" altLang="en-US" sz="1000"/>
              <a:t>plt.plot(histg,color='g')               			#绘制G通道直方图，绿色</a:t>
            </a:r>
            <a:endParaRPr lang="zh-CN" altLang="en-US" sz="1000"/>
          </a:p>
          <a:p>
            <a:pPr marL="0" indent="0">
              <a:lnSpc>
                <a:spcPct val="100000"/>
              </a:lnSpc>
              <a:spcAft>
                <a:spcPts val="400"/>
              </a:spcAft>
              <a:buNone/>
            </a:pPr>
            <a:r>
              <a:rPr lang="zh-CN" altLang="en-US" sz="1000"/>
              <a:t>plt.plot(histr,color='r')               				#绘制R通道直方图，红色</a:t>
            </a:r>
            <a:endParaRPr lang="zh-CN" altLang="en-US" sz="1000"/>
          </a:p>
          <a:p>
            <a:pPr marL="0" indent="0">
              <a:lnSpc>
                <a:spcPct val="100000"/>
              </a:lnSpc>
              <a:spcAft>
                <a:spcPts val="400"/>
              </a:spcAft>
              <a:buNone/>
            </a:pPr>
            <a:r>
              <a:rPr lang="zh-CN" altLang="en-US" sz="1000"/>
              <a:t>plt.show()                              				#显示直方图</a:t>
            </a:r>
            <a:endParaRPr lang="zh-CN" altLang="en-US" sz="1000"/>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6.1.3  应用掩模的直方图</a:t>
            </a:r>
            <a:endParaRPr lang="zh-CN" altLang="en-US"/>
          </a:p>
        </p:txBody>
      </p:sp>
      <p:sp>
        <p:nvSpPr>
          <p:cNvPr id="3" name="内容占位符 2"/>
          <p:cNvSpPr>
            <a:spLocks noGrp="1"/>
          </p:cNvSpPr>
          <p:nvPr>
            <p:ph idx="1"/>
          </p:nvPr>
        </p:nvSpPr>
        <p:spPr>
          <a:xfrm>
            <a:off x="669925" y="952500"/>
            <a:ext cx="10849610" cy="5819140"/>
          </a:xfrm>
        </p:spPr>
        <p:txBody>
          <a:bodyPr>
            <a:normAutofit fontScale="90000"/>
          </a:bodyPr>
          <a:p>
            <a:pPr marL="0" indent="0">
              <a:lnSpc>
                <a:spcPct val="100000"/>
              </a:lnSpc>
              <a:spcAft>
                <a:spcPts val="0"/>
              </a:spcAft>
              <a:buNone/>
            </a:pPr>
            <a:r>
              <a:rPr lang="zh-CN" altLang="en-US"/>
              <a:t>cv2.calcHist()函数的mask参数用于指定掩模图像。掩模图像为黑底，其中的白色区域可视为透明区域，将其覆盖到原图像上，原图像中可显示出来的部分为掩模结果图像。指定掩模图像时，calcHist()函数只计算掩模结果图像的直方图。</a:t>
            </a:r>
            <a:endParaRPr lang="zh-CN" altLang="en-US"/>
          </a:p>
          <a:p>
            <a:pPr marL="0" indent="0">
              <a:lnSpc>
                <a:spcPct val="100000"/>
              </a:lnSpc>
              <a:spcAft>
                <a:spcPts val="0"/>
              </a:spcAft>
              <a:buNone/>
            </a:pPr>
            <a:r>
              <a:rPr lang="zh-CN" altLang="en-US"/>
              <a:t>示例代码如下。</a:t>
            </a:r>
            <a:endParaRPr lang="zh-CN" altLang="en-US"/>
          </a:p>
          <a:p>
            <a:pPr marL="0" indent="0">
              <a:lnSpc>
                <a:spcPct val="100000"/>
              </a:lnSpc>
              <a:spcAft>
                <a:spcPts val="0"/>
              </a:spcAft>
              <a:buNone/>
            </a:pPr>
            <a:r>
              <a:rPr lang="zh-CN" altLang="en-US"/>
              <a:t>#test6-3.py：应用掩模的直方图</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import matplotlib.pyplot as plt</a:t>
            </a:r>
            <a:endParaRPr lang="zh-CN" altLang="en-US"/>
          </a:p>
          <a:p>
            <a:pPr marL="0" indent="0">
              <a:lnSpc>
                <a:spcPct val="100000"/>
              </a:lnSpc>
              <a:spcAft>
                <a:spcPts val="0"/>
              </a:spcAft>
              <a:buNone/>
            </a:pPr>
            <a:r>
              <a:rPr lang="zh-CN" altLang="en-US"/>
              <a:t>img=cv2.imread('gate.jpg')  		     		#读取图像</a:t>
            </a:r>
            <a:endParaRPr lang="zh-CN" altLang="en-US"/>
          </a:p>
          <a:p>
            <a:pPr marL="0" indent="0">
              <a:lnSpc>
                <a:spcPct val="100000"/>
              </a:lnSpc>
              <a:spcAft>
                <a:spcPts val="0"/>
              </a:spcAft>
              <a:buNone/>
            </a:pPr>
            <a:r>
              <a:rPr lang="zh-CN" altLang="en-US"/>
              <a:t>w,h,d=img.shape</a:t>
            </a:r>
            <a:endParaRPr lang="zh-CN" altLang="en-US"/>
          </a:p>
          <a:p>
            <a:pPr marL="0" indent="0">
              <a:lnSpc>
                <a:spcPct val="100000"/>
              </a:lnSpc>
              <a:spcAft>
                <a:spcPts val="0"/>
              </a:spcAft>
              <a:buNone/>
            </a:pPr>
            <a:r>
              <a:rPr lang="zh-CN" altLang="en-US"/>
              <a:t>mask=np.zeros((w,h), np.uint8)				#按原图大小创建一幅黑色图像</a:t>
            </a:r>
            <a:endParaRPr lang="zh-CN" altLang="en-US"/>
          </a:p>
          <a:p>
            <a:pPr marL="0" indent="0">
              <a:lnSpc>
                <a:spcPct val="100000"/>
              </a:lnSpc>
              <a:spcAft>
                <a:spcPts val="0"/>
              </a:spcAft>
              <a:buNone/>
            </a:pPr>
            <a:r>
              <a:rPr lang="zh-CN" altLang="en-US"/>
              <a:t>w1=np.int0(w/4)</a:t>
            </a:r>
            <a:endParaRPr lang="zh-CN" altLang="en-US"/>
          </a:p>
          <a:p>
            <a:pPr marL="0" indent="0">
              <a:lnSpc>
                <a:spcPct val="100000"/>
              </a:lnSpc>
              <a:spcAft>
                <a:spcPts val="0"/>
              </a:spcAft>
              <a:buNone/>
            </a:pPr>
            <a:r>
              <a:rPr lang="zh-CN" altLang="en-US"/>
              <a:t>w2=np.int0(w*0.75)</a:t>
            </a:r>
            <a:endParaRPr lang="zh-CN" altLang="en-US"/>
          </a:p>
          <a:p>
            <a:pPr marL="0" indent="0">
              <a:lnSpc>
                <a:spcPct val="100000"/>
              </a:lnSpc>
              <a:spcAft>
                <a:spcPts val="0"/>
              </a:spcAft>
              <a:buNone/>
            </a:pPr>
            <a:r>
              <a:rPr lang="zh-CN" altLang="en-US"/>
              <a:t>h1=np.int0(h/4)</a:t>
            </a:r>
            <a:endParaRPr lang="zh-CN" altLang="en-US"/>
          </a:p>
          <a:p>
            <a:pPr marL="0" indent="0">
              <a:lnSpc>
                <a:spcPct val="100000"/>
              </a:lnSpc>
              <a:spcAft>
                <a:spcPts val="0"/>
              </a:spcAft>
              <a:buNone/>
            </a:pPr>
            <a:r>
              <a:rPr lang="zh-CN" altLang="en-US"/>
              <a:t>h2=np.int0(h*0.75)</a:t>
            </a:r>
            <a:endParaRPr lang="zh-CN" altLang="en-US"/>
          </a:p>
          <a:p>
            <a:pPr marL="0" indent="0">
              <a:lnSpc>
                <a:spcPct val="100000"/>
              </a:lnSpc>
              <a:spcAft>
                <a:spcPts val="0"/>
              </a:spcAft>
              <a:buNone/>
            </a:pPr>
            <a:r>
              <a:rPr lang="zh-CN" altLang="en-US"/>
              <a:t>mask[w1:w2,h1:h2]=255               				#设置掩模白色区域</a:t>
            </a:r>
            <a:endParaRPr lang="zh-CN" altLang="en-US"/>
          </a:p>
          <a:p>
            <a:pPr marL="0" indent="0">
              <a:lnSpc>
                <a:spcPct val="100000"/>
              </a:lnSpc>
              <a:spcAft>
                <a:spcPts val="0"/>
              </a:spcAft>
              <a:buNone/>
            </a:pPr>
            <a:r>
              <a:rPr lang="zh-CN" altLang="en-US"/>
              <a:t>cv2.imshow('mask',mask)  	        			#显示掩模图像</a:t>
            </a:r>
            <a:endParaRPr lang="zh-CN" altLang="en-US"/>
          </a:p>
          <a:p>
            <a:pPr marL="0" indent="0">
              <a:lnSpc>
                <a:spcPct val="100000"/>
              </a:lnSpc>
              <a:spcAft>
                <a:spcPts val="0"/>
              </a:spcAft>
              <a:buNone/>
            </a:pPr>
            <a:r>
              <a:rPr lang="zh-CN" altLang="en-US"/>
              <a:t>histb=cv2.calcHist([img],[0],mask,[256],[0,255])		#计算B通道直方图</a:t>
            </a:r>
            <a:endParaRPr lang="zh-CN" altLang="en-US"/>
          </a:p>
          <a:p>
            <a:pPr marL="0" indent="0">
              <a:lnSpc>
                <a:spcPct val="100000"/>
              </a:lnSpc>
              <a:spcAft>
                <a:spcPts val="0"/>
              </a:spcAft>
              <a:buNone/>
            </a:pPr>
            <a:r>
              <a:rPr lang="zh-CN" altLang="en-US"/>
              <a:t>histg=cv2.calcHist([img],[1],mask,[256],[0,255])		#计算G通道直方图</a:t>
            </a:r>
            <a:endParaRPr lang="zh-CN" altLang="en-US"/>
          </a:p>
          <a:p>
            <a:pPr marL="0" indent="0">
              <a:lnSpc>
                <a:spcPct val="100000"/>
              </a:lnSpc>
              <a:spcAft>
                <a:spcPts val="0"/>
              </a:spcAft>
              <a:buNone/>
            </a:pPr>
            <a:r>
              <a:rPr lang="zh-CN" altLang="en-US"/>
              <a:t>histr=cv2.calcHist([img],[2],mask,[256],[0,255])		#计算R通道直方图</a:t>
            </a:r>
            <a:endParaRPr lang="zh-CN" altLang="en-US"/>
          </a:p>
          <a:p>
            <a:pPr marL="0" indent="0">
              <a:lnSpc>
                <a:spcPct val="100000"/>
              </a:lnSpc>
              <a:spcAft>
                <a:spcPts val="0"/>
              </a:spcAft>
              <a:buNone/>
            </a:pPr>
            <a:r>
              <a:rPr lang="zh-CN" altLang="en-US"/>
              <a:t>plt.plot(histb,color='b')               				#绘制B通道直方图，蓝色</a:t>
            </a:r>
            <a:endParaRPr lang="zh-CN" altLang="en-US"/>
          </a:p>
          <a:p>
            <a:pPr marL="0" indent="0">
              <a:lnSpc>
                <a:spcPct val="100000"/>
              </a:lnSpc>
              <a:spcAft>
                <a:spcPts val="0"/>
              </a:spcAft>
              <a:buNone/>
            </a:pPr>
            <a:r>
              <a:rPr lang="zh-CN" altLang="en-US"/>
              <a:t>plt.plot(histg,color='g')               				#绘制G通道直方图，绿色</a:t>
            </a:r>
            <a:endParaRPr lang="zh-CN" altLang="en-US"/>
          </a:p>
          <a:p>
            <a:pPr marL="0" indent="0">
              <a:lnSpc>
                <a:spcPct val="100000"/>
              </a:lnSpc>
              <a:spcAft>
                <a:spcPts val="0"/>
              </a:spcAft>
              <a:buNone/>
            </a:pPr>
            <a:r>
              <a:rPr lang="zh-CN" altLang="en-US"/>
              <a:t>plt.plot(histr,color='r')               				#绘制R通道直方图，红色</a:t>
            </a:r>
            <a:endParaRPr lang="zh-CN" altLang="en-US"/>
          </a:p>
          <a:p>
            <a:pPr marL="0" indent="0">
              <a:lnSpc>
                <a:spcPct val="100000"/>
              </a:lnSpc>
              <a:spcAft>
                <a:spcPts val="0"/>
              </a:spcAft>
              <a:buNone/>
            </a:pPr>
            <a:r>
              <a:rPr lang="zh-CN" altLang="en-US"/>
              <a:t>plt.show()                              				#显示直方图</a:t>
            </a:r>
            <a:endParaRPr lang="zh-CN" altLang="en-US"/>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6.1.4  NumPy中的直方图</a:t>
            </a:r>
            <a:endParaRPr lang="zh-CN" altLang="en-US"/>
          </a:p>
        </p:txBody>
      </p:sp>
      <p:sp>
        <p:nvSpPr>
          <p:cNvPr id="3" name="内容占位符 2"/>
          <p:cNvSpPr>
            <a:spLocks noGrp="1"/>
          </p:cNvSpPr>
          <p:nvPr>
            <p:ph idx="1"/>
          </p:nvPr>
        </p:nvSpPr>
        <p:spPr>
          <a:xfrm>
            <a:off x="693203" y="980448"/>
            <a:ext cx="10849411" cy="5388907"/>
          </a:xfrm>
        </p:spPr>
        <p:txBody>
          <a:bodyPr>
            <a:normAutofit fontScale="90000"/>
          </a:bodyPr>
          <a:p>
            <a:pPr marL="0" indent="0">
              <a:lnSpc>
                <a:spcPct val="100000"/>
              </a:lnSpc>
              <a:spcAft>
                <a:spcPts val="0"/>
              </a:spcAft>
              <a:buNone/>
            </a:pPr>
            <a:r>
              <a:rPr lang="zh-CN" altLang="en-US"/>
              <a:t>NumPy的histogram()函数可用于计算直方图，其基本格式如下。</a:t>
            </a:r>
            <a:endParaRPr lang="zh-CN" altLang="en-US"/>
          </a:p>
          <a:p>
            <a:pPr marL="0" indent="0">
              <a:lnSpc>
                <a:spcPct val="100000"/>
              </a:lnSpc>
              <a:spcAft>
                <a:spcPts val="0"/>
              </a:spcAft>
              <a:buNone/>
            </a:pPr>
            <a:r>
              <a:rPr lang="zh-CN" altLang="en-US"/>
              <a:t>hist,bin_edges=np.histogram(src,bins,range)</a:t>
            </a:r>
            <a:endParaRPr lang="zh-CN" altLang="en-US"/>
          </a:p>
          <a:p>
            <a:pPr marL="0" indent="0">
              <a:lnSpc>
                <a:spcPct val="100000"/>
              </a:lnSpc>
              <a:spcAft>
                <a:spcPts val="0"/>
              </a:spcAft>
              <a:buNone/>
            </a:pPr>
            <a:r>
              <a:rPr lang="zh-CN" altLang="en-US"/>
              <a:t>参数说明如下。</a:t>
            </a:r>
            <a:endParaRPr lang="zh-CN" altLang="en-US"/>
          </a:p>
          <a:p>
            <a:pPr>
              <a:lnSpc>
                <a:spcPct val="100000"/>
              </a:lnSpc>
              <a:spcAft>
                <a:spcPts val="0"/>
              </a:spcAft>
            </a:pPr>
            <a:r>
              <a:rPr lang="zh-CN" altLang="en-US"/>
              <a:t>hist返回的直方图。</a:t>
            </a:r>
            <a:endParaRPr lang="zh-CN" altLang="en-US"/>
          </a:p>
          <a:p>
            <a:pPr>
              <a:lnSpc>
                <a:spcPct val="100000"/>
              </a:lnSpc>
              <a:spcAft>
                <a:spcPts val="0"/>
              </a:spcAft>
            </a:pPr>
            <a:r>
              <a:rPr lang="zh-CN" altLang="en-US"/>
              <a:t>bin_edges为返回的灰度级分组数量边界值。</a:t>
            </a:r>
            <a:endParaRPr lang="zh-CN" altLang="en-US"/>
          </a:p>
          <a:p>
            <a:pPr>
              <a:lnSpc>
                <a:spcPct val="100000"/>
              </a:lnSpc>
              <a:spcAft>
                <a:spcPts val="0"/>
              </a:spcAft>
            </a:pPr>
            <a:r>
              <a:rPr lang="zh-CN" altLang="en-US"/>
              <a:t>src为原图转换成的一维数组。</a:t>
            </a:r>
            <a:endParaRPr lang="zh-CN" altLang="en-US"/>
          </a:p>
          <a:p>
            <a:pPr>
              <a:lnSpc>
                <a:spcPct val="100000"/>
              </a:lnSpc>
              <a:spcAft>
                <a:spcPts val="0"/>
              </a:spcAft>
            </a:pPr>
            <a:r>
              <a:rPr lang="zh-CN" altLang="en-US"/>
              <a:t>bins为灰度级分组数量。</a:t>
            </a:r>
            <a:endParaRPr lang="zh-CN" altLang="en-US"/>
          </a:p>
          <a:p>
            <a:pPr>
              <a:lnSpc>
                <a:spcPct val="100000"/>
              </a:lnSpc>
              <a:spcAft>
                <a:spcPts val="0"/>
              </a:spcAft>
            </a:pPr>
            <a:r>
              <a:rPr lang="zh-CN" altLang="en-US"/>
              <a:t>range为像素值范围。</a:t>
            </a:r>
            <a:endParaRPr lang="zh-CN" altLang="en-US"/>
          </a:p>
          <a:p>
            <a:pPr>
              <a:lnSpc>
                <a:spcPct val="100000"/>
              </a:lnSpc>
              <a:spcAft>
                <a:spcPts val="0"/>
              </a:spcAft>
              <a:buNone/>
            </a:pPr>
            <a:endParaRPr lang="zh-CN" altLang="en-US"/>
          </a:p>
          <a:p>
            <a:pPr>
              <a:lnSpc>
                <a:spcPct val="100000"/>
              </a:lnSpc>
              <a:spcAft>
                <a:spcPts val="0"/>
              </a:spcAft>
              <a:buNone/>
            </a:pPr>
            <a:r>
              <a:rPr lang="zh-CN" altLang="en-US"/>
              <a:t>示例代码如下。</a:t>
            </a:r>
            <a:endParaRPr lang="zh-CN" altLang="en-US"/>
          </a:p>
          <a:p>
            <a:pPr marL="0" indent="0">
              <a:lnSpc>
                <a:spcPct val="100000"/>
              </a:lnSpc>
              <a:spcAft>
                <a:spcPts val="0"/>
              </a:spcAft>
              <a:buNone/>
            </a:pPr>
            <a:r>
              <a:rPr lang="zh-CN" altLang="en-US"/>
              <a:t>#test6-4.py：NumPy中的直方图</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numpy as np</a:t>
            </a:r>
            <a:endParaRPr lang="zh-CN" altLang="en-US"/>
          </a:p>
          <a:p>
            <a:pPr marL="0" indent="0">
              <a:lnSpc>
                <a:spcPct val="100000"/>
              </a:lnSpc>
              <a:spcAft>
                <a:spcPts val="0"/>
              </a:spcAft>
              <a:buNone/>
            </a:pPr>
            <a:r>
              <a:rPr lang="zh-CN" altLang="en-US"/>
              <a:t>import matplotlib.pyplot as plt</a:t>
            </a:r>
            <a:endParaRPr lang="zh-CN" altLang="en-US"/>
          </a:p>
          <a:p>
            <a:pPr marL="0" indent="0">
              <a:lnSpc>
                <a:spcPct val="100000"/>
              </a:lnSpc>
              <a:spcAft>
                <a:spcPts val="0"/>
              </a:spcAft>
              <a:buNone/>
            </a:pPr>
            <a:r>
              <a:rPr lang="zh-CN" altLang="en-US"/>
              <a:t>img=cv2.imread('gate.jpg')  		     		#读取图像</a:t>
            </a:r>
            <a:endParaRPr lang="zh-CN" altLang="en-US"/>
          </a:p>
          <a:p>
            <a:pPr marL="0" indent="0">
              <a:lnSpc>
                <a:spcPct val="100000"/>
              </a:lnSpc>
              <a:spcAft>
                <a:spcPts val="0"/>
              </a:spcAft>
              <a:buNone/>
            </a:pPr>
            <a:r>
              <a:rPr lang="zh-CN" altLang="en-US"/>
              <a:t>cv2.imshow('original',img)  	        		</a:t>
            </a:r>
            <a:r>
              <a:rPr lang="en-US" altLang="zh-CN"/>
              <a:t>	</a:t>
            </a:r>
            <a:r>
              <a:rPr lang="zh-CN" altLang="en-US"/>
              <a:t>#显示原图像</a:t>
            </a:r>
            <a:endParaRPr lang="zh-CN" altLang="en-US"/>
          </a:p>
          <a:p>
            <a:pPr marL="0" indent="0">
              <a:lnSpc>
                <a:spcPct val="100000"/>
              </a:lnSpc>
              <a:spcAft>
                <a:spcPts val="0"/>
              </a:spcAft>
              <a:buNone/>
            </a:pPr>
            <a:r>
              <a:rPr lang="zh-CN" altLang="en-US"/>
              <a:t>histb,e1=np.histogram(img[0].ravel(),256,[0,256])		#计算B通道直方图</a:t>
            </a:r>
            <a:endParaRPr lang="zh-CN" altLang="en-US"/>
          </a:p>
          <a:p>
            <a:pPr marL="0" indent="0">
              <a:lnSpc>
                <a:spcPct val="100000"/>
              </a:lnSpc>
              <a:spcAft>
                <a:spcPts val="0"/>
              </a:spcAft>
              <a:buNone/>
            </a:pPr>
            <a:r>
              <a:rPr lang="zh-CN" altLang="en-US"/>
              <a:t>histg,e2=np.histogram(img[1].ravel(),256,[0,256])		#计算G通道直方图</a:t>
            </a:r>
            <a:endParaRPr lang="zh-CN" altLang="en-US"/>
          </a:p>
          <a:p>
            <a:pPr marL="0" indent="0">
              <a:lnSpc>
                <a:spcPct val="100000"/>
              </a:lnSpc>
              <a:spcAft>
                <a:spcPts val="0"/>
              </a:spcAft>
              <a:buNone/>
            </a:pPr>
            <a:r>
              <a:rPr lang="zh-CN" altLang="en-US"/>
              <a:t>histr,e3=np.histogram(img[2].ravel(),256,[0,256])		#计算R通道直方图</a:t>
            </a:r>
            <a:endParaRPr lang="zh-CN" altLang="en-US"/>
          </a:p>
          <a:p>
            <a:pPr marL="0" indent="0">
              <a:lnSpc>
                <a:spcPct val="100000"/>
              </a:lnSpc>
              <a:spcAft>
                <a:spcPts val="0"/>
              </a:spcAft>
              <a:buNone/>
            </a:pPr>
            <a:r>
              <a:rPr lang="zh-CN" altLang="en-US"/>
              <a:t>plt.plot(histb,color='b')               				#绘制B通道直方图，蓝色</a:t>
            </a:r>
            <a:endParaRPr lang="zh-CN" altLang="en-US"/>
          </a:p>
          <a:p>
            <a:pPr marL="0" indent="0">
              <a:lnSpc>
                <a:spcPct val="100000"/>
              </a:lnSpc>
              <a:spcAft>
                <a:spcPts val="0"/>
              </a:spcAft>
              <a:buNone/>
            </a:pPr>
            <a:r>
              <a:rPr lang="zh-CN" altLang="en-US"/>
              <a:t>plt.plot(histg,color='g')               				#绘制G通道直方图，绿色</a:t>
            </a:r>
            <a:endParaRPr lang="zh-CN" altLang="en-US"/>
          </a:p>
          <a:p>
            <a:pPr marL="0" indent="0">
              <a:lnSpc>
                <a:spcPct val="100000"/>
              </a:lnSpc>
              <a:spcAft>
                <a:spcPts val="0"/>
              </a:spcAft>
              <a:buNone/>
            </a:pPr>
            <a:r>
              <a:rPr lang="zh-CN" altLang="en-US"/>
              <a:t>plt.plot(histr,color='r')               				#绘制R通道直方图，红色</a:t>
            </a:r>
            <a:endParaRPr lang="zh-CN" altLang="en-US"/>
          </a:p>
          <a:p>
            <a:pPr marL="0" indent="0">
              <a:lnSpc>
                <a:spcPct val="100000"/>
              </a:lnSpc>
              <a:spcAft>
                <a:spcPts val="0"/>
              </a:spcAft>
              <a:buNone/>
            </a:pPr>
            <a:r>
              <a:rPr lang="zh-CN" altLang="en-US"/>
              <a:t>plt.show()                              				#显示直方图</a:t>
            </a: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6.2 直方图均衡化</a:t>
            </a:r>
            <a:endParaRPr lang="en-US" altLang="zh-CN"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直方图均衡化通过调整图像的灰度来提高图像的对比度。</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dirty="0">
                <a:latin typeface="汉仪旗黑Y4-85简" panose="00020600040101010101" charset="-122"/>
                <a:ea typeface="汉仪旗黑Y4-85简" panose="00020600040101010101" charset="-122"/>
              </a:rPr>
              <a:t>普通直方图均衡化</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限制对比度自适应直方图均衡化</a:t>
            </a:r>
            <a:endParaRPr dirty="0">
              <a:latin typeface="汉仪旗黑Y4-85简" panose="00020600040101010101" charset="-122"/>
              <a:ea typeface="汉仪旗黑Y4-85简" panose="0002060004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6.2.1  普通直方图均衡化</a:t>
            </a:r>
            <a:endParaRPr lang="zh-CN" altLang="en-US"/>
          </a:p>
        </p:txBody>
      </p:sp>
      <p:sp>
        <p:nvSpPr>
          <p:cNvPr id="3" name="内容占位符 2"/>
          <p:cNvSpPr>
            <a:spLocks noGrp="1"/>
          </p:cNvSpPr>
          <p:nvPr>
            <p:ph idx="1"/>
          </p:nvPr>
        </p:nvSpPr>
        <p:spPr/>
        <p:txBody>
          <a:bodyPr>
            <a:normAutofit/>
          </a:bodyPr>
          <a:p>
            <a:pPr marL="0" indent="0">
              <a:lnSpc>
                <a:spcPct val="100000"/>
              </a:lnSpc>
              <a:spcAft>
                <a:spcPts val="0"/>
              </a:spcAft>
              <a:buNone/>
            </a:pPr>
            <a:r>
              <a:rPr lang="zh-CN" altLang="en-US"/>
              <a:t>普通直方图均衡化主要是指将原图像的灰度级均匀地映射到全部灰度级范围内。OpenCV的cv2.equalizeHist(src)函数用于实现普通直方图均衡化，其基本格式如下。</a:t>
            </a:r>
            <a:endParaRPr lang="zh-CN" altLang="en-US"/>
          </a:p>
          <a:p>
            <a:pPr marL="0" indent="0">
              <a:lnSpc>
                <a:spcPct val="100000"/>
              </a:lnSpc>
              <a:spcAft>
                <a:spcPts val="0"/>
              </a:spcAft>
              <a:buNone/>
            </a:pPr>
            <a:r>
              <a:rPr lang="zh-CN" altLang="en-US"/>
              <a:t>dst=cv2.equalizeHist(src)</a:t>
            </a:r>
            <a:endParaRPr lang="zh-CN" altLang="en-US"/>
          </a:p>
          <a:p>
            <a:pPr marL="0" indent="0">
              <a:lnSpc>
                <a:spcPct val="100000"/>
              </a:lnSpc>
              <a:spcAft>
                <a:spcPts val="0"/>
              </a:spcAft>
              <a:buNone/>
            </a:pPr>
            <a:r>
              <a:rPr lang="zh-CN" altLang="en-US"/>
              <a:t>参数说明如下。</a:t>
            </a:r>
            <a:endParaRPr lang="zh-CN" altLang="en-US"/>
          </a:p>
          <a:p>
            <a:pPr>
              <a:lnSpc>
                <a:spcPct val="100000"/>
              </a:lnSpc>
              <a:spcAft>
                <a:spcPts val="0"/>
              </a:spcAft>
            </a:pPr>
            <a:r>
              <a:rPr lang="zh-CN" altLang="en-US"/>
              <a:t>dst为直方图均衡化后的图像。</a:t>
            </a:r>
            <a:endParaRPr lang="zh-CN" altLang="en-US"/>
          </a:p>
          <a:p>
            <a:pPr>
              <a:lnSpc>
                <a:spcPct val="100000"/>
              </a:lnSpc>
              <a:spcAft>
                <a:spcPts val="0"/>
              </a:spcAft>
            </a:pPr>
            <a:r>
              <a:rPr lang="zh-CN" altLang="en-US"/>
              <a:t>src为原图像，必须是8位的单通道图像。</a:t>
            </a:r>
            <a:endParaRPr lang="zh-CN" altLang="en-US"/>
          </a:p>
          <a:p>
            <a:pPr>
              <a:lnSpc>
                <a:spcPct val="100000"/>
              </a:lnSpc>
              <a:spcAft>
                <a:spcPts val="0"/>
              </a:spcAft>
              <a:buNone/>
            </a:pPr>
            <a:endParaRPr lang="zh-CN" altLang="en-US"/>
          </a:p>
          <a:p>
            <a:pPr marL="0" indent="0">
              <a:lnSpc>
                <a:spcPct val="100000"/>
              </a:lnSpc>
              <a:spcAft>
                <a:spcPts val="0"/>
              </a:spcAft>
              <a:buNone/>
            </a:pPr>
            <a:r>
              <a:rPr lang="zh-CN" altLang="en-US"/>
              <a:t>示例代码如下。</a:t>
            </a:r>
            <a:endParaRPr lang="zh-CN" altLang="en-US"/>
          </a:p>
          <a:p>
            <a:pPr marL="0" indent="0">
              <a:lnSpc>
                <a:spcPct val="100000"/>
              </a:lnSpc>
              <a:spcAft>
                <a:spcPts val="0"/>
              </a:spcAft>
              <a:buNone/>
            </a:pPr>
            <a:r>
              <a:rPr lang="zh-CN" altLang="en-US"/>
              <a:t>#test6-5.py：直方图均衡化</a:t>
            </a:r>
            <a:endParaRPr lang="zh-CN" altLang="en-US"/>
          </a:p>
          <a:p>
            <a:pPr marL="0" indent="0">
              <a:lnSpc>
                <a:spcPct val="100000"/>
              </a:lnSpc>
              <a:spcAft>
                <a:spcPts val="0"/>
              </a:spcAft>
              <a:buNone/>
            </a:pPr>
            <a:r>
              <a:rPr lang="zh-CN" altLang="en-US"/>
              <a:t>import cv2</a:t>
            </a:r>
            <a:endParaRPr lang="zh-CN" altLang="en-US"/>
          </a:p>
          <a:p>
            <a:pPr marL="0" indent="0">
              <a:lnSpc>
                <a:spcPct val="100000"/>
              </a:lnSpc>
              <a:spcAft>
                <a:spcPts val="0"/>
              </a:spcAft>
              <a:buNone/>
            </a:pPr>
            <a:r>
              <a:rPr lang="zh-CN" altLang="en-US"/>
              <a:t>import matplotlib.pyplot as plt</a:t>
            </a:r>
            <a:endParaRPr lang="zh-CN" altLang="en-US"/>
          </a:p>
          <a:p>
            <a:pPr marL="0" indent="0">
              <a:lnSpc>
                <a:spcPct val="100000"/>
              </a:lnSpc>
              <a:spcAft>
                <a:spcPts val="0"/>
              </a:spcAft>
              <a:buNone/>
            </a:pPr>
            <a:r>
              <a:rPr lang="zh-CN" altLang="en-US"/>
              <a:t>img=cv2.imread('bee.jpg',0) 	        		#打开灰度图像</a:t>
            </a:r>
            <a:endParaRPr lang="zh-CN" altLang="en-US"/>
          </a:p>
          <a:p>
            <a:pPr marL="0" indent="0">
              <a:lnSpc>
                <a:spcPct val="100000"/>
              </a:lnSpc>
              <a:spcAft>
                <a:spcPts val="0"/>
              </a:spcAft>
              <a:buNone/>
            </a:pPr>
            <a:r>
              <a:rPr lang="zh-CN" altLang="en-US"/>
              <a:t>cv2.imshow('original',img)  	        		#显示原图像</a:t>
            </a:r>
            <a:endParaRPr lang="zh-CN" altLang="en-US"/>
          </a:p>
          <a:p>
            <a:pPr marL="0" indent="0">
              <a:lnSpc>
                <a:spcPct val="100000"/>
              </a:lnSpc>
              <a:spcAft>
                <a:spcPts val="0"/>
              </a:spcAft>
              <a:buNone/>
            </a:pPr>
            <a:r>
              <a:rPr lang="zh-CN" altLang="en-US"/>
              <a:t>plt.figure('原图的直方图')</a:t>
            </a:r>
            <a:endParaRPr lang="zh-CN" altLang="en-US"/>
          </a:p>
          <a:p>
            <a:pPr marL="0" indent="0">
              <a:lnSpc>
                <a:spcPct val="100000"/>
              </a:lnSpc>
              <a:spcAft>
                <a:spcPts val="0"/>
              </a:spcAft>
              <a:buNone/>
            </a:pPr>
            <a:r>
              <a:rPr lang="zh-CN" altLang="en-US"/>
              <a:t>plt.hist(img.ravel(),256)               		#绘制原直方图</a:t>
            </a:r>
            <a:endParaRPr lang="zh-CN" altLang="en-US"/>
          </a:p>
          <a:p>
            <a:pPr marL="0" indent="0">
              <a:lnSpc>
                <a:spcPct val="100000"/>
              </a:lnSpc>
              <a:spcAft>
                <a:spcPts val="0"/>
              </a:spcAft>
              <a:buNone/>
            </a:pPr>
            <a:r>
              <a:rPr lang="zh-CN" altLang="en-US"/>
              <a:t>img2=cv2.equalizeHist(img)</a:t>
            </a:r>
            <a:endParaRPr lang="zh-CN" altLang="en-US"/>
          </a:p>
          <a:p>
            <a:pPr marL="0" indent="0">
              <a:lnSpc>
                <a:spcPct val="100000"/>
              </a:lnSpc>
              <a:spcAft>
                <a:spcPts val="0"/>
              </a:spcAft>
              <a:buNone/>
            </a:pPr>
            <a:r>
              <a:rPr lang="zh-CN" altLang="en-US"/>
              <a:t>cv2.imshow('equalizeHist',img2)  	      	#显示均衡化后的图像</a:t>
            </a:r>
            <a:endParaRPr lang="zh-CN" altLang="en-US"/>
          </a:p>
          <a:p>
            <a:pPr marL="0" indent="0">
              <a:lnSpc>
                <a:spcPct val="100000"/>
              </a:lnSpc>
              <a:spcAft>
                <a:spcPts val="0"/>
              </a:spcAft>
              <a:buNone/>
            </a:pPr>
            <a:r>
              <a:rPr lang="zh-CN" altLang="en-US"/>
              <a:t>plt.figure('均衡化后的直方图')</a:t>
            </a:r>
            <a:endParaRPr lang="zh-CN" altLang="en-US"/>
          </a:p>
          <a:p>
            <a:pPr marL="0" indent="0">
              <a:lnSpc>
                <a:spcPct val="100000"/>
              </a:lnSpc>
              <a:spcAft>
                <a:spcPts val="0"/>
              </a:spcAft>
              <a:buNone/>
            </a:pPr>
            <a:r>
              <a:rPr lang="zh-CN" altLang="en-US"/>
              <a:t>plt.hist(img2.ravel(),256)               		#绘制均衡化后图像的直方图</a:t>
            </a:r>
            <a:endParaRPr lang="zh-CN" altLang="en-US"/>
          </a:p>
          <a:p>
            <a:pPr marL="0" indent="0">
              <a:lnSpc>
                <a:spcPct val="100000"/>
              </a:lnSpc>
              <a:spcAft>
                <a:spcPts val="0"/>
              </a:spcAft>
              <a:buNone/>
            </a:pPr>
            <a:r>
              <a:rPr lang="zh-CN" altLang="en-US"/>
              <a:t>plt.show()                              		</a:t>
            </a:r>
            <a:r>
              <a:rPr lang="en-US" altLang="zh-CN"/>
              <a:t>	</a:t>
            </a:r>
            <a:r>
              <a:rPr lang="zh-CN" altLang="en-US"/>
              <a:t>#显示直方图</a:t>
            </a:r>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6.2.2  限制对比度自适应直方图均衡化</a:t>
            </a:r>
            <a:endParaRPr lang="zh-CN" altLang="en-US"/>
          </a:p>
        </p:txBody>
      </p:sp>
      <p:sp>
        <p:nvSpPr>
          <p:cNvPr id="3" name="内容占位符 2"/>
          <p:cNvSpPr>
            <a:spLocks noGrp="1"/>
          </p:cNvSpPr>
          <p:nvPr>
            <p:ph idx="1"/>
          </p:nvPr>
        </p:nvSpPr>
        <p:spPr/>
        <p:txBody>
          <a:bodyPr/>
          <a:p>
            <a:pPr marL="0" indent="0">
              <a:buNone/>
            </a:pPr>
            <a:r>
              <a:rPr lang="en-US" altLang="zh-CN"/>
              <a:t>     </a:t>
            </a:r>
            <a:r>
              <a:rPr lang="zh-CN" altLang="en-US"/>
              <a:t>普通直方图均衡化用于对图像全局进行调整，不能有效提高图像的局部对比度。为了提高图像的局部对比度，可将图像分成若干子块，对子块进行直方图均衡化，这就是自适应直方图均衡化。自适应直方图均衡化可能会造成图像的局部对比度过高，从而导致图像失真。为了解决此问题，可对局部对比度进行限制，这就是限制对比度自适应直方图均衡化（Contrast Limited Adaptive Histogram Equalization，CLAHE）。</a:t>
            </a:r>
            <a:endParaRPr lang="zh-CN" altLang="en-US"/>
          </a:p>
          <a:p>
            <a:pPr marL="0" indent="0">
              <a:buNone/>
            </a:pPr>
            <a:r>
              <a:rPr lang="zh-CN" altLang="en-US"/>
              <a:t>OpenCV的cv2.createCLAHE()函数用于创建CLAHE对象，其基本格式如下。</a:t>
            </a:r>
            <a:endParaRPr lang="zh-CN" altLang="en-US"/>
          </a:p>
          <a:p>
            <a:pPr marL="0" indent="0">
              <a:buNone/>
            </a:pPr>
            <a:r>
              <a:rPr lang="zh-CN" altLang="en-US"/>
              <a:t>retval=cv2.createCLAHE([clipLimit[,tileGridSize]])</a:t>
            </a:r>
            <a:endParaRPr lang="zh-CN" altLang="en-US"/>
          </a:p>
          <a:p>
            <a:pPr marL="0" indent="0">
              <a:buNone/>
            </a:pPr>
            <a:r>
              <a:rPr lang="zh-CN" altLang="en-US"/>
              <a:t>参数说明如下。</a:t>
            </a:r>
            <a:endParaRPr lang="zh-CN" altLang="en-US"/>
          </a:p>
          <a:p>
            <a:r>
              <a:rPr lang="zh-CN" altLang="en-US"/>
              <a:t>retval为返回的CLAHE对象。</a:t>
            </a:r>
            <a:endParaRPr lang="zh-CN" altLang="en-US"/>
          </a:p>
          <a:p>
            <a:r>
              <a:rPr lang="zh-CN" altLang="en-US"/>
              <a:t>clipLimit为对比度受限的阈值，默认值为40.0。</a:t>
            </a:r>
            <a:endParaRPr lang="zh-CN" altLang="en-US"/>
          </a:p>
          <a:p>
            <a:r>
              <a:rPr lang="zh-CN" altLang="en-US"/>
              <a:t>tileGridSize为直方图均衡化的网格大小，默认值为(8,8)。</a:t>
            </a:r>
            <a:endParaRPr lang="zh-CN" altLang="en-US"/>
          </a:p>
          <a:p>
            <a:pPr>
              <a:buNone/>
            </a:pPr>
            <a:r>
              <a:rPr lang="zh-CN" altLang="en-US"/>
              <a:t>调用CLAHE对象的apply()方法，将其应用到图像中进行均衡化。</a:t>
            </a:r>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示例代码如下。</a:t>
            </a:r>
            <a:endParaRPr lang="zh-CN" altLang="en-US"/>
          </a:p>
          <a:p>
            <a:pPr marL="0" indent="0">
              <a:buNone/>
            </a:pPr>
            <a:r>
              <a:rPr lang="zh-CN" altLang="en-US"/>
              <a:t>#test6-6.py：限制对比度自适应直方图均衡化</a:t>
            </a:r>
            <a:endParaRPr lang="zh-CN" altLang="en-US"/>
          </a:p>
          <a:p>
            <a:pPr marL="0" indent="0">
              <a:buNone/>
            </a:pPr>
            <a:r>
              <a:rPr lang="zh-CN" altLang="en-US"/>
              <a:t>import cv2</a:t>
            </a:r>
            <a:endParaRPr lang="zh-CN" altLang="en-US"/>
          </a:p>
          <a:p>
            <a:pPr marL="0" indent="0">
              <a:buNone/>
            </a:pPr>
            <a:r>
              <a:rPr lang="zh-CN" altLang="en-US"/>
              <a:t>import matplotlib.pyplot as plt</a:t>
            </a:r>
            <a:endParaRPr lang="zh-CN" altLang="en-US"/>
          </a:p>
          <a:p>
            <a:pPr marL="0" indent="0">
              <a:buNone/>
            </a:pPr>
            <a:r>
              <a:rPr lang="zh-CN" altLang="en-US"/>
              <a:t>img=cv2.imread('clahe.jpg',0) 	            		#打开图像（单通道灰度图像）</a:t>
            </a:r>
            <a:endParaRPr lang="zh-CN" altLang="en-US"/>
          </a:p>
          <a:p>
            <a:pPr marL="0" indent="0">
              <a:buNone/>
            </a:pPr>
            <a:r>
              <a:rPr lang="zh-CN" altLang="en-US"/>
              <a:t>cv2.imshow('original',img)  	            		#显示原图像</a:t>
            </a:r>
            <a:endParaRPr lang="zh-CN" altLang="en-US"/>
          </a:p>
          <a:p>
            <a:pPr marL="0" indent="0">
              <a:buNone/>
            </a:pPr>
            <a:r>
              <a:rPr lang="zh-CN" altLang="en-US"/>
              <a:t>img2=cv2.equalizeHist(img)</a:t>
            </a:r>
            <a:endParaRPr lang="zh-CN" altLang="en-US"/>
          </a:p>
          <a:p>
            <a:pPr marL="0" indent="0">
              <a:buNone/>
            </a:pPr>
            <a:r>
              <a:rPr lang="zh-CN" altLang="en-US"/>
              <a:t>cv2.imshow('equalizeHist',img2)  	        		#显示直方图均衡化后的图像</a:t>
            </a:r>
            <a:endParaRPr lang="zh-CN" altLang="en-US"/>
          </a:p>
          <a:p>
            <a:pPr marL="0" indent="0">
              <a:buNone/>
            </a:pPr>
            <a:r>
              <a:rPr lang="zh-CN" altLang="en-US"/>
              <a:t>clahe=cv2.createCLAHE(clipLimit=5)          		#创建CLAHE对象</a:t>
            </a:r>
            <a:endParaRPr lang="zh-CN" altLang="en-US"/>
          </a:p>
          <a:p>
            <a:pPr marL="0" indent="0">
              <a:buNone/>
            </a:pPr>
            <a:r>
              <a:rPr lang="zh-CN" altLang="en-US"/>
              <a:t>img3 = clahe.apply(img)                     		</a:t>
            </a:r>
            <a:r>
              <a:rPr lang="en-US" altLang="zh-CN"/>
              <a:t>	</a:t>
            </a:r>
            <a:r>
              <a:rPr lang="zh-CN" altLang="en-US"/>
              <a:t>#应用CLAHE对象</a:t>
            </a:r>
            <a:endParaRPr lang="zh-CN" altLang="en-US"/>
          </a:p>
          <a:p>
            <a:pPr marL="0" indent="0">
              <a:buNone/>
            </a:pPr>
            <a:r>
              <a:rPr lang="zh-CN" altLang="en-US"/>
              <a:t>cv2.imshow('CLAHE',img3)  	                		#显示应用CLAHE对象后的图像</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方正姚体" panose="02010601030101010101" pitchFamily="2" charset="-122"/>
                <a:ea typeface="方正姚体" panose="02010601030101010101" pitchFamily="2" charset="-122"/>
              </a:rPr>
              <a:t>6.3 </a:t>
            </a:r>
            <a:r>
              <a:rPr dirty="0">
                <a:latin typeface="方正姚体" panose="02010601030101010101" pitchFamily="2" charset="-122"/>
                <a:ea typeface="方正姚体" panose="02010601030101010101" pitchFamily="2" charset="-122"/>
              </a:rPr>
              <a:t>二维</a:t>
            </a:r>
            <a:r>
              <a:rPr dirty="0">
                <a:latin typeface="方正姚体" panose="02010601030101010101" pitchFamily="2" charset="-122"/>
                <a:ea typeface="方正姚体" panose="02010601030101010101" pitchFamily="2" charset="-122"/>
              </a:rPr>
              <a:t>直方图</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dirty="0">
                <a:latin typeface="汉仪旗黑Y4-85简" panose="00020600040101010101" charset="-122"/>
                <a:ea typeface="汉仪旗黑Y4-85简" panose="00020600040101010101" charset="-122"/>
              </a:rPr>
              <a:t>OpenCV中的二维直方图</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NumPy中的二维直方图</a:t>
            </a:r>
            <a:endParaRPr dirty="0">
              <a:latin typeface="汉仪旗黑Y4-85简" panose="00020600040101010101" charset="-122"/>
              <a:ea typeface="汉仪旗黑Y4-85简" panose="0002060004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zh-CN" altLang="en-US"/>
              <a:t>6.3.1  OpenCV中的二维直方图</a:t>
            </a:r>
            <a:endParaRPr lang="zh-CN" altLang="en-US"/>
          </a:p>
        </p:txBody>
      </p:sp>
      <p:sp>
        <p:nvSpPr>
          <p:cNvPr id="3" name="内容占位符 2"/>
          <p:cNvSpPr>
            <a:spLocks noGrp="1"/>
          </p:cNvSpPr>
          <p:nvPr>
            <p:ph idx="1"/>
          </p:nvPr>
        </p:nvSpPr>
        <p:spPr>
          <a:xfrm>
            <a:off x="669925" y="952500"/>
            <a:ext cx="10849610" cy="5603875"/>
          </a:xfrm>
        </p:spPr>
        <p:txBody>
          <a:bodyPr>
            <a:normAutofit fontScale="70000"/>
          </a:bodyPr>
          <a:p>
            <a:pPr marL="0" indent="0">
              <a:buNone/>
            </a:pPr>
            <a:r>
              <a:rPr lang="zh-CN" altLang="en-US"/>
              <a:t>OpenCV仍使用cv2.calcHist()函数来查找颜色直方图，只是在指定参数时与之前讲解的有所区别。</a:t>
            </a:r>
            <a:endParaRPr lang="zh-CN" altLang="en-US"/>
          </a:p>
          <a:p>
            <a:r>
              <a:rPr lang="zh-CN" altLang="en-US"/>
              <a:t>image参数指定的原图应从BGR色彩空间转换为HSV色彩空间，实际参数需用方括号括起来。</a:t>
            </a:r>
            <a:endParaRPr lang="zh-CN" altLang="en-US"/>
          </a:p>
          <a:p>
            <a:r>
              <a:rPr lang="zh-CN" altLang="en-US"/>
              <a:t>channels参数设置为[0,1]时，表示同时处理色相和饱和度。</a:t>
            </a:r>
            <a:endParaRPr lang="zh-CN" altLang="en-US"/>
          </a:p>
          <a:p>
            <a:r>
              <a:rPr lang="zh-CN" altLang="en-US"/>
              <a:t>histSize参数设置BINS值为[180,256]时，表示色相为180，饱和度为256。</a:t>
            </a:r>
            <a:endParaRPr lang="zh-CN" altLang="en-US"/>
          </a:p>
          <a:p>
            <a:r>
              <a:rPr lang="zh-CN" altLang="en-US"/>
              <a:t>ranges参数设置为[0,180,0,256]时，表示色相值的取值范围为[0,180]，饱和度的取值范围为[0,256]。</a:t>
            </a:r>
            <a:endParaRPr lang="zh-CN" altLang="en-US"/>
          </a:p>
          <a:p>
            <a:pPr>
              <a:buNone/>
            </a:pPr>
            <a:r>
              <a:rPr lang="zh-CN" altLang="en-US"/>
              <a:t>cv2.calcHist()函数返回的颜色直方图可直接使用cv2.imshow()函数显示。</a:t>
            </a:r>
            <a:endParaRPr lang="zh-CN" altLang="en-US"/>
          </a:p>
          <a:p>
            <a:pPr marL="0" indent="0">
              <a:buNone/>
            </a:pPr>
            <a:r>
              <a:rPr lang="zh-CN" altLang="en-US"/>
              <a:t>示例代码如下。</a:t>
            </a:r>
            <a:endParaRPr lang="zh-CN" altLang="en-US"/>
          </a:p>
          <a:p>
            <a:pPr marL="0" indent="0">
              <a:buNone/>
            </a:pPr>
            <a:r>
              <a:rPr lang="zh-CN" altLang="en-US"/>
              <a:t>#test6-7.py：OpenCV中的二维直方图</a:t>
            </a:r>
            <a:endParaRPr lang="zh-CN" altLang="en-US"/>
          </a:p>
          <a:p>
            <a:pPr marL="0" indent="0">
              <a:buNone/>
            </a:pPr>
            <a:r>
              <a:rPr lang="zh-CN" altLang="en-US"/>
              <a:t>import cv2</a:t>
            </a:r>
            <a:endParaRPr lang="zh-CN" altLang="en-US"/>
          </a:p>
          <a:p>
            <a:pPr marL="0" indent="0">
              <a:buNone/>
            </a:pPr>
            <a:r>
              <a:rPr lang="zh-CN" altLang="en-US"/>
              <a:t>img=cv2.imread('building.jpg') 	           		#打开图像</a:t>
            </a:r>
            <a:endParaRPr lang="zh-CN" altLang="en-US"/>
          </a:p>
          <a:p>
            <a:pPr marL="0" indent="0">
              <a:buNone/>
            </a:pPr>
            <a:r>
              <a:rPr lang="zh-CN" altLang="en-US"/>
              <a:t>cv2.imshow('original',img)  	            		#显示原图像</a:t>
            </a:r>
            <a:endParaRPr lang="zh-CN" altLang="en-US"/>
          </a:p>
          <a:p>
            <a:pPr marL="0" indent="0">
              <a:buNone/>
            </a:pPr>
            <a:r>
              <a:rPr lang="zh-CN" altLang="en-US"/>
              <a:t>img2=cv2.cvtColor(img,cv2.COLOR_BGR2HSV) 	#转换色彩空间为HSV</a:t>
            </a:r>
            <a:endParaRPr lang="zh-CN" altLang="en-US"/>
          </a:p>
          <a:p>
            <a:pPr marL="0" indent="0">
              <a:buNone/>
            </a:pPr>
            <a:r>
              <a:rPr lang="zh-CN" altLang="en-US"/>
              <a:t>hist = cv2.calcHist([img2], [0, 1], None, </a:t>
            </a:r>
            <a:endParaRPr lang="zh-CN" altLang="en-US"/>
          </a:p>
          <a:p>
            <a:pPr marL="0" indent="0">
              <a:buNone/>
            </a:pPr>
            <a:r>
              <a:rPr lang="zh-CN" altLang="en-US"/>
              <a:t>        [180, 256], [0, 180, 0, 256])       		#计算颜色直方图</a:t>
            </a:r>
            <a:endParaRPr lang="zh-CN" altLang="en-US"/>
          </a:p>
          <a:p>
            <a:pPr marL="0" indent="0">
              <a:buNone/>
            </a:pPr>
            <a:r>
              <a:rPr lang="zh-CN" altLang="en-US"/>
              <a:t>cv2.imshow('2Dhist',hist)  	                	#显示颜色直方图</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marL="0" indent="0">
              <a:buNone/>
            </a:pPr>
            <a:r>
              <a:rPr lang="zh-CN" altLang="en-US"/>
              <a:t>cv2.calcHist()函数返回的颜色直方图是一个大小为180×256的二维数组，用cv2.imshow()函数显示时是一幅灰度图像，不能直接显示出颜色的分布情况。</a:t>
            </a:r>
            <a:endParaRPr lang="zh-CN" altLang="en-US"/>
          </a:p>
          <a:p>
            <a:pPr marL="0" indent="0">
              <a:buNone/>
            </a:pPr>
            <a:r>
              <a:rPr lang="zh-CN" altLang="en-US"/>
              <a:t>可以使用matplotlib.pyplot.imshow()函数绘制具有不同颜色的二维直方图，示例代码如下。</a:t>
            </a:r>
            <a:endParaRPr lang="zh-CN" altLang="en-US"/>
          </a:p>
          <a:p>
            <a:pPr marL="0" indent="0">
              <a:buNone/>
            </a:pPr>
            <a:r>
              <a:rPr lang="zh-CN" altLang="en-US"/>
              <a:t>import matplotlib.pyplot as plt</a:t>
            </a:r>
            <a:endParaRPr lang="zh-CN" altLang="en-US"/>
          </a:p>
          <a:p>
            <a:pPr marL="0" indent="0">
              <a:buNone/>
            </a:pPr>
            <a:r>
              <a:rPr lang="zh-CN" altLang="en-US"/>
              <a:t>plt.imshow(hist,interpolation = 'nearest')			#绘制颜色直方图</a:t>
            </a:r>
            <a:endParaRPr lang="zh-CN" altLang="en-US"/>
          </a:p>
          <a:p>
            <a:pPr marL="0" indent="0">
              <a:buNone/>
            </a:pPr>
            <a:r>
              <a:rPr lang="zh-CN" altLang="en-US"/>
              <a:t>plt.show()							#显示颜色直方图</a:t>
            </a:r>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sym typeface="+mn-ea"/>
              </a:rPr>
              <a:t>6.3.2  NumPy中的二维直方图</a:t>
            </a:r>
            <a:br>
              <a:rPr lang="zh-CN" altLang="en-US"/>
            </a:br>
            <a:endParaRPr lang="zh-CN" altLang="en-US"/>
          </a:p>
        </p:txBody>
      </p:sp>
      <p:sp>
        <p:nvSpPr>
          <p:cNvPr id="3" name="内容占位符 2"/>
          <p:cNvSpPr>
            <a:spLocks noGrp="1"/>
          </p:cNvSpPr>
          <p:nvPr>
            <p:ph idx="1"/>
          </p:nvPr>
        </p:nvSpPr>
        <p:spPr/>
        <p:txBody>
          <a:bodyPr/>
          <a:p>
            <a:pPr marL="0" indent="0">
              <a:buNone/>
            </a:pPr>
            <a:r>
              <a:rPr lang="zh-CN" altLang="en-US"/>
              <a:t>NumPy的histogram2D()函数用于计算二维直方图，其基本格式如下。</a:t>
            </a:r>
            <a:endParaRPr lang="zh-CN" altLang="en-US"/>
          </a:p>
          <a:p>
            <a:pPr marL="0" indent="0">
              <a:buNone/>
            </a:pPr>
            <a:r>
              <a:rPr lang="zh-CN" altLang="en-US"/>
              <a:t>hist,xedges,yedges=np.histogram2D(x,y,bins,range)</a:t>
            </a:r>
            <a:endParaRPr lang="zh-CN" altLang="en-US"/>
          </a:p>
          <a:p>
            <a:pPr marL="0" indent="0">
              <a:buNone/>
            </a:pPr>
            <a:r>
              <a:rPr lang="zh-CN" altLang="en-US"/>
              <a:t>参数说明如下。</a:t>
            </a:r>
            <a:endParaRPr lang="zh-CN" altLang="en-US"/>
          </a:p>
          <a:p>
            <a:pPr marL="0" indent="0">
              <a:buNone/>
            </a:pPr>
            <a:r>
              <a:rPr lang="zh-CN" altLang="en-US"/>
              <a:t>	hist为返回的直方图。</a:t>
            </a:r>
            <a:endParaRPr lang="zh-CN" altLang="en-US"/>
          </a:p>
          <a:p>
            <a:pPr marL="0" indent="0">
              <a:buNone/>
            </a:pPr>
            <a:r>
              <a:rPr lang="zh-CN" altLang="en-US"/>
              <a:t>	xedges为返回的x的直方图的BINS边界值。</a:t>
            </a:r>
            <a:endParaRPr lang="zh-CN" altLang="en-US"/>
          </a:p>
          <a:p>
            <a:pPr marL="0" indent="0">
              <a:buNone/>
            </a:pPr>
            <a:r>
              <a:rPr lang="zh-CN" altLang="en-US"/>
              <a:t>	yedges为返回的y的直方图的BINS边界值。</a:t>
            </a:r>
            <a:endParaRPr lang="zh-CN" altLang="en-US"/>
          </a:p>
          <a:p>
            <a:pPr marL="0" indent="0">
              <a:buNone/>
            </a:pPr>
            <a:r>
              <a:rPr lang="zh-CN" altLang="en-US"/>
              <a:t>	x和y为原图对应通道转换成的一维数组。</a:t>
            </a:r>
            <a:endParaRPr lang="zh-CN" altLang="en-US"/>
          </a:p>
          <a:p>
            <a:pPr marL="0" indent="0">
              <a:buNone/>
            </a:pPr>
            <a:r>
              <a:rPr lang="zh-CN" altLang="en-US"/>
              <a:t>	bins为BINS的值，如[180,256]。</a:t>
            </a:r>
            <a:endParaRPr lang="zh-CN" altLang="en-US"/>
          </a:p>
          <a:p>
            <a:pPr marL="0" indent="0">
              <a:buNone/>
            </a:pPr>
            <a:r>
              <a:rPr lang="zh-CN" altLang="en-US"/>
              <a:t>	range为像素值范围，格式为“[[0,180],[0,256]]”。</a:t>
            </a:r>
            <a:endParaRPr lang="zh-CN"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a:sym typeface="+mn-ea"/>
              </a:rPr>
              <a:t>6.3.2  NumPy中的二维直方图</a:t>
            </a:r>
            <a:br>
              <a:rPr lang="zh-CN" altLang="en-US"/>
            </a:br>
            <a:endParaRPr lang="zh-CN" altLang="en-US"/>
          </a:p>
        </p:txBody>
      </p:sp>
      <p:sp>
        <p:nvSpPr>
          <p:cNvPr id="3" name="内容占位符 2"/>
          <p:cNvSpPr>
            <a:spLocks noGrp="1"/>
          </p:cNvSpPr>
          <p:nvPr>
            <p:ph idx="1"/>
          </p:nvPr>
        </p:nvSpPr>
        <p:spPr/>
        <p:txBody>
          <a:bodyPr>
            <a:normAutofit fontScale="90000" lnSpcReduction="20000"/>
          </a:bodyPr>
          <a:p>
            <a:pPr marL="0" indent="0">
              <a:buNone/>
            </a:pPr>
            <a:r>
              <a:rPr lang="zh-CN" altLang="en-US"/>
              <a:t>示例代码如下。</a:t>
            </a:r>
            <a:endParaRPr lang="zh-CN" altLang="en-US"/>
          </a:p>
          <a:p>
            <a:pPr marL="0" indent="0">
              <a:buNone/>
            </a:pPr>
            <a:r>
              <a:rPr lang="zh-CN" altLang="en-US"/>
              <a:t>#test6-8.py：NumPy中的二维直方图</a:t>
            </a:r>
            <a:endParaRPr lang="zh-CN" altLang="en-US"/>
          </a:p>
          <a:p>
            <a:pPr marL="0" indent="0">
              <a:buNone/>
            </a:pPr>
            <a:r>
              <a:rPr lang="zh-CN" altLang="en-US"/>
              <a:t>import cv2</a:t>
            </a:r>
            <a:endParaRPr lang="zh-CN" altLang="en-US"/>
          </a:p>
          <a:p>
            <a:pPr marL="0" indent="0">
              <a:buNone/>
            </a:pPr>
            <a:r>
              <a:rPr lang="zh-CN" altLang="en-US"/>
              <a:t>import numpy as np</a:t>
            </a:r>
            <a:endParaRPr lang="zh-CN" altLang="en-US"/>
          </a:p>
          <a:p>
            <a:pPr marL="0" indent="0">
              <a:buNone/>
            </a:pPr>
            <a:r>
              <a:rPr lang="zh-CN" altLang="en-US"/>
              <a:t>img=cv2.imread('building.jpg') 	          		#打开图像</a:t>
            </a:r>
            <a:endParaRPr lang="zh-CN" altLang="en-US"/>
          </a:p>
          <a:p>
            <a:pPr marL="0" indent="0">
              <a:buNone/>
            </a:pPr>
            <a:r>
              <a:rPr lang="zh-CN" altLang="en-US"/>
              <a:t>cv2.imshow('original',img)  	            		#显示原图像</a:t>
            </a:r>
            <a:endParaRPr lang="zh-CN" altLang="en-US"/>
          </a:p>
          <a:p>
            <a:pPr marL="0" indent="0">
              <a:buNone/>
            </a:pPr>
            <a:r>
              <a:rPr lang="zh-CN" altLang="en-US"/>
              <a:t>img2=cv2.cvtColor(img,cv2.COLOR_BGR2HSV) 	#转换色彩空间为HSV</a:t>
            </a:r>
            <a:endParaRPr lang="zh-CN" altLang="en-US"/>
          </a:p>
          <a:p>
            <a:pPr marL="0" indent="0">
              <a:buNone/>
            </a:pPr>
            <a:r>
              <a:rPr lang="zh-CN" altLang="en-US"/>
              <a:t>h,s,v=cv2.split(img2)</a:t>
            </a:r>
            <a:endParaRPr lang="zh-CN" altLang="en-US"/>
          </a:p>
          <a:p>
            <a:pPr marL="0" indent="0">
              <a:buNone/>
            </a:pPr>
            <a:r>
              <a:rPr lang="zh-CN" altLang="en-US"/>
              <a:t>hist,x,y=np.histogram2d(h.ravel(),s.ravel(),</a:t>
            </a:r>
            <a:endParaRPr lang="zh-CN" altLang="en-US"/>
          </a:p>
          <a:p>
            <a:pPr marL="0" indent="0">
              <a:buNone/>
            </a:pPr>
            <a:r>
              <a:rPr lang="zh-CN" altLang="en-US"/>
              <a:t>                [180,256],[[0,180],[0,256]])		#计算颜色直方图</a:t>
            </a:r>
            <a:endParaRPr lang="zh-CN" altLang="en-US"/>
          </a:p>
          <a:p>
            <a:pPr marL="0" indent="0">
              <a:buNone/>
            </a:pPr>
            <a:r>
              <a:rPr lang="zh-CN" altLang="en-US"/>
              <a:t>cv2.imshow('2Dhist',hist)  	                		#显示灰度颜色直方图</a:t>
            </a:r>
            <a:endParaRPr lang="zh-CN" altLang="en-US"/>
          </a:p>
          <a:p>
            <a:pPr marL="0" indent="0">
              <a:buNone/>
            </a:pPr>
            <a:r>
              <a:rPr lang="zh-CN" altLang="en-US"/>
              <a:t>import matplotlib.pyplot as plt</a:t>
            </a:r>
            <a:endParaRPr lang="zh-CN" altLang="en-US"/>
          </a:p>
          <a:p>
            <a:pPr marL="0" indent="0">
              <a:buNone/>
            </a:pPr>
            <a:r>
              <a:rPr lang="zh-CN" altLang="en-US"/>
              <a:t>plt.imshow(hist,interpolation = 'nearest')  		#绘制颜色直方图</a:t>
            </a:r>
            <a:endParaRPr lang="zh-CN" altLang="en-US"/>
          </a:p>
          <a:p>
            <a:pPr marL="0" indent="0">
              <a:buNone/>
            </a:pPr>
            <a:r>
              <a:rPr lang="zh-CN" altLang="en-US"/>
              <a:t>plt.show()                                  		</a:t>
            </a:r>
            <a:r>
              <a:rPr lang="en-US" altLang="zh-CN"/>
              <a:t>	</a:t>
            </a:r>
            <a:r>
              <a:rPr lang="zh-CN" altLang="en-US"/>
              <a:t>#显示颜色直方图</a:t>
            </a:r>
            <a:endParaRPr lang="zh-CN" altLang="en-US"/>
          </a:p>
          <a:p>
            <a:pPr marL="0" indent="0">
              <a:buNone/>
            </a:pPr>
            <a:r>
              <a:rPr lang="zh-CN" altLang="en-US"/>
              <a:t>cv2.waitKey(0)</a:t>
            </a:r>
            <a:endParaRPr lang="zh-CN" altLang="en-US"/>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latin typeface="方正姚体" panose="02010601030101010101" pitchFamily="2" charset="-122"/>
                <a:ea typeface="方正姚体" panose="02010601030101010101" pitchFamily="2" charset="-122"/>
                <a:sym typeface="+mn-ea"/>
              </a:rPr>
              <a:t>6.4 </a:t>
            </a:r>
            <a:r>
              <a:rPr>
                <a:latin typeface="方正姚体" panose="02010601030101010101" pitchFamily="2" charset="-122"/>
                <a:ea typeface="方正姚体" panose="02010601030101010101" pitchFamily="2" charset="-122"/>
                <a:sym typeface="+mn-ea"/>
              </a:rPr>
              <a:t>实验</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本</a:t>
            </a:r>
            <a:r>
              <a:rPr lang="zh-CN" altLang="en-US" dirty="0">
                <a:latin typeface="方正姚体" panose="02010601030101010101" pitchFamily="2" charset="-122"/>
                <a:ea typeface="方正姚体" panose="02010601030101010101" pitchFamily="2" charset="-122"/>
              </a:rPr>
              <a:t>节主要内容：</a:t>
            </a:r>
            <a:endParaRPr lang="en-US" altLang="zh-CN" dirty="0">
              <a:latin typeface="方正姚体" panose="02010601030101010101" pitchFamily="2" charset="-122"/>
              <a:ea typeface="方正姚体" panose="02010601030101010101" pitchFamily="2" charset="-122"/>
            </a:endParaRPr>
          </a:p>
          <a:p>
            <a:r>
              <a:rPr dirty="0">
                <a:latin typeface="汉仪旗黑Y4-85简" panose="00020600040101010101" charset="-122"/>
                <a:ea typeface="汉仪旗黑Y4-85简" panose="00020600040101010101" charset="-122"/>
              </a:rPr>
              <a:t>实验1：使用NumPy函数计算直方图</a:t>
            </a:r>
            <a:endParaRPr dirty="0">
              <a:latin typeface="汉仪旗黑Y4-85简" panose="00020600040101010101" charset="-122"/>
              <a:ea typeface="汉仪旗黑Y4-85简" panose="00020600040101010101" charset="-122"/>
            </a:endParaRPr>
          </a:p>
          <a:p>
            <a:r>
              <a:rPr dirty="0">
                <a:latin typeface="汉仪旗黑Y4-85简" panose="00020600040101010101" charset="-122"/>
                <a:ea typeface="汉仪旗黑Y4-85简" panose="00020600040101010101" charset="-122"/>
              </a:rPr>
              <a:t>实验2：使用OpenCV函数计算直方图</a:t>
            </a:r>
            <a:endParaRPr dirty="0">
              <a:latin typeface="汉仪旗黑Y4-85简" panose="00020600040101010101" charset="-122"/>
              <a:ea typeface="汉仪旗黑Y4-85简" panose="00020600040101010101" charset="-122"/>
            </a:endParaRPr>
          </a:p>
          <a:p>
            <a:endParaRPr lang="en-US" altLang="zh-CN" dirty="0">
              <a:latin typeface="汉仪旗黑Y4-85简" panose="00020600040101010101" charset="-122"/>
              <a:ea typeface="汉仪旗黑Y4-85简" panose="0002060004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dirty="0">
                <a:latin typeface="方正姚体" panose="02010601030101010101" pitchFamily="2" charset="-122"/>
                <a:ea typeface="方正姚体" panose="02010601030101010101" pitchFamily="2" charset="-122"/>
              </a:rPr>
              <a:t>6.4.1  实验1：使用NumPy函数计算直方图</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掌握使用NumPy函数计算一维直方图和二维直方图的基本方法。</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2．实验内容</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使用NumPy的histogram()和histogram2D()函数计算图像的一维直方图和二维直方图。</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93203" y="476254"/>
            <a:ext cx="10849411" cy="441964"/>
          </a:xfrm>
        </p:spPr>
        <p:txBody>
          <a:bodyPr>
            <a:normAutofit fontScale="90000"/>
          </a:bodyPr>
          <a:lstStyle/>
          <a:p>
            <a:r>
              <a:rPr dirty="0">
                <a:latin typeface="方正姚体" panose="02010601030101010101" pitchFamily="2" charset="-122"/>
                <a:ea typeface="方正姚体" panose="02010601030101010101" pitchFamily="2" charset="-122"/>
              </a:rPr>
              <a:t>6.4.2  实验2：使用OpenCV函数计算直方图</a:t>
            </a:r>
            <a:endParaRPr dirty="0">
              <a:latin typeface="方正姚体" panose="02010601030101010101" pitchFamily="2" charset="-122"/>
              <a:ea typeface="方正姚体" panose="02010601030101010101" pitchFamily="2" charset="-122"/>
            </a:endParaRPr>
          </a:p>
        </p:txBody>
      </p:sp>
      <p:sp>
        <p:nvSpPr>
          <p:cNvPr id="3" name="内容占位符 2"/>
          <p:cNvSpPr>
            <a:spLocks noGrp="1"/>
          </p:cNvSpPr>
          <p:nvPr>
            <p:ph idx="1"/>
          </p:nvPr>
        </p:nvSpPr>
        <p:spPr/>
        <p:txBody>
          <a:bodyPr>
            <a:normAutofit/>
          </a:bodyPr>
          <a:lstStyle/>
          <a:p>
            <a:pPr marL="0" indent="0">
              <a:buNone/>
            </a:pPr>
            <a:r>
              <a:rPr lang="zh-CN" altLang="en-US" dirty="0">
                <a:latin typeface="方正姚体" panose="02010601030101010101" pitchFamily="2" charset="-122"/>
                <a:ea typeface="方正姚体" panose="02010601030101010101" pitchFamily="2" charset="-122"/>
              </a:rPr>
              <a:t>1．实验目的</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掌握使用OpenCV函数计算一维直方图和二维直方图的基本方法。</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2．实验内容</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使用</a:t>
            </a:r>
            <a:r>
              <a:rPr>
                <a:latin typeface="方正姚体" panose="02010601030101010101" pitchFamily="2" charset="-122"/>
                <a:ea typeface="方正姚体" panose="02010601030101010101" pitchFamily="2" charset="-122"/>
                <a:sym typeface="+mn-ea"/>
              </a:rPr>
              <a:t>OpenCV</a:t>
            </a:r>
            <a:r>
              <a:rPr lang="zh-CN" altLang="en-US" dirty="0">
                <a:latin typeface="方正姚体" panose="02010601030101010101" pitchFamily="2" charset="-122"/>
                <a:ea typeface="方正姚体" panose="02010601030101010101" pitchFamily="2" charset="-122"/>
              </a:rPr>
              <a:t>的calcHist()函数计算图像的一维直方图和二维直方图。</a:t>
            </a:r>
            <a:endParaRPr lang="zh-CN" altLang="en-US" dirty="0">
              <a:latin typeface="方正姚体" panose="02010601030101010101" pitchFamily="2" charset="-122"/>
              <a:ea typeface="方正姚体" panose="02010601030101010101" pitchFamily="2" charset="-122"/>
            </a:endParaRPr>
          </a:p>
          <a:p>
            <a:pPr marL="0" indent="0">
              <a:buNone/>
            </a:pPr>
            <a:r>
              <a:rPr lang="zh-CN" altLang="en-US" dirty="0">
                <a:latin typeface="方正姚体" panose="02010601030101010101" pitchFamily="2" charset="-122"/>
                <a:ea typeface="方正姚体" panose="02010601030101010101" pitchFamily="2" charset="-122"/>
              </a:rPr>
              <a:t>3．实验过程</a:t>
            </a:r>
            <a:endParaRPr lang="zh-CN" altLang="en-US" dirty="0">
              <a:latin typeface="方正姚体" panose="02010601030101010101" pitchFamily="2" charset="-122"/>
              <a:ea typeface="方正姚体" panose="02010601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t>谢谢观看</a:t>
            </a:r>
            <a:endParaRPr lang="zh-CN" altLang="en-US" dirty="0"/>
          </a:p>
        </p:txBody>
      </p:sp>
      <p:sp>
        <p:nvSpPr>
          <p:cNvPr id="73" name="矩形 72"/>
          <p:cNvSpPr/>
          <p:nvPr>
            <p:custDataLst>
              <p:tags r:id="rId2"/>
            </p:custDataLst>
          </p:nvPr>
        </p:nvSpPr>
        <p:spPr>
          <a:xfrm rot="5400000">
            <a:off x="10613165" y="5800107"/>
            <a:ext cx="1123022" cy="521970"/>
          </a:xfrm>
          <a:prstGeom prst="rect">
            <a:avLst/>
          </a:prstGeom>
        </p:spPr>
        <p:txBody>
          <a:bodyPr wrap="square">
            <a:spAutoFit/>
          </a:bodyPr>
          <a:lstStyle/>
          <a:p>
            <a:r>
              <a:rPr lang="en-US" altLang="zh-CN" sz="2800" baseline="0" dirty="0">
                <a:solidFill>
                  <a:schemeClr val="bg1"/>
                </a:solidFill>
                <a:latin typeface="Arial" panose="020B0604020202020204" pitchFamily="34" charset="0"/>
                <a:ea typeface="微软雅黑" panose="020B0503020204020204" charset="-122"/>
              </a:rPr>
              <a:t>202X</a:t>
            </a:r>
            <a:endParaRPr lang="en-US" altLang="zh-CN" sz="2800" baseline="0" dirty="0">
              <a:solidFill>
                <a:schemeClr val="bg1"/>
              </a:solidFill>
              <a:latin typeface="Arial" panose="020B0604020202020204" pitchFamily="34" charset="0"/>
              <a:ea typeface="微软雅黑" panose="020B0503020204020204" charset="-122"/>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1.0"/>
  <p:tag name="KSO_WM_BEAUTIFY_FLAG" val="#wm#"/>
  <p:tag name="KSO_WM_SLIDE_BACKGROUND_MASK_FLAG" val="1"/>
  <p:tag name="KSO_WM_UNIT_SUBTYPE" val="q"/>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1"/>
  <p:tag name="KSO_WM_UNIT_LAYERLEVEL" val="1"/>
  <p:tag name="KSO_WM_TAG_VERSION" val="1.0"/>
  <p:tag name="KSO_WM_BEAUTIFY_FLAG" val="#wm#"/>
  <p:tag name="KSO_WM_SLIDE_BACKGROUND_MASK_FLAG" val="1"/>
  <p:tag name="KSO_WM_UNIT_TYPE" val="y"/>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3"/>
  <p:tag name="KSO_WM_UNIT_LAYERLEVEL" val="1"/>
  <p:tag name="KSO_WM_TAG_VERSION" val="1.0"/>
  <p:tag name="KSO_WM_BEAUTIFY_FLAG" val="#wm#"/>
  <p:tag name="KSO_WM_SLIDE_BACKGROUND_MASK_FLAG" val="1"/>
  <p:tag name="KSO_WM_UNIT_TYPE" val="y"/>
  <p:tag name="KSO_WM_UNIT_INDEX" val="3"/>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2"/>
  <p:tag name="KSO_WM_UNIT_LAYERLEVEL" val="1"/>
  <p:tag name="KSO_WM_TAG_VERSION" val="1.0"/>
  <p:tag name="KSO_WM_BEAUTIFY_FLAG" val="#wm#"/>
  <p:tag name="KSO_WM_SLIDE_BACKGROUND_MASK_FLAG" val="1"/>
  <p:tag name="KSO_WM_UNIT_TYPE" val="y"/>
  <p:tag name="KSO_WM_UNIT_INDEX" val="2"/>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y*4"/>
  <p:tag name="KSO_WM_UNIT_LAYERLEVEL" val="1"/>
  <p:tag name="KSO_WM_TAG_VERSION" val="1.0"/>
  <p:tag name="KSO_WM_BEAUTIFY_FLAG" val="#wm#"/>
  <p:tag name="KSO_WM_SLIDE_BACKGROUND_MASK_FLAG" val="1"/>
  <p:tag name="KSO_WM_UNIT_TYPE" val="y"/>
  <p:tag name="KSO_WM_UNIT_INDEX" val="4"/>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1.0"/>
  <p:tag name="KSO_WM_BEAUTIFY_FLAG" val="#wm#"/>
  <p:tag name="KSO_WM_UNIT_SUBTYPE" val="h"/>
  <p:tag name="KSO_WM_SLIDE_BK_DARK_LIGHT" val="2"/>
  <p:tag name="KSO_WM_UNIT_BK_DARK_LIGHT" val="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 name="KSO_WM_SLIDE_BK_DARK_LIGHT" val="2"/>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1.0"/>
  <p:tag name="KSO_WM_BEAUTIFY_FLAG" val="#wm#"/>
  <p:tag name="KSO_WM_UNIT_SUBTYPE" val="h"/>
  <p:tag name="KSO_WM_SLIDE_BK_DARK_LIGHT" val="2"/>
  <p:tag name="KSO_WM_UNIT_BK_DARK_LIGHT" val="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 name="KSO_WM_SLIDE_BK_DARK_LIGHT" val="2"/>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 name="KSO_WM_SLIDE_BACKGROUND_MASK_FLAG" val="1"/>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2"/>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SLIDE_BK_DARK_LIGHT" val="2"/>
  <p:tag name="KSO_WM_UNIT_BK_DARK_LIGHT" val="2"/>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2"/>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SLIDE_BK_DARK_LIGHT" val="2"/>
  <p:tag name="KSO_WM_UNIT_BK_DARK_LIGHT" val="2"/>
</p:tagLst>
</file>

<file path=ppt/tags/tag2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2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2"/>
</p:tagLst>
</file>

<file path=ppt/tags/tag2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SLIDE_BK_DARK_LIGHT" val="2"/>
  <p:tag name="KSO_WM_UNIT_BK_DARK_LIGHT" val="2"/>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2"/>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2"/>
</p:tagLst>
</file>

<file path=ppt/tags/tag2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633"/>
</p:tagLst>
</file>

<file path=ppt/tags/tag2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51.xml><?xml version="1.0" encoding="utf-8"?>
<p:tagLst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2633"/>
  <p:tag name="KSO_WM_TEMPLATE_THUMBS_INDEX" val="1、4、7、8、9、10、11、12、13、14、15"/>
  <p:tag name="KSO_WM_TEMPLATE_MASTER_THUMB_INDEX" val="12"/>
</p:tagLst>
</file>

<file path=ppt/tags/tag252.xml><?xml version="1.0" encoding="utf-8"?>
<p:tagLst xmlns:p="http://schemas.openxmlformats.org/presentationml/2006/main">
  <p:tag name="KSO_WM_TEMPLATE_CATEGORY" val=""/>
  <p:tag name="KSO_WM_TEMPLATE_INDEX" val="20202633"/>
</p:tagLst>
</file>

<file path=ppt/tags/tag253.xml><?xml version="1.0" encoding="utf-8"?>
<p:tagLst xmlns:p="http://schemas.openxmlformats.org/presentationml/2006/main">
  <p:tag name="KSO_WM_TEMPLATE_CATEGORY" val=""/>
  <p:tag name="KSO_WM_TEMPLATE_INDEX" val="20202633"/>
</p:tagLst>
</file>

<file path=ppt/tags/tag254.xml><?xml version="1.0" encoding="utf-8"?>
<p:tagLst xmlns:p="http://schemas.openxmlformats.org/presentationml/2006/main">
  <p:tag name="KSO_WM_TEMPLATE_CATEGORY" val=""/>
  <p:tag name="KSO_WM_TEMPLATE_INDEX" val="20202633"/>
</p:tagLst>
</file>

<file path=ppt/tags/tag255.xml><?xml version="1.0" encoding="utf-8"?>
<p:tagLst xmlns:p="http://schemas.openxmlformats.org/presentationml/2006/main">
  <p:tag name="KSO_WM_BEAUTIFY_FLAG" val="#wm#"/>
  <p:tag name="KSO_WM_TEMPLATE_CATEGORY" val="diagram"/>
  <p:tag name="KSO_WM_TEMPLATE_INDEX" val="20202633"/>
</p:tagLst>
</file>

<file path=ppt/tags/tag256.xml><?xml version="1.0" encoding="utf-8"?>
<p:tagLst xmlns:p="http://schemas.openxmlformats.org/presentationml/2006/main">
  <p:tag name="KSO_WM_BEAUTIFY_FLAG" val="#wm#"/>
  <p:tag name="KSO_WM_TEMPLATE_CATEGORY" val="diagram"/>
  <p:tag name="KSO_WM_TEMPLATE_INDEX" val="20202633"/>
</p:tagLst>
</file>

<file path=ppt/tags/tag257.xml><?xml version="1.0" encoding="utf-8"?>
<p:tagLst xmlns:p="http://schemas.openxmlformats.org/presentationml/2006/main">
  <p:tag name="KSO_WM_BEAUTIFY_FLAG" val="#wm#"/>
  <p:tag name="KSO_WM_TEMPLATE_CATEGORY" val="diagram"/>
  <p:tag name="KSO_WM_TEMPLATE_INDEX" val="20202633"/>
</p:tagLst>
</file>

<file path=ppt/tags/tag258.xml><?xml version="1.0" encoding="utf-8"?>
<p:tagLst xmlns:p="http://schemas.openxmlformats.org/presentationml/2006/main">
  <p:tag name="KSO_WM_BEAUTIFY_FLAG" val="#wm#"/>
  <p:tag name="KSO_WM_TEMPLATE_CATEGORY" val="diagram"/>
  <p:tag name="KSO_WM_TEMPLATE_INDEX" val="20202633"/>
</p:tagLst>
</file>

<file path=ppt/tags/tag259.xml><?xml version="1.0" encoding="utf-8"?>
<p:tagLst xmlns:p="http://schemas.openxmlformats.org/presentationml/2006/main">
  <p:tag name="KSO_WM_TEMPLATE_CATEGORY" val=""/>
  <p:tag name="KSO_WM_TEMPLATE_INDEX" val="20202633"/>
</p:tagLst>
</file>

<file path=ppt/tags/tag260.xml><?xml version="1.0" encoding="utf-8"?>
<p:tagLst xmlns:p="http://schemas.openxmlformats.org/presentationml/2006/main">
  <p:tag name="KSO_WM_BEAUTIFY_FLAG" val="#wm#"/>
  <p:tag name="KSO_WM_TEMPLATE_CATEGORY" val="diagram"/>
  <p:tag name="KSO_WM_TEMPLATE_INDEX" val="20202633"/>
</p:tagLst>
</file>

<file path=ppt/tags/tag261.xml><?xml version="1.0" encoding="utf-8"?>
<p:tagLst xmlns:p="http://schemas.openxmlformats.org/presentationml/2006/main">
  <p:tag name="KSO_WM_BEAUTIFY_FLAG" val="#wm#"/>
  <p:tag name="KSO_WM_TEMPLATE_CATEGORY" val="diagram"/>
  <p:tag name="KSO_WM_TEMPLATE_INDEX" val="20202633"/>
</p:tagLst>
</file>

<file path=ppt/tags/tag262.xml><?xml version="1.0" encoding="utf-8"?>
<p:tagLst xmlns:p="http://schemas.openxmlformats.org/presentationml/2006/main">
  <p:tag name="KSO_WM_BEAUTIFY_FLAG" val="#wm#"/>
  <p:tag name="KSO_WM_TEMPLATE_CATEGORY" val="diagram"/>
  <p:tag name="KSO_WM_TEMPLATE_INDEX" val="20202633"/>
</p:tagLst>
</file>

<file path=ppt/tags/tag263.xml><?xml version="1.0" encoding="utf-8"?>
<p:tagLst xmlns:p="http://schemas.openxmlformats.org/presentationml/2006/main">
  <p:tag name="KSO_WM_TEMPLATE_CATEGORY" val=""/>
  <p:tag name="KSO_WM_TEMPLATE_INDEX" val="20202633"/>
</p:tagLst>
</file>

<file path=ppt/tags/tag264.xml><?xml version="1.0" encoding="utf-8"?>
<p:tagLst xmlns:p="http://schemas.openxmlformats.org/presentationml/2006/main">
  <p:tag name="KSO_WM_BEAUTIFY_FLAG" val="#wm#"/>
  <p:tag name="KSO_WM_TEMPLATE_CATEGORY" val="diagram"/>
  <p:tag name="KSO_WM_TEMPLATE_INDEX" val="20202633"/>
</p:tagLst>
</file>

<file path=ppt/tags/tag265.xml><?xml version="1.0" encoding="utf-8"?>
<p:tagLst xmlns:p="http://schemas.openxmlformats.org/presentationml/2006/main">
  <p:tag name="KSO_WM_BEAUTIFY_FLAG" val="#wm#"/>
  <p:tag name="KSO_WM_TEMPLATE_CATEGORY" val="diagram"/>
  <p:tag name="KSO_WM_TEMPLATE_INDEX" val="20202633"/>
</p:tagLst>
</file>

<file path=ppt/tags/tag266.xml><?xml version="1.0" encoding="utf-8"?>
<p:tagLst xmlns:p="http://schemas.openxmlformats.org/presentationml/2006/main">
  <p:tag name="KSO_WM_BEAUTIFY_FLAG" val="#wm#"/>
  <p:tag name="KSO_WM_TEMPLATE_CATEGORY" val="diagram"/>
  <p:tag name="KSO_WM_TEMPLATE_INDEX" val="20202633"/>
</p:tagLst>
</file>

<file path=ppt/tags/tag267.xml><?xml version="1.0" encoding="utf-8"?>
<p:tagLst xmlns:p="http://schemas.openxmlformats.org/presentationml/2006/main">
  <p:tag name="KSO_WM_BEAUTIFY_FLAG" val="#wm#"/>
  <p:tag name="KSO_WM_TEMPLATE_CATEGORY" val="diagram"/>
  <p:tag name="KSO_WM_TEMPLATE_INDEX" val="20202633"/>
</p:tagLst>
</file>

<file path=ppt/tags/tag268.xml><?xml version="1.0" encoding="utf-8"?>
<p:tagLst xmlns:p="http://schemas.openxmlformats.org/presentationml/2006/main">
  <p:tag name="KSO_WM_TEMPLATE_CATEGORY" val=""/>
  <p:tag name="KSO_WM_TEMPLATE_INDEX" val="20202633"/>
</p:tagLst>
</file>

<file path=ppt/tags/tag269.xml><?xml version="1.0" encoding="utf-8"?>
<p:tagLst xmlns:p="http://schemas.openxmlformats.org/presentationml/2006/main">
  <p:tag name="KSO_WM_TEMPLATE_CATEGORY" val=""/>
  <p:tag name="KSO_WM_TEMPLATE_INDEX" val="20202633"/>
</p:tagLst>
</file>

<file path=ppt/tags/tag270.xml><?xml version="1.0" encoding="utf-8"?>
<p:tagLst xmlns:p="http://schemas.openxmlformats.org/presentationml/2006/main">
  <p:tag name="KSO_WM_TEMPLATE_CATEGORY" val=""/>
  <p:tag name="KSO_WM_TEMPLATE_INDEX" val="20202633"/>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33_15*a*1"/>
  <p:tag name="KSO_WM_TEMPLATE_CATEGORY" val="custom"/>
  <p:tag name="KSO_WM_TEMPLATE_INDEX" val="20202633"/>
  <p:tag name="KSO_WM_UNIT_LAYERLEVEL" val="1"/>
  <p:tag name="KSO_WM_TAG_VERSION" val="1.0"/>
  <p:tag name="KSO_WM_BEAUTIFY_FLAG" val="#wm#"/>
  <p:tag name="KSO_WM_UNIT_ISCONTENTSTITLE" val="0"/>
  <p:tag name="KSO_WM_UNIT_NOCLEAR" val="1"/>
  <p:tag name="KSO_WM_UNIT_VALUE" val="6"/>
  <p:tag name="KSO_WM_UNIT_TYPE" val="a"/>
  <p:tag name="KSO_WM_UNIT_INDEX" val="1"/>
  <p:tag name="KSO_WM_UNIT_PRESET_TEXT" val="谢谢观看"/>
  <p:tag name="KSO_WM_UNIT_ISNUMDGMTITLE" val="0"/>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custom20202633_15*i*1"/>
  <p:tag name="KSO_WM_TEMPLATE_CATEGORY" val="custom"/>
  <p:tag name="KSO_WM_TEMPLATE_INDEX" val="20202633"/>
  <p:tag name="KSO_WM_UNIT_LAYERLEVEL" val="1"/>
  <p:tag name="KSO_WM_TAG_VERSION" val="1.0"/>
  <p:tag name="KSO_WM_BEAUTIFY_FLAG" val="#wm#"/>
  <p:tag name="KSO_WM_UNIT_TYPE" val="i"/>
  <p:tag name="KSO_WM_UNIT_INDEX" val="1"/>
  <p:tag name="KSO_WM_UNIT_PRESET_TEXT" val="202X"/>
</p:tagLst>
</file>

<file path=ppt/tags/tag273.xml><?xml version="1.0" encoding="utf-8"?>
<p:tagLst xmlns:p="http://schemas.openxmlformats.org/presentationml/2006/main">
  <p:tag name="KSO_WM_SLIDE_ID" val="custom20202633_15"/>
  <p:tag name="KSO_WM_TEMPLATE_SUBCATEGORY" val="0"/>
  <p:tag name="KSO_WM_TEMPLATE_MASTER_TYPE" val="1"/>
  <p:tag name="KSO_WM_TEMPLATE_COLOR_TYPE" val="1"/>
  <p:tag name="KSO_WM_SLIDE_ITEM_CNT" val="0"/>
  <p:tag name="KSO_WM_SLIDE_INDEX" val="15"/>
  <p:tag name="KSO_WM_TAG_VERSION" val="1.0"/>
  <p:tag name="KSO_WM_BEAUTIFY_FLAG" val="#wm#"/>
  <p:tag name="KSO_WM_TEMPLATE_CATEGORY" val="custom"/>
  <p:tag name="KSO_WM_TEMPLATE_INDEX" val="20202633"/>
  <p:tag name="KSO_WM_SLIDE_TYPE" val="endPage"/>
  <p:tag name="KSO_WM_SLIDE_SUBTYPE" val="pureTxt"/>
  <p:tag name="KSO_WM_SLIDE_LAYOUT" val="a_b"/>
  <p:tag name="KSO_WM_SLIDE_LAYOUT_CNT" val="1_1"/>
</p:tagLst>
</file>

<file path=ppt/theme/theme1.xml><?xml version="1.0" encoding="utf-8"?>
<a:theme xmlns:a="http://schemas.openxmlformats.org/drawingml/2006/main" name="2_Office 主题​​">
  <a:themeElements>
    <a:clrScheme name="渐变15">
      <a:dk1>
        <a:srgbClr val="000000"/>
      </a:dk1>
      <a:lt1>
        <a:srgbClr val="FFFFFF"/>
      </a:lt1>
      <a:dk2>
        <a:srgbClr val="F2F2F2"/>
      </a:dk2>
      <a:lt2>
        <a:srgbClr val="FFFFFF"/>
      </a:lt2>
      <a:accent1>
        <a:srgbClr val="4F4EFC"/>
      </a:accent1>
      <a:accent2>
        <a:srgbClr val="5B97FA"/>
      </a:accent2>
      <a:accent3>
        <a:srgbClr val="67DCFD"/>
      </a:accent3>
      <a:accent4>
        <a:srgbClr val="6CFDDC"/>
      </a:accent4>
      <a:accent5>
        <a:srgbClr val="6AFE9A"/>
      </a:accent5>
      <a:accent6>
        <a:srgbClr val="6AFF60"/>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办公室主题">
  <a:themeElements>
    <a:clrScheme name="Watercolor_16x9">
      <a:dk1>
        <a:sysClr val="windowText" lastClr="000000"/>
      </a:dk1>
      <a:lt1>
        <a:sysClr val="window" lastClr="FFFFFF"/>
      </a:lt1>
      <a:dk2>
        <a:srgbClr val="09AFA7"/>
      </a:dk2>
      <a:lt2>
        <a:srgbClr val="AEF1EA"/>
      </a:lt2>
      <a:accent1>
        <a:srgbClr val="08CAC1"/>
      </a:accent1>
      <a:accent2>
        <a:srgbClr val="76C714"/>
      </a:accent2>
      <a:accent3>
        <a:srgbClr val="0E70C2"/>
      </a:accent3>
      <a:accent4>
        <a:srgbClr val="259F39"/>
      </a:accent4>
      <a:accent5>
        <a:srgbClr val="C8C015"/>
      </a:accent5>
      <a:accent6>
        <a:srgbClr val="444FDC"/>
      </a:accent6>
      <a:hlink>
        <a:srgbClr val="76C714"/>
      </a:hlink>
      <a:folHlink>
        <a:srgbClr val="7F7F7F"/>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TM03090430[[fn=带状]]</Template>
  <TotalTime>0</TotalTime>
  <Words>7046</Words>
  <Application>WPS 演示</Application>
  <PresentationFormat>自定义</PresentationFormat>
  <Paragraphs>260</Paragraphs>
  <Slides>20</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宋体</vt:lpstr>
      <vt:lpstr>Wingdings</vt:lpstr>
      <vt:lpstr>微软雅黑</vt:lpstr>
      <vt:lpstr>汉仪旗黑Y4-85简</vt:lpstr>
      <vt:lpstr>方正姚体</vt:lpstr>
      <vt:lpstr>Arial Unicode MS</vt:lpstr>
      <vt:lpstr>Palatino Linotype</vt:lpstr>
      <vt:lpstr>2_Office 主题​​</vt:lpstr>
      <vt:lpstr>OpenCV计算机视觉基础教程</vt:lpstr>
      <vt:lpstr>第6章  </vt:lpstr>
      <vt:lpstr>6.1 直方图基础</vt:lpstr>
      <vt:lpstr>6.1.1  用hist()函数绘制直方图</vt:lpstr>
      <vt:lpstr>6.1.2  用calcHist()函数查找直方图</vt:lpstr>
      <vt:lpstr>6.1.3  应用掩模的直方图</vt:lpstr>
      <vt:lpstr>6.1.4  NumPy中的直方图</vt:lpstr>
      <vt:lpstr>6.2 直方图均衡化</vt:lpstr>
      <vt:lpstr>6.2.1  普通直方图均衡化</vt:lpstr>
      <vt:lpstr>6.2.2  限制对比度自适应直方图均衡化</vt:lpstr>
      <vt:lpstr>PowerPoint 演示文稿</vt:lpstr>
      <vt:lpstr>6.3 二维直方图</vt:lpstr>
      <vt:lpstr>6.3.1  OpenCV中的二维直方图</vt:lpstr>
      <vt:lpstr>PowerPoint 演示文稿</vt:lpstr>
      <vt:lpstr>6.3.2  NumPy中的二维直方图 </vt:lpstr>
      <vt:lpstr>6.3.2  NumPy中的二维直方图 </vt:lpstr>
      <vt:lpstr>6.4 实验</vt:lpstr>
      <vt:lpstr>6.4.1  实验1：使用NumPy函数计算直方图</vt:lpstr>
      <vt:lpstr>6.4.2  实验2：使用OpenCV函数计算直方图</vt:lpstr>
      <vt:lpstr>谢谢观看</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Python3基础教程</dc:title>
  <dc:creator>china xbg</dc:creator>
  <cp:lastModifiedBy>小新</cp:lastModifiedBy>
  <cp:revision>29</cp:revision>
  <dcterms:created xsi:type="dcterms:W3CDTF">2019-11-26T13:46:00Z</dcterms:created>
  <dcterms:modified xsi:type="dcterms:W3CDTF">2021-06-15T14:00:56Z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9CBD9D2472074812AD158735AE45062F</vt:lpwstr>
  </property>
  <property fmtid="{D5CDD505-2E9C-101B-9397-08002B2CF9AE}" pid="3" name="KSOProductBuildVer">
    <vt:lpwstr>2052-11.1.0.10577</vt:lpwstr>
  </property>
  <property fmtid="{D5CDD505-2E9C-101B-9397-08002B2CF9AE}" pid="4" name="KSOSaveFontToCloudKey">
    <vt:lpwstr>446885205_embed</vt:lpwstr>
  </property>
</Properties>
</file>