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32"/>
  </p:handoutMasterIdLst>
  <p:sldIdLst>
    <p:sldId id="257" r:id="rId3"/>
    <p:sldId id="275" r:id="rId5"/>
    <p:sldId id="329" r:id="rId6"/>
    <p:sldId id="330" r:id="rId7"/>
    <p:sldId id="331" r:id="rId8"/>
    <p:sldId id="332" r:id="rId9"/>
    <p:sldId id="333" r:id="rId10"/>
    <p:sldId id="345" r:id="rId11"/>
    <p:sldId id="334" r:id="rId12"/>
    <p:sldId id="335" r:id="rId13"/>
    <p:sldId id="324" r:id="rId14"/>
    <p:sldId id="337" r:id="rId15"/>
    <p:sldId id="338" r:id="rId16"/>
    <p:sldId id="339" r:id="rId17"/>
    <p:sldId id="340" r:id="rId18"/>
    <p:sldId id="346" r:id="rId19"/>
    <p:sldId id="347" r:id="rId20"/>
    <p:sldId id="348" r:id="rId21"/>
    <p:sldId id="349" r:id="rId22"/>
    <p:sldId id="341" r:id="rId23"/>
    <p:sldId id="344" r:id="rId24"/>
    <p:sldId id="342" r:id="rId25"/>
    <p:sldId id="343" r:id="rId26"/>
    <p:sldId id="365" r:id="rId27"/>
    <p:sldId id="325" r:id="rId28"/>
    <p:sldId id="326" r:id="rId29"/>
    <p:sldId id="327" r:id="rId30"/>
    <p:sldId id="328" r:id="rId31"/>
  </p:sldIdLst>
  <p:sldSz cx="12188825" cy="6858000"/>
  <p:notesSz cx="6858000" cy="9144000"/>
  <p:embeddedFontLst>
    <p:embeddedFont>
      <p:font typeface="微软雅黑" panose="020B0503020204020204" charset="-122"/>
      <p:regular r:id="rId37"/>
    </p:embeddedFont>
    <p:embeddedFont>
      <p:font typeface="方正楷体简体" panose="02000000000000000000" charset="-122"/>
      <p:regular r:id="rId38"/>
    </p:embeddedFont>
    <p:embeddedFont>
      <p:font typeface="方正姚体" panose="02010601030101010101" pitchFamily="2" charset="-122"/>
      <p:regular r:id="rId39"/>
    </p:embeddedFont>
    <p:embeddedFont>
      <p:font typeface="Palatino Linotype" panose="02040502050505030304" charset="0"/>
      <p:regular r:id="rId40"/>
      <p:bold r:id="rId41"/>
      <p:italic r:id="rId42"/>
      <p:boldItalic r:id="rId4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F5AB1C69-6EDB-4FF4-983F-18BD219EF322}"/>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615" autoAdjust="0"/>
  </p:normalViewPr>
  <p:slideViewPr>
    <p:cSldViewPr>
      <p:cViewPr varScale="1">
        <p:scale>
          <a:sx n="75" d="100"/>
          <a:sy n="75" d="100"/>
        </p:scale>
        <p:origin x="82" y="110"/>
      </p:cViewPr>
      <p:guideLst>
        <p:guide orient="horz" pos="2160"/>
        <p:guide orient="horz" pos="1008"/>
        <p:guide orient="horz" pos="3792"/>
        <p:guide orient="horz" pos="1152"/>
        <p:guide orient="horz" pos="3360"/>
        <p:guide orient="horz" pos="3072"/>
        <p:guide orient="horz" pos="864"/>
        <p:guide orient="horz" pos="557"/>
        <p:guide orient="horz" pos="2784"/>
        <p:guide pos="3839"/>
        <p:guide pos="959"/>
        <p:guide pos="7007"/>
        <p:guide pos="6719"/>
        <p:guide pos="6143"/>
        <p:guide pos="3983"/>
        <p:guide pos="527"/>
        <p:guide pos="7151"/>
      </p:guideLst>
    </p:cSldViewPr>
  </p:slideViewPr>
  <p:notesTextViewPr>
    <p:cViewPr>
      <p:scale>
        <a:sx n="1" d="1"/>
        <a:sy n="1" d="1"/>
      </p:scale>
      <p:origin x="0" y="0"/>
    </p:cViewPr>
  </p:notesTextViewPr>
  <p:notesViewPr>
    <p:cSldViewPr>
      <p:cViewPr varScale="1">
        <p:scale>
          <a:sx n="87" d="100"/>
          <a:sy n="87" d="100"/>
        </p:scale>
        <p:origin x="384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font" Target="fonts/font7.fntdata"/><Relationship Id="rId42" Type="http://schemas.openxmlformats.org/officeDocument/2006/relationships/font" Target="fonts/font6.fntdata"/><Relationship Id="rId41" Type="http://schemas.openxmlformats.org/officeDocument/2006/relationships/font" Target="fonts/font5.fntdata"/><Relationship Id="rId40" Type="http://schemas.openxmlformats.org/officeDocument/2006/relationships/font" Target="fonts/font4.fntdata"/><Relationship Id="rId4" Type="http://schemas.openxmlformats.org/officeDocument/2006/relationships/notesMaster" Target="notesMasters/notesMaster1.xml"/><Relationship Id="rId39" Type="http://schemas.openxmlformats.org/officeDocument/2006/relationships/font" Target="fonts/font3.fntdata"/><Relationship Id="rId38" Type="http://schemas.openxmlformats.org/officeDocument/2006/relationships/font" Target="fonts/font2.fntdata"/><Relationship Id="rId37" Type="http://schemas.openxmlformats.org/officeDocument/2006/relationships/font" Target="fonts/font1.fntdata"/><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zh-CN" altLang="en-US" dirty="0">
              <a:latin typeface="宋体" panose="02010600030101010101" pitchFamily="2" charset="-122"/>
              <a:ea typeface="宋体" panose="02010600030101010101" pitchFamily="2" charset="-122"/>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5BE8D551-EAFC-440E-BE76-FE90AA8B3E59}" type="datetime1">
              <a:rPr lang="zh-CN" altLang="en-US" smtClean="0">
                <a:latin typeface="宋体" panose="02010600030101010101" pitchFamily="2" charset="-122"/>
                <a:ea typeface="宋体" panose="02010600030101010101" pitchFamily="2" charset="-122"/>
              </a:rPr>
            </a:fld>
            <a:endParaRPr dirty="0">
              <a:latin typeface="宋体" panose="02010600030101010101" pitchFamily="2" charset="-122"/>
              <a:ea typeface="宋体" panose="02010600030101010101" pitchFamily="2" charset="-122"/>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zh-CN" altLang="en-US" dirty="0">
              <a:latin typeface="宋体" panose="02010600030101010101" pitchFamily="2" charset="-122"/>
              <a:ea typeface="宋体" panose="02010600030101010101" pitchFamily="2" charset="-122"/>
            </a:endParaRPr>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7C119DBA-4540-49B3-8FA9-6259387ECF9E}" type="slidenum">
              <a:rPr lang="en-US" altLang="zh-CN">
                <a:latin typeface="宋体" panose="02010600030101010101" pitchFamily="2" charset="-122"/>
                <a:ea typeface="宋体" panose="02010600030101010101" pitchFamily="2" charset="-122"/>
              </a:rPr>
            </a:fld>
            <a:endParaRPr lang="en-US" altLang="zh-CN" dirty="0">
              <a:latin typeface="宋体" panose="02010600030101010101" pitchFamily="2" charset="-122"/>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zh-CN" altLang="en-US" noProof="0"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0A1D97-EEB6-429B-AC02-D2212B4618C4}" type="datetime1">
              <a:rPr lang="zh-CN" altLang="en-US" smtClean="0"/>
            </a:fld>
            <a:endParaRPr lang="zh-CN" altLang="en-US" dirty="0"/>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zh-CN" altLang="en-US" noProof="0" dirty="0"/>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E3B36274-F2B9-4C45-BBB4-0EDF4CD651A7}" type="slidenum">
              <a:rPr lang="en-US" altLang="zh-CN" noProof="0" smtClean="0"/>
            </a:fld>
            <a:endParaRPr lang="en-US" altLang="zh-CN"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j-ea"/>
        <a:ea typeface="+mj-ea"/>
        <a:cs typeface="+mn-cs"/>
      </a:defRPr>
    </a:lvl1pPr>
    <a:lvl2pPr marL="457200" algn="l" defTabSz="914400" rtl="0" eaLnBrk="1" latinLnBrk="0" hangingPunct="1">
      <a:defRPr sz="1200" kern="1200">
        <a:solidFill>
          <a:schemeClr val="tx1"/>
        </a:solidFill>
        <a:latin typeface="+mj-ea"/>
        <a:ea typeface="+mj-ea"/>
        <a:cs typeface="+mn-cs"/>
      </a:defRPr>
    </a:lvl2pPr>
    <a:lvl3pPr marL="914400" algn="l" defTabSz="914400" rtl="0" eaLnBrk="1" latinLnBrk="0" hangingPunct="1">
      <a:defRPr sz="1200" kern="1200">
        <a:solidFill>
          <a:schemeClr val="tx1"/>
        </a:solidFill>
        <a:latin typeface="+mj-ea"/>
        <a:ea typeface="+mj-ea"/>
        <a:cs typeface="+mn-cs"/>
      </a:defRPr>
    </a:lvl3pPr>
    <a:lvl4pPr marL="1371600" algn="l" defTabSz="914400" rtl="0" eaLnBrk="1" latinLnBrk="0" hangingPunct="1">
      <a:defRPr sz="1200" kern="1200">
        <a:solidFill>
          <a:schemeClr val="tx1"/>
        </a:solidFill>
        <a:latin typeface="+mj-ea"/>
        <a:ea typeface="+mj-ea"/>
        <a:cs typeface="+mn-cs"/>
      </a:defRPr>
    </a:lvl4pPr>
    <a:lvl5pPr marL="1828800" algn="l" defTabSz="914400" rtl="0" eaLnBrk="1" latinLnBrk="0" hangingPunct="1">
      <a:defRPr sz="1200" kern="1200">
        <a:solidFill>
          <a:schemeClr val="tx1"/>
        </a:solidFill>
        <a:latin typeface="+mj-ea"/>
        <a:ea typeface="+mj-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p>
        </p:txBody>
      </p:sp>
      <p:sp>
        <p:nvSpPr>
          <p:cNvPr id="4" name="幻灯片编号占位符 3"/>
          <p:cNvSpPr>
            <a:spLocks noGrp="1"/>
          </p:cNvSpPr>
          <p:nvPr>
            <p:ph type="sldNum" sz="quarter" idx="10"/>
          </p:nvPr>
        </p:nvSpPr>
        <p:spPr/>
        <p:txBody>
          <a:bodyPr rtlCol="0"/>
          <a:lstStyle/>
          <a:p>
            <a:pPr rtl="0"/>
            <a:fld id="{E3B36274-F2B9-4C45-BBB4-0EDF4CD651A7}" type="slidenum">
              <a:rPr lang="en-US" altLang="zh-CN" smtClean="0">
                <a:latin typeface="+mj-ea"/>
                <a:ea typeface="+mj-ea"/>
              </a:rPr>
            </a:fld>
            <a:endParaRPr lang="zh-CN" altLang="en-US" dirty="0">
              <a:latin typeface="+mj-ea"/>
              <a:ea typeface="+mj-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536B37-480C-4C68-8BAA-2F772309D54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9" Type="http://schemas.openxmlformats.org/officeDocument/2006/relationships/tags" Target="../tags/tag67.xml"/><Relationship Id="rId68" Type="http://schemas.openxmlformats.org/officeDocument/2006/relationships/tags" Target="../tags/tag66.xml"/><Relationship Id="rId67" Type="http://schemas.openxmlformats.org/officeDocument/2006/relationships/tags" Target="../tags/tag65.xml"/><Relationship Id="rId66" Type="http://schemas.openxmlformats.org/officeDocument/2006/relationships/tags" Target="../tags/tag64.xml"/><Relationship Id="rId65" Type="http://schemas.openxmlformats.org/officeDocument/2006/relationships/tags" Target="../tags/tag63.xml"/><Relationship Id="rId64" Type="http://schemas.openxmlformats.org/officeDocument/2006/relationships/tags" Target="../tags/tag62.xml"/><Relationship Id="rId63" Type="http://schemas.openxmlformats.org/officeDocument/2006/relationships/tags" Target="../tags/tag61.xml"/><Relationship Id="rId62" Type="http://schemas.openxmlformats.org/officeDocument/2006/relationships/tags" Target="../tags/tag60.xml"/><Relationship Id="rId61" Type="http://schemas.openxmlformats.org/officeDocument/2006/relationships/tags" Target="../tags/tag59.xml"/><Relationship Id="rId60" Type="http://schemas.openxmlformats.org/officeDocument/2006/relationships/tags" Target="../tags/tag58.xml"/><Relationship Id="rId6" Type="http://schemas.openxmlformats.org/officeDocument/2006/relationships/tags" Target="../tags/tag4.xml"/><Relationship Id="rId59" Type="http://schemas.openxmlformats.org/officeDocument/2006/relationships/tags" Target="../tags/tag57.xml"/><Relationship Id="rId58" Type="http://schemas.openxmlformats.org/officeDocument/2006/relationships/tags" Target="../tags/tag56.xml"/><Relationship Id="rId57" Type="http://schemas.openxmlformats.org/officeDocument/2006/relationships/tags" Target="../tags/tag55.xml"/><Relationship Id="rId56" Type="http://schemas.openxmlformats.org/officeDocument/2006/relationships/tags" Target="../tags/tag54.xml"/><Relationship Id="rId55" Type="http://schemas.openxmlformats.org/officeDocument/2006/relationships/tags" Target="../tags/tag53.xml"/><Relationship Id="rId54" Type="http://schemas.openxmlformats.org/officeDocument/2006/relationships/tags" Target="../tags/tag52.xml"/><Relationship Id="rId53" Type="http://schemas.openxmlformats.org/officeDocument/2006/relationships/tags" Target="../tags/tag51.xml"/><Relationship Id="rId52" Type="http://schemas.openxmlformats.org/officeDocument/2006/relationships/tags" Target="../tags/tag50.xml"/><Relationship Id="rId51" Type="http://schemas.openxmlformats.org/officeDocument/2006/relationships/tags" Target="../tags/tag49.xml"/><Relationship Id="rId50" Type="http://schemas.openxmlformats.org/officeDocument/2006/relationships/tags" Target="../tags/tag48.xml"/><Relationship Id="rId5" Type="http://schemas.openxmlformats.org/officeDocument/2006/relationships/tags" Target="../tags/tag3.xml"/><Relationship Id="rId49" Type="http://schemas.openxmlformats.org/officeDocument/2006/relationships/tags" Target="../tags/tag47.xml"/><Relationship Id="rId48" Type="http://schemas.openxmlformats.org/officeDocument/2006/relationships/tags" Target="../tags/tag46.xml"/><Relationship Id="rId47" Type="http://schemas.openxmlformats.org/officeDocument/2006/relationships/tags" Target="../tags/tag45.xml"/><Relationship Id="rId46" Type="http://schemas.openxmlformats.org/officeDocument/2006/relationships/tags" Target="../tags/tag44.xml"/><Relationship Id="rId45" Type="http://schemas.openxmlformats.org/officeDocument/2006/relationships/tags" Target="../tags/tag43.xml"/><Relationship Id="rId44" Type="http://schemas.openxmlformats.org/officeDocument/2006/relationships/tags" Target="../tags/tag42.xml"/><Relationship Id="rId43" Type="http://schemas.openxmlformats.org/officeDocument/2006/relationships/tags" Target="../tags/tag41.xml"/><Relationship Id="rId42" Type="http://schemas.openxmlformats.org/officeDocument/2006/relationships/tags" Target="../tags/tag40.xml"/><Relationship Id="rId41" Type="http://schemas.openxmlformats.org/officeDocument/2006/relationships/tags" Target="../tags/tag39.xml"/><Relationship Id="rId40" Type="http://schemas.openxmlformats.org/officeDocument/2006/relationships/tags" Target="../tags/tag38.xml"/><Relationship Id="rId4" Type="http://schemas.openxmlformats.org/officeDocument/2006/relationships/tags" Target="../tags/tag2.xml"/><Relationship Id="rId39" Type="http://schemas.openxmlformats.org/officeDocument/2006/relationships/tags" Target="../tags/tag37.xml"/><Relationship Id="rId38" Type="http://schemas.openxmlformats.org/officeDocument/2006/relationships/tags" Target="../tags/tag36.xml"/><Relationship Id="rId37" Type="http://schemas.openxmlformats.org/officeDocument/2006/relationships/tags" Target="../tags/tag35.xml"/><Relationship Id="rId36" Type="http://schemas.openxmlformats.org/officeDocument/2006/relationships/tags" Target="../tags/tag34.xml"/><Relationship Id="rId35" Type="http://schemas.openxmlformats.org/officeDocument/2006/relationships/tags" Target="../tags/tag33.xml"/><Relationship Id="rId34" Type="http://schemas.openxmlformats.org/officeDocument/2006/relationships/tags" Target="../tags/tag32.xml"/><Relationship Id="rId33" Type="http://schemas.openxmlformats.org/officeDocument/2006/relationships/tags" Target="../tags/tag31.xml"/><Relationship Id="rId32" Type="http://schemas.openxmlformats.org/officeDocument/2006/relationships/tags" Target="../tags/tag30.xml"/><Relationship Id="rId31" Type="http://schemas.openxmlformats.org/officeDocument/2006/relationships/tags" Target="../tags/tag29.xml"/><Relationship Id="rId30" Type="http://schemas.openxmlformats.org/officeDocument/2006/relationships/tags" Target="../tags/tag28.xml"/><Relationship Id="rId3" Type="http://schemas.openxmlformats.org/officeDocument/2006/relationships/image" Target="../media/image1.jpeg"/><Relationship Id="rId29" Type="http://schemas.openxmlformats.org/officeDocument/2006/relationships/tags" Target="../tags/tag27.xml"/><Relationship Id="rId28" Type="http://schemas.openxmlformats.org/officeDocument/2006/relationships/tags" Target="../tags/tag26.xml"/><Relationship Id="rId27" Type="http://schemas.openxmlformats.org/officeDocument/2006/relationships/tags" Target="../tags/tag25.xml"/><Relationship Id="rId26" Type="http://schemas.openxmlformats.org/officeDocument/2006/relationships/tags" Target="../tags/tag24.xml"/><Relationship Id="rId25" Type="http://schemas.openxmlformats.org/officeDocument/2006/relationships/tags" Target="../tags/tag23.xml"/><Relationship Id="rId24" Type="http://schemas.openxmlformats.org/officeDocument/2006/relationships/tags" Target="../tags/tag22.xml"/><Relationship Id="rId23" Type="http://schemas.openxmlformats.org/officeDocument/2006/relationships/tags" Target="../tags/tag21.xml"/><Relationship Id="rId22" Type="http://schemas.openxmlformats.org/officeDocument/2006/relationships/tags" Target="../tags/tag20.xml"/><Relationship Id="rId21" Type="http://schemas.openxmlformats.org/officeDocument/2006/relationships/tags" Target="../tags/tag19.xml"/><Relationship Id="rId20" Type="http://schemas.openxmlformats.org/officeDocument/2006/relationships/tags" Target="../tags/tag18.xml"/><Relationship Id="rId2" Type="http://schemas.openxmlformats.org/officeDocument/2006/relationships/tags" Target="../tags/tag1.xml"/><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0" Type="http://schemas.openxmlformats.org/officeDocument/2006/relationships/tags" Target="../tags/tag9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0" Type="http://schemas.openxmlformats.org/officeDocument/2006/relationships/tags" Target="../tags/tag190.xml"/><Relationship Id="rId7" Type="http://schemas.openxmlformats.org/officeDocument/2006/relationships/tags" Target="../tags/tag127.xml"/><Relationship Id="rId69" Type="http://schemas.openxmlformats.org/officeDocument/2006/relationships/tags" Target="../tags/tag189.xml"/><Relationship Id="rId68" Type="http://schemas.openxmlformats.org/officeDocument/2006/relationships/tags" Target="../tags/tag188.xml"/><Relationship Id="rId67" Type="http://schemas.openxmlformats.org/officeDocument/2006/relationships/tags" Target="../tags/tag187.xml"/><Relationship Id="rId66" Type="http://schemas.openxmlformats.org/officeDocument/2006/relationships/tags" Target="../tags/tag186.xml"/><Relationship Id="rId65" Type="http://schemas.openxmlformats.org/officeDocument/2006/relationships/tags" Target="../tags/tag185.xml"/><Relationship Id="rId64" Type="http://schemas.openxmlformats.org/officeDocument/2006/relationships/tags" Target="../tags/tag184.xml"/><Relationship Id="rId63" Type="http://schemas.openxmlformats.org/officeDocument/2006/relationships/tags" Target="../tags/tag183.xml"/><Relationship Id="rId62" Type="http://schemas.openxmlformats.org/officeDocument/2006/relationships/tags" Target="../tags/tag182.xml"/><Relationship Id="rId61" Type="http://schemas.openxmlformats.org/officeDocument/2006/relationships/tags" Target="../tags/tag181.xml"/><Relationship Id="rId60" Type="http://schemas.openxmlformats.org/officeDocument/2006/relationships/tags" Target="../tags/tag180.xml"/><Relationship Id="rId6" Type="http://schemas.openxmlformats.org/officeDocument/2006/relationships/tags" Target="../tags/tag126.xml"/><Relationship Id="rId59" Type="http://schemas.openxmlformats.org/officeDocument/2006/relationships/tags" Target="../tags/tag179.xml"/><Relationship Id="rId58" Type="http://schemas.openxmlformats.org/officeDocument/2006/relationships/tags" Target="../tags/tag178.xml"/><Relationship Id="rId57" Type="http://schemas.openxmlformats.org/officeDocument/2006/relationships/tags" Target="../tags/tag177.xml"/><Relationship Id="rId56" Type="http://schemas.openxmlformats.org/officeDocument/2006/relationships/tags" Target="../tags/tag176.xml"/><Relationship Id="rId55" Type="http://schemas.openxmlformats.org/officeDocument/2006/relationships/tags" Target="../tags/tag175.xml"/><Relationship Id="rId54" Type="http://schemas.openxmlformats.org/officeDocument/2006/relationships/tags" Target="../tags/tag174.xml"/><Relationship Id="rId53" Type="http://schemas.openxmlformats.org/officeDocument/2006/relationships/tags" Target="../tags/tag173.xml"/><Relationship Id="rId52" Type="http://schemas.openxmlformats.org/officeDocument/2006/relationships/tags" Target="../tags/tag172.xml"/><Relationship Id="rId51" Type="http://schemas.openxmlformats.org/officeDocument/2006/relationships/tags" Target="../tags/tag171.xml"/><Relationship Id="rId50" Type="http://schemas.openxmlformats.org/officeDocument/2006/relationships/tags" Target="../tags/tag170.xml"/><Relationship Id="rId5" Type="http://schemas.openxmlformats.org/officeDocument/2006/relationships/image" Target="../media/image2.jpeg"/><Relationship Id="rId49" Type="http://schemas.openxmlformats.org/officeDocument/2006/relationships/tags" Target="../tags/tag169.xml"/><Relationship Id="rId48" Type="http://schemas.openxmlformats.org/officeDocument/2006/relationships/tags" Target="../tags/tag168.xml"/><Relationship Id="rId47" Type="http://schemas.openxmlformats.org/officeDocument/2006/relationships/tags" Target="../tags/tag167.xml"/><Relationship Id="rId46" Type="http://schemas.openxmlformats.org/officeDocument/2006/relationships/tags" Target="../tags/tag166.xml"/><Relationship Id="rId45" Type="http://schemas.openxmlformats.org/officeDocument/2006/relationships/tags" Target="../tags/tag165.xml"/><Relationship Id="rId44" Type="http://schemas.openxmlformats.org/officeDocument/2006/relationships/tags" Target="../tags/tag164.xml"/><Relationship Id="rId43" Type="http://schemas.openxmlformats.org/officeDocument/2006/relationships/tags" Target="../tags/tag163.xml"/><Relationship Id="rId42" Type="http://schemas.openxmlformats.org/officeDocument/2006/relationships/tags" Target="../tags/tag162.xml"/><Relationship Id="rId41" Type="http://schemas.openxmlformats.org/officeDocument/2006/relationships/tags" Target="../tags/tag161.xml"/><Relationship Id="rId40" Type="http://schemas.openxmlformats.org/officeDocument/2006/relationships/tags" Target="../tags/tag160.xml"/><Relationship Id="rId4" Type="http://schemas.openxmlformats.org/officeDocument/2006/relationships/tags" Target="../tags/tag125.xml"/><Relationship Id="rId39" Type="http://schemas.openxmlformats.org/officeDocument/2006/relationships/tags" Target="../tags/tag159.xml"/><Relationship Id="rId38" Type="http://schemas.openxmlformats.org/officeDocument/2006/relationships/tags" Target="../tags/tag158.xml"/><Relationship Id="rId37" Type="http://schemas.openxmlformats.org/officeDocument/2006/relationships/tags" Target="../tags/tag157.xml"/><Relationship Id="rId36" Type="http://schemas.openxmlformats.org/officeDocument/2006/relationships/tags" Target="../tags/tag156.xml"/><Relationship Id="rId35" Type="http://schemas.openxmlformats.org/officeDocument/2006/relationships/tags" Target="../tags/tag155.xml"/><Relationship Id="rId34" Type="http://schemas.openxmlformats.org/officeDocument/2006/relationships/tags" Target="../tags/tag154.xml"/><Relationship Id="rId33" Type="http://schemas.openxmlformats.org/officeDocument/2006/relationships/tags" Target="../tags/tag153.xml"/><Relationship Id="rId32" Type="http://schemas.openxmlformats.org/officeDocument/2006/relationships/tags" Target="../tags/tag152.xml"/><Relationship Id="rId31" Type="http://schemas.openxmlformats.org/officeDocument/2006/relationships/tags" Target="../tags/tag151.xml"/><Relationship Id="rId30" Type="http://schemas.openxmlformats.org/officeDocument/2006/relationships/tags" Target="../tags/tag150.xml"/><Relationship Id="rId3" Type="http://schemas.openxmlformats.org/officeDocument/2006/relationships/image" Target="../media/image1.jpeg"/><Relationship Id="rId29" Type="http://schemas.openxmlformats.org/officeDocument/2006/relationships/tags" Target="../tags/tag149.xml"/><Relationship Id="rId28" Type="http://schemas.openxmlformats.org/officeDocument/2006/relationships/tags" Target="../tags/tag148.xml"/><Relationship Id="rId27" Type="http://schemas.openxmlformats.org/officeDocument/2006/relationships/tags" Target="../tags/tag147.xml"/><Relationship Id="rId26" Type="http://schemas.openxmlformats.org/officeDocument/2006/relationships/tags" Target="../tags/tag146.xml"/><Relationship Id="rId25" Type="http://schemas.openxmlformats.org/officeDocument/2006/relationships/tags" Target="../tags/tag145.xml"/><Relationship Id="rId24" Type="http://schemas.openxmlformats.org/officeDocument/2006/relationships/tags" Target="../tags/tag144.xml"/><Relationship Id="rId23" Type="http://schemas.openxmlformats.org/officeDocument/2006/relationships/tags" Target="../tags/tag143.xml"/><Relationship Id="rId22" Type="http://schemas.openxmlformats.org/officeDocument/2006/relationships/tags" Target="../tags/tag142.xml"/><Relationship Id="rId21" Type="http://schemas.openxmlformats.org/officeDocument/2006/relationships/tags" Target="../tags/tag141.xml"/><Relationship Id="rId20" Type="http://schemas.openxmlformats.org/officeDocument/2006/relationships/tags" Target="../tags/tag140.xml"/><Relationship Id="rId2" Type="http://schemas.openxmlformats.org/officeDocument/2006/relationships/tags" Target="../tags/tag124.xml"/><Relationship Id="rId19" Type="http://schemas.openxmlformats.org/officeDocument/2006/relationships/tags" Target="../tags/tag139.xml"/><Relationship Id="rId18" Type="http://schemas.openxmlformats.org/officeDocument/2006/relationships/tags" Target="../tags/tag138.xml"/><Relationship Id="rId17" Type="http://schemas.openxmlformats.org/officeDocument/2006/relationships/tags" Target="../tags/tag137.xml"/><Relationship Id="rId16" Type="http://schemas.openxmlformats.org/officeDocument/2006/relationships/tags" Target="../tags/tag136.xml"/><Relationship Id="rId15" Type="http://schemas.openxmlformats.org/officeDocument/2006/relationships/tags" Target="../tags/tag135.xml"/><Relationship Id="rId14" Type="http://schemas.openxmlformats.org/officeDocument/2006/relationships/tags" Target="../tags/tag134.xml"/><Relationship Id="rId13" Type="http://schemas.openxmlformats.org/officeDocument/2006/relationships/tags" Target="../tags/tag133.xml"/><Relationship Id="rId12" Type="http://schemas.openxmlformats.org/officeDocument/2006/relationships/tags" Target="../tags/tag132.xml"/><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01.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09.xml"/><Relationship Id="rId8" Type="http://schemas.openxmlformats.org/officeDocument/2006/relationships/tags" Target="../tags/tag208.xml"/><Relationship Id="rId7" Type="http://schemas.openxmlformats.org/officeDocument/2006/relationships/tags" Target="../tags/tag207.xml"/><Relationship Id="rId6" Type="http://schemas.openxmlformats.org/officeDocument/2006/relationships/tags" Target="../tags/tag206.xml"/><Relationship Id="rId5" Type="http://schemas.openxmlformats.org/officeDocument/2006/relationships/tags" Target="../tags/tag205.xml"/><Relationship Id="rId4" Type="http://schemas.openxmlformats.org/officeDocument/2006/relationships/tags" Target="../tags/tag204.xml"/><Relationship Id="rId3" Type="http://schemas.openxmlformats.org/officeDocument/2006/relationships/tags" Target="../tags/tag203.xml"/><Relationship Id="rId2" Type="http://schemas.openxmlformats.org/officeDocument/2006/relationships/tags" Target="../tags/tag202.xml"/><Relationship Id="rId10" Type="http://schemas.openxmlformats.org/officeDocument/2006/relationships/tags" Target="../tags/tag210.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 Type="http://schemas.openxmlformats.org/officeDocument/2006/relationships/tags" Target="../tags/tag212.xml"/><Relationship Id="rId2" Type="http://schemas.openxmlformats.org/officeDocument/2006/relationships/tags" Target="../tags/tag211.xml"/><Relationship Id="rId10" Type="http://schemas.openxmlformats.org/officeDocument/2006/relationships/tags" Target="../tags/tag219.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227.xml"/><Relationship Id="rId8" Type="http://schemas.openxmlformats.org/officeDocument/2006/relationships/tags" Target="../tags/tag226.xml"/><Relationship Id="rId7" Type="http://schemas.openxmlformats.org/officeDocument/2006/relationships/tags" Target="../tags/tag225.xml"/><Relationship Id="rId6" Type="http://schemas.openxmlformats.org/officeDocument/2006/relationships/tags" Target="../tags/tag224.xml"/><Relationship Id="rId5" Type="http://schemas.openxmlformats.org/officeDocument/2006/relationships/tags" Target="../tags/tag223.xml"/><Relationship Id="rId4" Type="http://schemas.openxmlformats.org/officeDocument/2006/relationships/tags" Target="../tags/tag222.xml"/><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235.xml"/><Relationship Id="rId8" Type="http://schemas.openxmlformats.org/officeDocument/2006/relationships/tags" Target="../tags/tag234.xml"/><Relationship Id="rId7" Type="http://schemas.openxmlformats.org/officeDocument/2006/relationships/tags" Target="../tags/tag233.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1" Type="http://schemas.openxmlformats.org/officeDocument/2006/relationships/tags" Target="../tags/tag237.xml"/><Relationship Id="rId10" Type="http://schemas.openxmlformats.org/officeDocument/2006/relationships/tags" Target="../tags/tag236.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245.xml"/><Relationship Id="rId8" Type="http://schemas.openxmlformats.org/officeDocument/2006/relationships/tags" Target="../tags/tag244.xml"/><Relationship Id="rId7" Type="http://schemas.openxmlformats.org/officeDocument/2006/relationships/tags" Target="../tags/tag243.xml"/><Relationship Id="rId6" Type="http://schemas.openxmlformats.org/officeDocument/2006/relationships/tags" Target="../tags/tag242.xml"/><Relationship Id="rId5" Type="http://schemas.openxmlformats.org/officeDocument/2006/relationships/tags" Target="../tags/tag241.xml"/><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pic>
        <p:nvPicPr>
          <p:cNvPr id="5" name="图片 4" descr="图片包含 动物&#10;&#10;已生成高可信度的说明"/>
          <p:cNvPicPr>
            <a:picLocks noChangeAspect="1"/>
          </p:cNvPicPr>
          <p:nvPr>
            <p:custDataLst>
              <p:tags r:id="rId2"/>
            </p:custDataLst>
          </p:nvPr>
        </p:nvPicPr>
        <p:blipFill rotWithShape="1">
          <a:blip r:embed="rId3"/>
          <a:srcRect/>
          <a:stretch>
            <a:fillRect/>
          </a:stretch>
        </p:blipFill>
        <p:spPr>
          <a:xfrm flipH="1">
            <a:off x="0" y="0"/>
            <a:ext cx="12188824" cy="6858000"/>
          </a:xfrm>
          <a:prstGeom prst="rect">
            <a:avLst/>
          </a:prstGeom>
        </p:spPr>
      </p:pic>
      <p:grpSp>
        <p:nvGrpSpPr>
          <p:cNvPr id="13" name="组合 12"/>
          <p:cNvGrpSpPr/>
          <p:nvPr>
            <p:custDataLst>
              <p:tags r:id="rId4"/>
            </p:custDataLst>
          </p:nvPr>
        </p:nvGrpSpPr>
        <p:grpSpPr>
          <a:xfrm>
            <a:off x="428513" y="419100"/>
            <a:ext cx="333288" cy="165100"/>
            <a:chOff x="428625" y="419100"/>
            <a:chExt cx="333375" cy="165100"/>
          </a:xfrm>
        </p:grpSpPr>
        <p:cxnSp>
          <p:nvCxnSpPr>
            <p:cNvPr id="7" name="直接连接符 6"/>
            <p:cNvCxnSpPr/>
            <p:nvPr userDrawn="1">
              <p:custDataLst>
                <p:tags r:id="rId5"/>
              </p:custDataLst>
            </p:nvPr>
          </p:nvCxnSpPr>
          <p:spPr>
            <a:xfrm>
              <a:off x="428625" y="419100"/>
              <a:ext cx="333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custDataLst>
                <p:tags r:id="rId6"/>
              </p:custDataLst>
            </p:nvPr>
          </p:nvCxnSpPr>
          <p:spPr>
            <a:xfrm>
              <a:off x="428625" y="501650"/>
              <a:ext cx="333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custDataLst>
                <p:tags r:id="rId7"/>
              </p:custDataLst>
            </p:nvPr>
          </p:nvCxnSpPr>
          <p:spPr>
            <a:xfrm>
              <a:off x="428625" y="584200"/>
              <a:ext cx="333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4" name="直接连接符 13"/>
          <p:cNvCxnSpPr/>
          <p:nvPr>
            <p:custDataLst>
              <p:tags r:id="rId8"/>
            </p:custDataLst>
          </p:nvPr>
        </p:nvCxnSpPr>
        <p:spPr>
          <a:xfrm>
            <a:off x="7244861" y="6375400"/>
            <a:ext cx="3642174"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49" name="组合 148"/>
          <p:cNvGrpSpPr/>
          <p:nvPr>
            <p:custDataLst>
              <p:tags r:id="rId9"/>
            </p:custDataLst>
          </p:nvPr>
        </p:nvGrpSpPr>
        <p:grpSpPr>
          <a:xfrm>
            <a:off x="910988" y="4845050"/>
            <a:ext cx="1807689" cy="319882"/>
            <a:chOff x="911225" y="4845050"/>
            <a:chExt cx="1808160" cy="319882"/>
          </a:xfrm>
          <a:solidFill>
            <a:schemeClr val="bg1"/>
          </a:solidFill>
        </p:grpSpPr>
        <p:sp>
          <p:nvSpPr>
            <p:cNvPr id="127" name="椭圆 126"/>
            <p:cNvSpPr/>
            <p:nvPr>
              <p:custDataLst>
                <p:tags r:id="rId10"/>
              </p:custDataLst>
            </p:nvPr>
          </p:nvSpPr>
          <p:spPr>
            <a:xfrm>
              <a:off x="91122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custDataLst>
                <p:tags r:id="rId11"/>
              </p:custDataLst>
            </p:nvPr>
          </p:nvSpPr>
          <p:spPr>
            <a:xfrm>
              <a:off x="91122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custDataLst>
                <p:tags r:id="rId12"/>
              </p:custDataLst>
            </p:nvPr>
          </p:nvSpPr>
          <p:spPr>
            <a:xfrm>
              <a:off x="1085056"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custDataLst>
                <p:tags r:id="rId13"/>
              </p:custDataLst>
            </p:nvPr>
          </p:nvSpPr>
          <p:spPr>
            <a:xfrm>
              <a:off x="1085056"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p:cNvSpPr/>
            <p:nvPr>
              <p:custDataLst>
                <p:tags r:id="rId14"/>
              </p:custDataLst>
            </p:nvPr>
          </p:nvSpPr>
          <p:spPr>
            <a:xfrm>
              <a:off x="1258887"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custDataLst>
                <p:tags r:id="rId15"/>
              </p:custDataLst>
            </p:nvPr>
          </p:nvSpPr>
          <p:spPr>
            <a:xfrm>
              <a:off x="1258887"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custDataLst>
                <p:tags r:id="rId16"/>
              </p:custDataLst>
            </p:nvPr>
          </p:nvSpPr>
          <p:spPr>
            <a:xfrm>
              <a:off x="1432718"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p:custDataLst>
                <p:tags r:id="rId17"/>
              </p:custDataLst>
            </p:nvPr>
          </p:nvSpPr>
          <p:spPr>
            <a:xfrm>
              <a:off x="1432718"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p:cNvSpPr/>
            <p:nvPr>
              <p:custDataLst>
                <p:tags r:id="rId18"/>
              </p:custDataLst>
            </p:nvPr>
          </p:nvSpPr>
          <p:spPr>
            <a:xfrm>
              <a:off x="1606549"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p:custDataLst>
                <p:tags r:id="rId19"/>
              </p:custDataLst>
            </p:nvPr>
          </p:nvSpPr>
          <p:spPr>
            <a:xfrm>
              <a:off x="1606549"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custDataLst>
                <p:tags r:id="rId20"/>
              </p:custDataLst>
            </p:nvPr>
          </p:nvSpPr>
          <p:spPr>
            <a:xfrm>
              <a:off x="1780380"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p:custDataLst>
                <p:tags r:id="rId21"/>
              </p:custDataLst>
            </p:nvPr>
          </p:nvSpPr>
          <p:spPr>
            <a:xfrm>
              <a:off x="1780380"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椭圆 138"/>
            <p:cNvSpPr/>
            <p:nvPr>
              <p:custDataLst>
                <p:tags r:id="rId22"/>
              </p:custDataLst>
            </p:nvPr>
          </p:nvSpPr>
          <p:spPr>
            <a:xfrm>
              <a:off x="1954211"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p:custDataLst>
                <p:tags r:id="rId23"/>
              </p:custDataLst>
            </p:nvPr>
          </p:nvSpPr>
          <p:spPr>
            <a:xfrm>
              <a:off x="1954211"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p:custDataLst>
                <p:tags r:id="rId24"/>
              </p:custDataLst>
            </p:nvPr>
          </p:nvSpPr>
          <p:spPr>
            <a:xfrm>
              <a:off x="2128042"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p:custDataLst>
                <p:tags r:id="rId25"/>
              </p:custDataLst>
            </p:nvPr>
          </p:nvSpPr>
          <p:spPr>
            <a:xfrm>
              <a:off x="2128042"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椭圆 142"/>
            <p:cNvSpPr/>
            <p:nvPr>
              <p:custDataLst>
                <p:tags r:id="rId26"/>
              </p:custDataLst>
            </p:nvPr>
          </p:nvSpPr>
          <p:spPr>
            <a:xfrm>
              <a:off x="2301873"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p:cNvSpPr/>
            <p:nvPr>
              <p:custDataLst>
                <p:tags r:id="rId27"/>
              </p:custDataLst>
            </p:nvPr>
          </p:nvSpPr>
          <p:spPr>
            <a:xfrm>
              <a:off x="2301873"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椭圆 144"/>
            <p:cNvSpPr/>
            <p:nvPr>
              <p:custDataLst>
                <p:tags r:id="rId28"/>
              </p:custDataLst>
            </p:nvPr>
          </p:nvSpPr>
          <p:spPr>
            <a:xfrm>
              <a:off x="2475704"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椭圆 145"/>
            <p:cNvSpPr/>
            <p:nvPr>
              <p:custDataLst>
                <p:tags r:id="rId29"/>
              </p:custDataLst>
            </p:nvPr>
          </p:nvSpPr>
          <p:spPr>
            <a:xfrm>
              <a:off x="2475704"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椭圆 146"/>
            <p:cNvSpPr/>
            <p:nvPr>
              <p:custDataLst>
                <p:tags r:id="rId30"/>
              </p:custDataLst>
            </p:nvPr>
          </p:nvSpPr>
          <p:spPr>
            <a:xfrm>
              <a:off x="264953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p:cNvSpPr/>
            <p:nvPr>
              <p:custDataLst>
                <p:tags r:id="rId31"/>
              </p:custDataLst>
            </p:nvPr>
          </p:nvSpPr>
          <p:spPr>
            <a:xfrm>
              <a:off x="264953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9" name="组合 218"/>
          <p:cNvGrpSpPr/>
          <p:nvPr>
            <p:custDataLst>
              <p:tags r:id="rId32"/>
            </p:custDataLst>
          </p:nvPr>
        </p:nvGrpSpPr>
        <p:grpSpPr>
          <a:xfrm>
            <a:off x="10219095" y="488763"/>
            <a:ext cx="1286332" cy="891382"/>
            <a:chOff x="9265447" y="481778"/>
            <a:chExt cx="1286667" cy="891382"/>
          </a:xfrm>
          <a:solidFill>
            <a:schemeClr val="bg1"/>
          </a:solidFill>
        </p:grpSpPr>
        <p:sp>
          <p:nvSpPr>
            <p:cNvPr id="151" name="椭圆 150"/>
            <p:cNvSpPr/>
            <p:nvPr>
              <p:custDataLst>
                <p:tags r:id="rId33"/>
              </p:custDataLst>
            </p:nvPr>
          </p:nvSpPr>
          <p:spPr>
            <a:xfrm>
              <a:off x="9265447"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p:cNvSpPr/>
            <p:nvPr>
              <p:custDataLst>
                <p:tags r:id="rId34"/>
              </p:custDataLst>
            </p:nvPr>
          </p:nvSpPr>
          <p:spPr>
            <a:xfrm>
              <a:off x="9265447"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custDataLst>
                <p:tags r:id="rId35"/>
              </p:custDataLst>
            </p:nvPr>
          </p:nvSpPr>
          <p:spPr>
            <a:xfrm>
              <a:off x="9439278"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p:cNvSpPr/>
            <p:nvPr>
              <p:custDataLst>
                <p:tags r:id="rId36"/>
              </p:custDataLst>
            </p:nvPr>
          </p:nvSpPr>
          <p:spPr>
            <a:xfrm>
              <a:off x="9439278"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p:cNvSpPr/>
            <p:nvPr>
              <p:custDataLst>
                <p:tags r:id="rId37"/>
              </p:custDataLst>
            </p:nvPr>
          </p:nvSpPr>
          <p:spPr>
            <a:xfrm>
              <a:off x="9613109"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椭圆 155"/>
            <p:cNvSpPr/>
            <p:nvPr>
              <p:custDataLst>
                <p:tags r:id="rId38"/>
              </p:custDataLst>
            </p:nvPr>
          </p:nvSpPr>
          <p:spPr>
            <a:xfrm>
              <a:off x="9613109"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p:cNvSpPr/>
            <p:nvPr>
              <p:custDataLst>
                <p:tags r:id="rId39"/>
              </p:custDataLst>
            </p:nvPr>
          </p:nvSpPr>
          <p:spPr>
            <a:xfrm>
              <a:off x="9786940"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custDataLst>
                <p:tags r:id="rId40"/>
              </p:custDataLst>
            </p:nvPr>
          </p:nvSpPr>
          <p:spPr>
            <a:xfrm>
              <a:off x="9786940"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椭圆 158"/>
            <p:cNvSpPr/>
            <p:nvPr>
              <p:custDataLst>
                <p:tags r:id="rId41"/>
              </p:custDataLst>
            </p:nvPr>
          </p:nvSpPr>
          <p:spPr>
            <a:xfrm>
              <a:off x="9960771"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custDataLst>
                <p:tags r:id="rId42"/>
              </p:custDataLst>
            </p:nvPr>
          </p:nvSpPr>
          <p:spPr>
            <a:xfrm>
              <a:off x="9960771"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p:cNvSpPr/>
            <p:nvPr>
              <p:custDataLst>
                <p:tags r:id="rId43"/>
              </p:custDataLst>
            </p:nvPr>
          </p:nvSpPr>
          <p:spPr>
            <a:xfrm>
              <a:off x="10134602"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2" name="椭圆 161"/>
            <p:cNvSpPr/>
            <p:nvPr>
              <p:custDataLst>
                <p:tags r:id="rId44"/>
              </p:custDataLst>
            </p:nvPr>
          </p:nvSpPr>
          <p:spPr>
            <a:xfrm>
              <a:off x="10134602"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椭圆 162"/>
            <p:cNvSpPr/>
            <p:nvPr>
              <p:custDataLst>
                <p:tags r:id="rId45"/>
              </p:custDataLst>
            </p:nvPr>
          </p:nvSpPr>
          <p:spPr>
            <a:xfrm>
              <a:off x="10308433"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椭圆 163"/>
            <p:cNvSpPr/>
            <p:nvPr>
              <p:custDataLst>
                <p:tags r:id="rId46"/>
              </p:custDataLst>
            </p:nvPr>
          </p:nvSpPr>
          <p:spPr>
            <a:xfrm>
              <a:off x="10308433"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椭圆 164"/>
            <p:cNvSpPr/>
            <p:nvPr>
              <p:custDataLst>
                <p:tags r:id="rId47"/>
              </p:custDataLst>
            </p:nvPr>
          </p:nvSpPr>
          <p:spPr>
            <a:xfrm>
              <a:off x="10482264"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custDataLst>
                <p:tags r:id="rId48"/>
              </p:custDataLst>
            </p:nvPr>
          </p:nvSpPr>
          <p:spPr>
            <a:xfrm>
              <a:off x="10482264"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椭圆 173"/>
            <p:cNvSpPr/>
            <p:nvPr>
              <p:custDataLst>
                <p:tags r:id="rId49"/>
              </p:custDataLst>
            </p:nvPr>
          </p:nvSpPr>
          <p:spPr>
            <a:xfrm>
              <a:off x="9265447"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椭圆 174"/>
            <p:cNvSpPr/>
            <p:nvPr>
              <p:custDataLst>
                <p:tags r:id="rId50"/>
              </p:custDataLst>
            </p:nvPr>
          </p:nvSpPr>
          <p:spPr>
            <a:xfrm>
              <a:off x="9265447"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p:cNvSpPr/>
            <p:nvPr>
              <p:custDataLst>
                <p:tags r:id="rId51"/>
              </p:custDataLst>
            </p:nvPr>
          </p:nvSpPr>
          <p:spPr>
            <a:xfrm>
              <a:off x="9439278"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p:cNvSpPr/>
            <p:nvPr>
              <p:custDataLst>
                <p:tags r:id="rId52"/>
              </p:custDataLst>
            </p:nvPr>
          </p:nvSpPr>
          <p:spPr>
            <a:xfrm>
              <a:off x="9439278"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椭圆 177"/>
            <p:cNvSpPr/>
            <p:nvPr>
              <p:custDataLst>
                <p:tags r:id="rId53"/>
              </p:custDataLst>
            </p:nvPr>
          </p:nvSpPr>
          <p:spPr>
            <a:xfrm>
              <a:off x="9613109"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椭圆 178"/>
            <p:cNvSpPr/>
            <p:nvPr>
              <p:custDataLst>
                <p:tags r:id="rId54"/>
              </p:custDataLst>
            </p:nvPr>
          </p:nvSpPr>
          <p:spPr>
            <a:xfrm>
              <a:off x="9613109"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p:cNvSpPr/>
            <p:nvPr>
              <p:custDataLst>
                <p:tags r:id="rId55"/>
              </p:custDataLst>
            </p:nvPr>
          </p:nvSpPr>
          <p:spPr>
            <a:xfrm>
              <a:off x="9786940"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p:cNvSpPr/>
            <p:nvPr>
              <p:custDataLst>
                <p:tags r:id="rId56"/>
              </p:custDataLst>
            </p:nvPr>
          </p:nvSpPr>
          <p:spPr>
            <a:xfrm>
              <a:off x="9786940"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椭圆 181"/>
            <p:cNvSpPr/>
            <p:nvPr>
              <p:custDataLst>
                <p:tags r:id="rId57"/>
              </p:custDataLst>
            </p:nvPr>
          </p:nvSpPr>
          <p:spPr>
            <a:xfrm>
              <a:off x="9960771"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椭圆 182"/>
            <p:cNvSpPr/>
            <p:nvPr>
              <p:custDataLst>
                <p:tags r:id="rId58"/>
              </p:custDataLst>
            </p:nvPr>
          </p:nvSpPr>
          <p:spPr>
            <a:xfrm>
              <a:off x="9960771"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p:cNvSpPr/>
            <p:nvPr>
              <p:custDataLst>
                <p:tags r:id="rId59"/>
              </p:custDataLst>
            </p:nvPr>
          </p:nvSpPr>
          <p:spPr>
            <a:xfrm>
              <a:off x="10134602"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p:cNvSpPr/>
            <p:nvPr>
              <p:custDataLst>
                <p:tags r:id="rId60"/>
              </p:custDataLst>
            </p:nvPr>
          </p:nvSpPr>
          <p:spPr>
            <a:xfrm>
              <a:off x="10134602"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椭圆 185"/>
            <p:cNvSpPr/>
            <p:nvPr>
              <p:custDataLst>
                <p:tags r:id="rId61"/>
              </p:custDataLst>
            </p:nvPr>
          </p:nvSpPr>
          <p:spPr>
            <a:xfrm>
              <a:off x="10308433"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椭圆 186"/>
            <p:cNvSpPr/>
            <p:nvPr>
              <p:custDataLst>
                <p:tags r:id="rId62"/>
              </p:custDataLst>
            </p:nvPr>
          </p:nvSpPr>
          <p:spPr>
            <a:xfrm>
              <a:off x="10308433"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p:cNvSpPr/>
            <p:nvPr>
              <p:custDataLst>
                <p:tags r:id="rId63"/>
              </p:custDataLst>
            </p:nvPr>
          </p:nvSpPr>
          <p:spPr>
            <a:xfrm>
              <a:off x="10482264"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custDataLst>
                <p:tags r:id="rId64"/>
              </p:custDataLst>
            </p:nvPr>
          </p:nvSpPr>
          <p:spPr>
            <a:xfrm>
              <a:off x="10482264"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ctrTitle" hasCustomPrompt="1"/>
            <p:custDataLst>
              <p:tags r:id="rId65"/>
            </p:custDataLst>
          </p:nvPr>
        </p:nvSpPr>
        <p:spPr>
          <a:xfrm>
            <a:off x="669707" y="3182448"/>
            <a:ext cx="9435117" cy="1451463"/>
          </a:xfrm>
        </p:spPr>
        <p:txBody>
          <a:bodyPr lIns="90170" tIns="46990" rIns="36000" bIns="46990" anchor="t" anchorCtr="0">
            <a:normAutofit/>
          </a:bodyPr>
          <a:lstStyle>
            <a:lvl1pPr algn="dist">
              <a:defRPr sz="8000" spc="600" baseline="0">
                <a:solidFill>
                  <a:schemeClr val="bg1"/>
                </a:solidFill>
                <a:latin typeface="Arial" panose="020B0604020202020204" pitchFamily="34" charset="0"/>
                <a:ea typeface="方正楷体简体" panose="02000000000000000000" charset="-122"/>
              </a:defRPr>
            </a:lvl1pPr>
          </a:lstStyle>
          <a:p>
            <a:r>
              <a:rPr lang="zh-CN" altLang="en-US" dirty="0"/>
              <a:t>单击此处编辑标题</a:t>
            </a:r>
            <a:endParaRPr lang="zh-CN" altLang="en-US" dirty="0"/>
          </a:p>
        </p:txBody>
      </p:sp>
      <p:sp>
        <p:nvSpPr>
          <p:cNvPr id="12" name="文本占位符 11"/>
          <p:cNvSpPr>
            <a:spLocks noGrp="1"/>
          </p:cNvSpPr>
          <p:nvPr>
            <p:ph type="body" sz="quarter" idx="13" hasCustomPrompt="1"/>
            <p:custDataLst>
              <p:tags r:id="rId66"/>
            </p:custDataLst>
          </p:nvPr>
        </p:nvSpPr>
        <p:spPr>
          <a:xfrm>
            <a:off x="669707" y="5315574"/>
            <a:ext cx="6456312" cy="503238"/>
          </a:xfrm>
        </p:spPr>
        <p:txBody>
          <a:bodyPr lIns="90000" tIns="46800" rIns="90000" bIns="46800" anchor="ctr" anchorCtr="0">
            <a:normAutofit/>
          </a:bodyPr>
          <a:lstStyle>
            <a:lvl1pPr marL="0" indent="0" algn="dist">
              <a:buNone/>
              <a:defRPr sz="2000" baseline="0">
                <a:solidFill>
                  <a:schemeClr val="bg1"/>
                </a:solidFill>
                <a:latin typeface="Arial" panose="020B0604020202020204" pitchFamily="34" charset="0"/>
              </a:defRPr>
            </a:lvl1pPr>
          </a:lstStyle>
          <a:p>
            <a:pPr lvl="0"/>
            <a:r>
              <a:rPr lang="zh-CN" altLang="en-US" dirty="0"/>
              <a:t>单击此处编辑文本</a:t>
            </a:r>
            <a:endParaRPr lang="zh-CN" altLang="en-US" dirty="0"/>
          </a:p>
        </p:txBody>
      </p:sp>
      <p:sp>
        <p:nvSpPr>
          <p:cNvPr id="16" name="日期占位符 15"/>
          <p:cNvSpPr>
            <a:spLocks noGrp="1"/>
          </p:cNvSpPr>
          <p:nvPr>
            <p:ph type="dt" sz="half" idx="10"/>
            <p:custDataLst>
              <p:tags r:id="rId67"/>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8"/>
            </p:custDataLst>
          </p:nvPr>
        </p:nvSpPr>
        <p:spPr/>
        <p:txBody>
          <a:bodyPr/>
          <a:lstStyle/>
          <a:p>
            <a:endParaRPr lang="zh-CN" altLang="en-US" dirty="0"/>
          </a:p>
        </p:txBody>
      </p:sp>
      <p:sp>
        <p:nvSpPr>
          <p:cNvPr id="18" name="灯片编号占位符 17"/>
          <p:cNvSpPr>
            <a:spLocks noGrp="1"/>
          </p:cNvSpPr>
          <p:nvPr>
            <p:ph type="sldNum" sz="quarter" idx="12"/>
            <p:custDataLst>
              <p:tags r:id="rId69"/>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7" name="任意多边形: 形状 6"/>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a:xfrm>
            <a:off x="669708" y="443234"/>
            <a:ext cx="10849411" cy="441964"/>
          </a:xfrm>
        </p:spPr>
        <p:txBody>
          <a:bodyPr vert="horz" lIns="90170" tIns="46990" rIns="90170" bIns="46990" rtlCol="0" anchor="t"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69708" y="952508"/>
            <a:ext cx="10849411"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9" name="组合 8"/>
          <p:cNvGrpSpPr/>
          <p:nvPr>
            <p:custDataLst>
              <p:tags r:id="rId2"/>
            </p:custDataLst>
          </p:nvPr>
        </p:nvGrpSpPr>
        <p:grpSpPr>
          <a:xfrm>
            <a:off x="-6348" y="-15240"/>
            <a:ext cx="12207870" cy="6892290"/>
            <a:chOff x="-6350" y="-15240"/>
            <a:chExt cx="12211050" cy="6892290"/>
          </a:xfrm>
        </p:grpSpPr>
        <p:sp>
          <p:nvSpPr>
            <p:cNvPr id="7" name="任意多边形: 形状 6"/>
            <p:cNvSpPr/>
            <p:nvPr userDrawn="1">
              <p:custDataLst>
                <p:tags r:id="rId3"/>
              </p:custDataLst>
            </p:nvPr>
          </p:nvSpPr>
          <p:spPr>
            <a:xfrm>
              <a:off x="-6350" y="6184900"/>
              <a:ext cx="12211050" cy="6921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custDataLst>
                <p:tags r:id="rId4"/>
              </p:custDataLst>
            </p:nvPr>
          </p:nvSpPr>
          <p:spPr>
            <a:xfrm flipH="1" flipV="1">
              <a:off x="-6350" y="-15240"/>
              <a:ext cx="12211050" cy="57404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904">
                  <a:moveTo>
                    <a:pt x="5020" y="0"/>
                  </a:moveTo>
                  <a:cubicBezTo>
                    <a:pt x="7413" y="0"/>
                    <a:pt x="11370" y="660"/>
                    <a:pt x="13300" y="680"/>
                  </a:cubicBezTo>
                  <a:cubicBezTo>
                    <a:pt x="15230" y="700"/>
                    <a:pt x="15387" y="187"/>
                    <a:pt x="16600" y="120"/>
                  </a:cubicBezTo>
                  <a:cubicBezTo>
                    <a:pt x="17605" y="65"/>
                    <a:pt x="18616" y="275"/>
                    <a:pt x="19198" y="466"/>
                  </a:cubicBezTo>
                  <a:lnTo>
                    <a:pt x="19230" y="477"/>
                  </a:lnTo>
                  <a:lnTo>
                    <a:pt x="19230" y="904"/>
                  </a:lnTo>
                  <a:lnTo>
                    <a:pt x="0" y="904"/>
                  </a:lnTo>
                  <a:lnTo>
                    <a:pt x="0" y="609"/>
                  </a:lnTo>
                  <a:lnTo>
                    <a:pt x="22" y="605"/>
                  </a:lnTo>
                  <a:cubicBezTo>
                    <a:pt x="1094" y="416"/>
                    <a:pt x="2982" y="0"/>
                    <a:pt x="502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2" name="标题 1"/>
          <p:cNvSpPr>
            <a:spLocks noGrp="1"/>
          </p:cNvSpPr>
          <p:nvPr>
            <p:ph type="title" hasCustomPrompt="1"/>
            <p:custDataLst>
              <p:tags r:id="rId5"/>
            </p:custDataLst>
          </p:nvPr>
        </p:nvSpPr>
        <p:spPr>
          <a:xfrm>
            <a:off x="5304433" y="2554514"/>
            <a:ext cx="4896453" cy="808744"/>
          </a:xfrm>
        </p:spPr>
        <p:txBody>
          <a:bodyPr lIns="90000" tIns="46800" rIns="90000" bIns="46800" anchor="b" anchorCtr="0">
            <a:normAutofit/>
          </a:bodyPr>
          <a:lstStyle>
            <a:lvl1pPr>
              <a:defRPr sz="4000" u="none" strike="noStrike" kern="1200" cap="none" spc="300" normalizeH="0" baseline="0">
                <a:gradFill flip="none" rotWithShape="1">
                  <a:gsLst>
                    <a:gs pos="0">
                      <a:schemeClr val="accent3"/>
                    </a:gs>
                    <a:gs pos="100000">
                      <a:schemeClr val="accent1"/>
                    </a:gs>
                  </a:gsLst>
                  <a:path path="circle">
                    <a:fillToRect l="100000" t="100000"/>
                  </a:path>
                  <a:tileRect r="-100000" b="-100000"/>
                </a:gradFill>
                <a:uFillTx/>
                <a:latin typeface="Arial" panose="020B0604020202020204" pitchFamily="34" charset="0"/>
                <a:ea typeface="方正楷体简体" panose="02000000000000000000"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6"/>
            </p:custDataLst>
          </p:nvPr>
        </p:nvSpPr>
        <p:spPr>
          <a:xfrm>
            <a:off x="5304678" y="3425190"/>
            <a:ext cx="4896480" cy="1579245"/>
          </a:xfrm>
        </p:spPr>
        <p:txBody>
          <a:bodyPr lIns="90000" tIns="46800" rIns="90000" bIns="46800">
            <a:normAutofit/>
          </a:bodyPr>
          <a:lstStyle>
            <a:lvl1pPr marL="0" indent="0"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0965" indent="0">
              <a:buNone/>
              <a:defRPr sz="1600">
                <a:solidFill>
                  <a:schemeClr val="tx1">
                    <a:tint val="75000"/>
                  </a:schemeClr>
                </a:solidFill>
              </a:defRPr>
            </a:lvl4pPr>
            <a:lvl5pPr marL="1828165" indent="0">
              <a:buNone/>
              <a:defRPr sz="1600">
                <a:solidFill>
                  <a:schemeClr val="tx1">
                    <a:tint val="75000"/>
                  </a:schemeClr>
                </a:solidFill>
              </a:defRPr>
            </a:lvl5pPr>
            <a:lvl6pPr marL="2285365" indent="0">
              <a:buNone/>
              <a:defRPr sz="1600">
                <a:solidFill>
                  <a:schemeClr val="tx1">
                    <a:tint val="75000"/>
                  </a:schemeClr>
                </a:solidFill>
              </a:defRPr>
            </a:lvl6pPr>
            <a:lvl7pPr marL="2742565" indent="0">
              <a:buNone/>
              <a:defRPr sz="1600">
                <a:solidFill>
                  <a:schemeClr val="tx1">
                    <a:tint val="75000"/>
                  </a:schemeClr>
                </a:solidFill>
              </a:defRPr>
            </a:lvl7pPr>
            <a:lvl8pPr marL="3199765" indent="0">
              <a:buNone/>
              <a:defRPr sz="1600">
                <a:solidFill>
                  <a:schemeClr val="tx1">
                    <a:tint val="75000"/>
                  </a:schemeClr>
                </a:solidFill>
              </a:defRPr>
            </a:lvl8pPr>
            <a:lvl9pPr marL="3656965"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p:txBody>
          <a:bodyPr/>
          <a:lstStyle/>
          <a:p>
            <a:endParaRPr lang="zh-CN" altLang="en-US"/>
          </a:p>
        </p:txBody>
      </p:sp>
      <p:sp>
        <p:nvSpPr>
          <p:cNvPr id="6" name="灯片编号占位符 5"/>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9" name="任意多边形: 形状 8"/>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a:xfrm>
            <a:off x="669708" y="443234"/>
            <a:ext cx="10849411"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4"/>
            </p:custDataLst>
          </p:nvPr>
        </p:nvSpPr>
        <p:spPr>
          <a:xfrm>
            <a:off x="669756" y="952508"/>
            <a:ext cx="5281866"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5"/>
            </p:custDataLst>
          </p:nvPr>
        </p:nvSpPr>
        <p:spPr>
          <a:xfrm>
            <a:off x="6237252" y="952508"/>
            <a:ext cx="5281866" cy="5388907"/>
          </a:xfrm>
        </p:spPr>
        <p:txBody>
          <a:bodyPr lIns="90170" tIns="46990" rIns="90170" bIns="46990">
            <a:normAutofit/>
          </a:bodyPr>
          <a:lstStyle>
            <a:lvl1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2pPr>
            <a:lvl3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3pPr>
            <a:lvl4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4pPr>
            <a:lvl5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7"/>
            </p:custDataLst>
          </p:nvPr>
        </p:nvSpPr>
        <p:spPr/>
        <p:txBody>
          <a:bodyPr/>
          <a:lstStyle/>
          <a:p>
            <a:endParaRPr lang="zh-CN" altLang="en-US"/>
          </a:p>
        </p:txBody>
      </p:sp>
      <p:sp>
        <p:nvSpPr>
          <p:cNvPr id="7" name="灯片编号占位符 6"/>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10" name="任意多边形: 形状 9"/>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a:xfrm>
            <a:off x="669708" y="443234"/>
            <a:ext cx="10849411"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4"/>
            </p:custDataLst>
          </p:nvPr>
        </p:nvSpPr>
        <p:spPr>
          <a:xfrm>
            <a:off x="669756" y="952508"/>
            <a:ext cx="5281866" cy="381003"/>
          </a:xfrm>
        </p:spPr>
        <p:txBody>
          <a:bodyPr lIns="90170" tIns="46990" rIns="90170" bIns="4699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5"/>
            </p:custDataLst>
          </p:nvPr>
        </p:nvSpPr>
        <p:spPr>
          <a:xfrm>
            <a:off x="669751" y="1406525"/>
            <a:ext cx="5281824"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6"/>
            </p:custDataLst>
          </p:nvPr>
        </p:nvSpPr>
        <p:spPr>
          <a:xfrm>
            <a:off x="6234126" y="952508"/>
            <a:ext cx="5281866" cy="381003"/>
          </a:xfrm>
        </p:spPr>
        <p:txBody>
          <a:bodyPr vert="horz" lIns="90170" tIns="46990" rIns="90170" bIns="4699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7"/>
            </p:custDataLst>
          </p:nvPr>
        </p:nvSpPr>
        <p:spPr>
          <a:xfrm>
            <a:off x="6234126" y="1406525"/>
            <a:ext cx="5281866"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9"/>
            </p:custDataLst>
          </p:nvPr>
        </p:nvSpPr>
        <p:spPr/>
        <p:txBody>
          <a:bodyPr/>
          <a:lstStyle/>
          <a:p>
            <a:endParaRPr lang="zh-CN" altLang="en-US"/>
          </a:p>
        </p:txBody>
      </p:sp>
      <p:sp>
        <p:nvSpPr>
          <p:cNvPr id="9" name="灯片编号占位符 8"/>
          <p:cNvSpPr>
            <a:spLocks noGrp="1"/>
          </p:cNvSpPr>
          <p:nvPr>
            <p:ph type="sldNum" sz="quarter" idx="12"/>
            <p:custDataLst>
              <p:tags r:id="rId10"/>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9" name="任意多边形: 形状 6"/>
          <p:cNvSpPr/>
          <p:nvPr>
            <p:custDataLst>
              <p:tags r:id="rId2"/>
            </p:custDataLst>
          </p:nvPr>
        </p:nvSpPr>
        <p:spPr>
          <a:xfrm>
            <a:off x="-6348" y="6184900"/>
            <a:ext cx="12207870" cy="6921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8" name="任意多边形: 形状 7"/>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a:xfrm>
            <a:off x="669756" y="443234"/>
            <a:ext cx="10849411"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4"/>
            </p:custDataLst>
          </p:nvPr>
        </p:nvSpPr>
        <p:spPr>
          <a:xfrm>
            <a:off x="669756" y="952508"/>
            <a:ext cx="5281866"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6237300" y="952508"/>
            <a:ext cx="5281866"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6"/>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7"/>
            </p:custDataLst>
          </p:nvPr>
        </p:nvSpPr>
        <p:spPr/>
        <p:txBody>
          <a:bodyPr/>
          <a:lstStyle/>
          <a:p>
            <a:endParaRPr lang="zh-CN" altLang="en-US" dirty="0"/>
          </a:p>
        </p:txBody>
      </p:sp>
      <p:sp>
        <p:nvSpPr>
          <p:cNvPr id="7" name="灯片编号占位符 6"/>
          <p:cNvSpPr>
            <a:spLocks noGrp="1"/>
          </p:cNvSpPr>
          <p:nvPr>
            <p:ph type="sldNum" sz="quarter" idx="12"/>
            <p:custDataLst>
              <p:tags r:id="rId8"/>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gradFill>
          <a:gsLst>
            <a:gs pos="0">
              <a:schemeClr val="accent3"/>
            </a:gs>
            <a:gs pos="100000">
              <a:schemeClr val="accent1"/>
            </a:gs>
          </a:gsLst>
          <a:lin ang="6599999" scaled="0"/>
        </a:gradFill>
        <a:effectLst/>
      </p:bgPr>
    </p:bg>
    <p:spTree>
      <p:nvGrpSpPr>
        <p:cNvPr id="1" name=""/>
        <p:cNvGrpSpPr/>
        <p:nvPr/>
      </p:nvGrpSpPr>
      <p:grpSpPr>
        <a:xfrm>
          <a:off x="0" y="0"/>
          <a:ext cx="0" cy="0"/>
          <a:chOff x="0" y="0"/>
          <a:chExt cx="0" cy="0"/>
        </a:xfrm>
      </p:grpSpPr>
      <p:sp>
        <p:nvSpPr>
          <p:cNvPr id="7" name="矩形 6"/>
          <p:cNvSpPr/>
          <p:nvPr>
            <p:custDataLst>
              <p:tags r:id="rId2"/>
            </p:custDataLst>
          </p:nvPr>
        </p:nvSpPr>
        <p:spPr>
          <a:xfrm>
            <a:off x="292724" y="304200"/>
            <a:ext cx="11603378"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竖排标题 1"/>
          <p:cNvSpPr>
            <a:spLocks noGrp="1"/>
          </p:cNvSpPr>
          <p:nvPr>
            <p:ph type="title" orient="vert"/>
            <p:custDataLst>
              <p:tags r:id="rId3"/>
            </p:custDataLst>
          </p:nvPr>
        </p:nvSpPr>
        <p:spPr>
          <a:xfrm>
            <a:off x="10568382" y="952508"/>
            <a:ext cx="950736" cy="5388907"/>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4"/>
            </p:custDataLst>
          </p:nvPr>
        </p:nvSpPr>
        <p:spPr>
          <a:xfrm>
            <a:off x="669751" y="952500"/>
            <a:ext cx="9825542" cy="5388907"/>
          </a:xfrm>
        </p:spPr>
        <p:txBody>
          <a:bodyPr vert="eaVert" lIns="90170" tIns="46990" rIns="90170" bIns="46990">
            <a:normAutofit/>
          </a:bodyPr>
          <a:lstStyle>
            <a:lvl1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1pPr>
            <a:lvl2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2pPr>
            <a:lvl3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3pPr>
            <a:lvl4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4pPr>
            <a:lvl5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gradFill>
          <a:gsLst>
            <a:gs pos="0">
              <a:schemeClr val="accent3"/>
            </a:gs>
            <a:gs pos="100000">
              <a:schemeClr val="accent1"/>
            </a:gs>
          </a:gsLst>
          <a:lin ang="6599999" scaled="0"/>
        </a:gradFill>
        <a:effectLst/>
      </p:bgPr>
    </p:bg>
    <p:spTree>
      <p:nvGrpSpPr>
        <p:cNvPr id="1" name=""/>
        <p:cNvGrpSpPr/>
        <p:nvPr/>
      </p:nvGrpSpPr>
      <p:grpSpPr>
        <a:xfrm>
          <a:off x="0" y="0"/>
          <a:ext cx="0" cy="0"/>
          <a:chOff x="0" y="0"/>
          <a:chExt cx="0" cy="0"/>
        </a:xfrm>
      </p:grpSpPr>
      <p:sp>
        <p:nvSpPr>
          <p:cNvPr id="6" name="矩形 5"/>
          <p:cNvSpPr/>
          <p:nvPr>
            <p:custDataLst>
              <p:tags r:id="rId2"/>
            </p:custDataLst>
          </p:nvPr>
        </p:nvSpPr>
        <p:spPr>
          <a:xfrm>
            <a:off x="292724" y="304200"/>
            <a:ext cx="11603378"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6"/>
            </p:custDataLst>
          </p:nvPr>
        </p:nvSpPr>
        <p:spPr>
          <a:xfrm>
            <a:off x="669756" y="952508"/>
            <a:ext cx="10849411"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pic>
        <p:nvPicPr>
          <p:cNvPr id="70" name="图片 69" descr="图片包含 动物&#10;&#10;已生成高可信度的说明"/>
          <p:cNvPicPr>
            <a:picLocks noChangeAspect="1"/>
          </p:cNvPicPr>
          <p:nvPr>
            <p:custDataLst>
              <p:tags r:id="rId2"/>
            </p:custDataLst>
          </p:nvPr>
        </p:nvPicPr>
        <p:blipFill rotWithShape="1">
          <a:blip r:embed="rId3"/>
          <a:srcRect/>
          <a:stretch>
            <a:fillRect/>
          </a:stretch>
        </p:blipFill>
        <p:spPr>
          <a:xfrm flipH="1">
            <a:off x="0" y="0"/>
            <a:ext cx="12188824" cy="6858000"/>
          </a:xfrm>
          <a:prstGeom prst="rect">
            <a:avLst/>
          </a:prstGeom>
        </p:spPr>
      </p:pic>
      <p:pic>
        <p:nvPicPr>
          <p:cNvPr id="7" name="图片 6" descr="图片包含 动物&#10;&#10;已生成高可信度的说明" hidden="1"/>
          <p:cNvPicPr>
            <a:picLocks noChangeAspect="1"/>
          </p:cNvPicPr>
          <p:nvPr>
            <p:custDataLst>
              <p:tags r:id="rId4"/>
            </p:custDataLst>
          </p:nvPr>
        </p:nvPicPr>
        <p:blipFill rotWithShape="1">
          <a:blip r:embed="rId5"/>
          <a:srcRect/>
          <a:stretch>
            <a:fillRect/>
          </a:stretch>
        </p:blipFill>
        <p:spPr>
          <a:xfrm flipH="1">
            <a:off x="0" y="0"/>
            <a:ext cx="12188824" cy="6858000"/>
          </a:xfrm>
          <a:prstGeom prst="rect">
            <a:avLst/>
          </a:prstGeom>
        </p:spPr>
      </p:pic>
      <p:cxnSp>
        <p:nvCxnSpPr>
          <p:cNvPr id="8" name="直接连接符 7"/>
          <p:cNvCxnSpPr/>
          <p:nvPr>
            <p:custDataLst>
              <p:tags r:id="rId6"/>
            </p:custDataLst>
          </p:nvPr>
        </p:nvCxnSpPr>
        <p:spPr>
          <a:xfrm>
            <a:off x="428513" y="419100"/>
            <a:ext cx="33328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428513" y="501650"/>
            <a:ext cx="33328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8"/>
            </p:custDataLst>
          </p:nvPr>
        </p:nvCxnSpPr>
        <p:spPr>
          <a:xfrm>
            <a:off x="428513" y="584200"/>
            <a:ext cx="33328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7244861" y="6375400"/>
            <a:ext cx="3642174"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4" name="组合 13"/>
          <p:cNvGrpSpPr/>
          <p:nvPr>
            <p:custDataLst>
              <p:tags r:id="rId10"/>
            </p:custDataLst>
          </p:nvPr>
        </p:nvGrpSpPr>
        <p:grpSpPr>
          <a:xfrm>
            <a:off x="910988" y="4672608"/>
            <a:ext cx="1807689" cy="319882"/>
            <a:chOff x="911225" y="4845050"/>
            <a:chExt cx="1808160" cy="319882"/>
          </a:xfrm>
          <a:solidFill>
            <a:schemeClr val="bg1"/>
          </a:solidFill>
        </p:grpSpPr>
        <p:sp>
          <p:nvSpPr>
            <p:cNvPr id="15" name="椭圆 14"/>
            <p:cNvSpPr/>
            <p:nvPr>
              <p:custDataLst>
                <p:tags r:id="rId11"/>
              </p:custDataLst>
            </p:nvPr>
          </p:nvSpPr>
          <p:spPr>
            <a:xfrm>
              <a:off x="91122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6" name="椭圆 15"/>
            <p:cNvSpPr/>
            <p:nvPr>
              <p:custDataLst>
                <p:tags r:id="rId12"/>
              </p:custDataLst>
            </p:nvPr>
          </p:nvSpPr>
          <p:spPr>
            <a:xfrm>
              <a:off x="91122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7" name="椭圆 16"/>
            <p:cNvSpPr/>
            <p:nvPr>
              <p:custDataLst>
                <p:tags r:id="rId13"/>
              </p:custDataLst>
            </p:nvPr>
          </p:nvSpPr>
          <p:spPr>
            <a:xfrm>
              <a:off x="1085056"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8" name="椭圆 17"/>
            <p:cNvSpPr/>
            <p:nvPr>
              <p:custDataLst>
                <p:tags r:id="rId14"/>
              </p:custDataLst>
            </p:nvPr>
          </p:nvSpPr>
          <p:spPr>
            <a:xfrm>
              <a:off x="1085056"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9" name="椭圆 18"/>
            <p:cNvSpPr/>
            <p:nvPr>
              <p:custDataLst>
                <p:tags r:id="rId15"/>
              </p:custDataLst>
            </p:nvPr>
          </p:nvSpPr>
          <p:spPr>
            <a:xfrm>
              <a:off x="1258887"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0" name="椭圆 19"/>
            <p:cNvSpPr/>
            <p:nvPr>
              <p:custDataLst>
                <p:tags r:id="rId16"/>
              </p:custDataLst>
            </p:nvPr>
          </p:nvSpPr>
          <p:spPr>
            <a:xfrm>
              <a:off x="1258887"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1" name="椭圆 20"/>
            <p:cNvSpPr/>
            <p:nvPr>
              <p:custDataLst>
                <p:tags r:id="rId17"/>
              </p:custDataLst>
            </p:nvPr>
          </p:nvSpPr>
          <p:spPr>
            <a:xfrm>
              <a:off x="1432718"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2" name="椭圆 21"/>
            <p:cNvSpPr/>
            <p:nvPr>
              <p:custDataLst>
                <p:tags r:id="rId18"/>
              </p:custDataLst>
            </p:nvPr>
          </p:nvSpPr>
          <p:spPr>
            <a:xfrm>
              <a:off x="1432718"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3" name="椭圆 22"/>
            <p:cNvSpPr/>
            <p:nvPr>
              <p:custDataLst>
                <p:tags r:id="rId19"/>
              </p:custDataLst>
            </p:nvPr>
          </p:nvSpPr>
          <p:spPr>
            <a:xfrm>
              <a:off x="1606549"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4" name="椭圆 23"/>
            <p:cNvSpPr/>
            <p:nvPr>
              <p:custDataLst>
                <p:tags r:id="rId20"/>
              </p:custDataLst>
            </p:nvPr>
          </p:nvSpPr>
          <p:spPr>
            <a:xfrm>
              <a:off x="1606549"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5" name="椭圆 24"/>
            <p:cNvSpPr/>
            <p:nvPr>
              <p:custDataLst>
                <p:tags r:id="rId21"/>
              </p:custDataLst>
            </p:nvPr>
          </p:nvSpPr>
          <p:spPr>
            <a:xfrm>
              <a:off x="1780380"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6" name="椭圆 25"/>
            <p:cNvSpPr/>
            <p:nvPr>
              <p:custDataLst>
                <p:tags r:id="rId22"/>
              </p:custDataLst>
            </p:nvPr>
          </p:nvSpPr>
          <p:spPr>
            <a:xfrm>
              <a:off x="1780380"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7" name="椭圆 26"/>
            <p:cNvSpPr/>
            <p:nvPr>
              <p:custDataLst>
                <p:tags r:id="rId23"/>
              </p:custDataLst>
            </p:nvPr>
          </p:nvSpPr>
          <p:spPr>
            <a:xfrm>
              <a:off x="1954211"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8" name="椭圆 27"/>
            <p:cNvSpPr/>
            <p:nvPr>
              <p:custDataLst>
                <p:tags r:id="rId24"/>
              </p:custDataLst>
            </p:nvPr>
          </p:nvSpPr>
          <p:spPr>
            <a:xfrm>
              <a:off x="1954211"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9" name="椭圆 28"/>
            <p:cNvSpPr/>
            <p:nvPr>
              <p:custDataLst>
                <p:tags r:id="rId25"/>
              </p:custDataLst>
            </p:nvPr>
          </p:nvSpPr>
          <p:spPr>
            <a:xfrm>
              <a:off x="2128042"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0" name="椭圆 29"/>
            <p:cNvSpPr/>
            <p:nvPr>
              <p:custDataLst>
                <p:tags r:id="rId26"/>
              </p:custDataLst>
            </p:nvPr>
          </p:nvSpPr>
          <p:spPr>
            <a:xfrm>
              <a:off x="2128042"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1" name="椭圆 30"/>
            <p:cNvSpPr/>
            <p:nvPr>
              <p:custDataLst>
                <p:tags r:id="rId27"/>
              </p:custDataLst>
            </p:nvPr>
          </p:nvSpPr>
          <p:spPr>
            <a:xfrm>
              <a:off x="2301873"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2" name="椭圆 31"/>
            <p:cNvSpPr/>
            <p:nvPr>
              <p:custDataLst>
                <p:tags r:id="rId28"/>
              </p:custDataLst>
            </p:nvPr>
          </p:nvSpPr>
          <p:spPr>
            <a:xfrm>
              <a:off x="2301873"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3" name="椭圆 32"/>
            <p:cNvSpPr/>
            <p:nvPr>
              <p:custDataLst>
                <p:tags r:id="rId29"/>
              </p:custDataLst>
            </p:nvPr>
          </p:nvSpPr>
          <p:spPr>
            <a:xfrm>
              <a:off x="2475704"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4" name="椭圆 33"/>
            <p:cNvSpPr/>
            <p:nvPr>
              <p:custDataLst>
                <p:tags r:id="rId30"/>
              </p:custDataLst>
            </p:nvPr>
          </p:nvSpPr>
          <p:spPr>
            <a:xfrm>
              <a:off x="2475704"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5" name="椭圆 34"/>
            <p:cNvSpPr/>
            <p:nvPr>
              <p:custDataLst>
                <p:tags r:id="rId31"/>
              </p:custDataLst>
            </p:nvPr>
          </p:nvSpPr>
          <p:spPr>
            <a:xfrm>
              <a:off x="264953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6" name="椭圆 35"/>
            <p:cNvSpPr/>
            <p:nvPr>
              <p:custDataLst>
                <p:tags r:id="rId32"/>
              </p:custDataLst>
            </p:nvPr>
          </p:nvSpPr>
          <p:spPr>
            <a:xfrm>
              <a:off x="264953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grpSp>
        <p:nvGrpSpPr>
          <p:cNvPr id="37" name="组合 36"/>
          <p:cNvGrpSpPr/>
          <p:nvPr>
            <p:custDataLst>
              <p:tags r:id="rId33"/>
            </p:custDataLst>
          </p:nvPr>
        </p:nvGrpSpPr>
        <p:grpSpPr>
          <a:xfrm>
            <a:off x="9958006" y="482599"/>
            <a:ext cx="1286332" cy="891382"/>
            <a:chOff x="9265447" y="481778"/>
            <a:chExt cx="1286667" cy="891382"/>
          </a:xfrm>
          <a:solidFill>
            <a:schemeClr val="bg1"/>
          </a:solidFill>
        </p:grpSpPr>
        <p:sp>
          <p:nvSpPr>
            <p:cNvPr id="38" name="椭圆 37"/>
            <p:cNvSpPr/>
            <p:nvPr>
              <p:custDataLst>
                <p:tags r:id="rId34"/>
              </p:custDataLst>
            </p:nvPr>
          </p:nvSpPr>
          <p:spPr>
            <a:xfrm>
              <a:off x="9265447"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custDataLst>
                <p:tags r:id="rId35"/>
              </p:custDataLst>
            </p:nvPr>
          </p:nvSpPr>
          <p:spPr>
            <a:xfrm>
              <a:off x="9265447"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custDataLst>
                <p:tags r:id="rId36"/>
              </p:custDataLst>
            </p:nvPr>
          </p:nvSpPr>
          <p:spPr>
            <a:xfrm>
              <a:off x="9439278"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37"/>
              </p:custDataLst>
            </p:nvPr>
          </p:nvSpPr>
          <p:spPr>
            <a:xfrm>
              <a:off x="9439278"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38"/>
              </p:custDataLst>
            </p:nvPr>
          </p:nvSpPr>
          <p:spPr>
            <a:xfrm>
              <a:off x="9613109"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custDataLst>
                <p:tags r:id="rId39"/>
              </p:custDataLst>
            </p:nvPr>
          </p:nvSpPr>
          <p:spPr>
            <a:xfrm>
              <a:off x="9613109"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custDataLst>
                <p:tags r:id="rId40"/>
              </p:custDataLst>
            </p:nvPr>
          </p:nvSpPr>
          <p:spPr>
            <a:xfrm>
              <a:off x="9786940"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custDataLst>
                <p:tags r:id="rId41"/>
              </p:custDataLst>
            </p:nvPr>
          </p:nvSpPr>
          <p:spPr>
            <a:xfrm>
              <a:off x="9786940"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custDataLst>
                <p:tags r:id="rId42"/>
              </p:custDataLst>
            </p:nvPr>
          </p:nvSpPr>
          <p:spPr>
            <a:xfrm>
              <a:off x="9960771"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custDataLst>
                <p:tags r:id="rId43"/>
              </p:custDataLst>
            </p:nvPr>
          </p:nvSpPr>
          <p:spPr>
            <a:xfrm>
              <a:off x="9960771"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custDataLst>
                <p:tags r:id="rId44"/>
              </p:custDataLst>
            </p:nvPr>
          </p:nvSpPr>
          <p:spPr>
            <a:xfrm>
              <a:off x="10134602"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45"/>
              </p:custDataLst>
            </p:nvPr>
          </p:nvSpPr>
          <p:spPr>
            <a:xfrm>
              <a:off x="10134602"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46"/>
              </p:custDataLst>
            </p:nvPr>
          </p:nvSpPr>
          <p:spPr>
            <a:xfrm>
              <a:off x="10308433"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custDataLst>
                <p:tags r:id="rId47"/>
              </p:custDataLst>
            </p:nvPr>
          </p:nvSpPr>
          <p:spPr>
            <a:xfrm>
              <a:off x="10308433"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custDataLst>
                <p:tags r:id="rId48"/>
              </p:custDataLst>
            </p:nvPr>
          </p:nvSpPr>
          <p:spPr>
            <a:xfrm>
              <a:off x="10482264"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custDataLst>
                <p:tags r:id="rId49"/>
              </p:custDataLst>
            </p:nvPr>
          </p:nvSpPr>
          <p:spPr>
            <a:xfrm>
              <a:off x="10482264"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custDataLst>
                <p:tags r:id="rId50"/>
              </p:custDataLst>
            </p:nvPr>
          </p:nvSpPr>
          <p:spPr>
            <a:xfrm>
              <a:off x="9265447"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custDataLst>
                <p:tags r:id="rId51"/>
              </p:custDataLst>
            </p:nvPr>
          </p:nvSpPr>
          <p:spPr>
            <a:xfrm>
              <a:off x="9265447"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custDataLst>
                <p:tags r:id="rId52"/>
              </p:custDataLst>
            </p:nvPr>
          </p:nvSpPr>
          <p:spPr>
            <a:xfrm>
              <a:off x="9439278"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custDataLst>
                <p:tags r:id="rId53"/>
              </p:custDataLst>
            </p:nvPr>
          </p:nvSpPr>
          <p:spPr>
            <a:xfrm>
              <a:off x="9439278"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custDataLst>
                <p:tags r:id="rId54"/>
              </p:custDataLst>
            </p:nvPr>
          </p:nvSpPr>
          <p:spPr>
            <a:xfrm>
              <a:off x="9613109"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custDataLst>
                <p:tags r:id="rId55"/>
              </p:custDataLst>
            </p:nvPr>
          </p:nvSpPr>
          <p:spPr>
            <a:xfrm>
              <a:off x="9613109"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custDataLst>
                <p:tags r:id="rId56"/>
              </p:custDataLst>
            </p:nvPr>
          </p:nvSpPr>
          <p:spPr>
            <a:xfrm>
              <a:off x="9786940"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custDataLst>
                <p:tags r:id="rId57"/>
              </p:custDataLst>
            </p:nvPr>
          </p:nvSpPr>
          <p:spPr>
            <a:xfrm>
              <a:off x="9786940"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custDataLst>
                <p:tags r:id="rId58"/>
              </p:custDataLst>
            </p:nvPr>
          </p:nvSpPr>
          <p:spPr>
            <a:xfrm>
              <a:off x="9960771"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custDataLst>
                <p:tags r:id="rId59"/>
              </p:custDataLst>
            </p:nvPr>
          </p:nvSpPr>
          <p:spPr>
            <a:xfrm>
              <a:off x="9960771"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custDataLst>
                <p:tags r:id="rId60"/>
              </p:custDataLst>
            </p:nvPr>
          </p:nvSpPr>
          <p:spPr>
            <a:xfrm>
              <a:off x="10134602"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custDataLst>
                <p:tags r:id="rId61"/>
              </p:custDataLst>
            </p:nvPr>
          </p:nvSpPr>
          <p:spPr>
            <a:xfrm>
              <a:off x="10134602"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custDataLst>
                <p:tags r:id="rId62"/>
              </p:custDataLst>
            </p:nvPr>
          </p:nvSpPr>
          <p:spPr>
            <a:xfrm>
              <a:off x="10308433"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custDataLst>
                <p:tags r:id="rId63"/>
              </p:custDataLst>
            </p:nvPr>
          </p:nvSpPr>
          <p:spPr>
            <a:xfrm>
              <a:off x="10308433"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custDataLst>
                <p:tags r:id="rId64"/>
              </p:custDataLst>
            </p:nvPr>
          </p:nvSpPr>
          <p:spPr>
            <a:xfrm>
              <a:off x="10482264"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custDataLst>
                <p:tags r:id="rId65"/>
              </p:custDataLst>
            </p:nvPr>
          </p:nvSpPr>
          <p:spPr>
            <a:xfrm>
              <a:off x="10482264"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66"/>
            </p:custDataLst>
          </p:nvPr>
        </p:nvSpPr>
        <p:spPr>
          <a:xfrm>
            <a:off x="761802" y="2050908"/>
            <a:ext cx="7001319" cy="1950414"/>
          </a:xfrm>
        </p:spPr>
        <p:txBody>
          <a:bodyPr vert="horz" lIns="90170" tIns="46990" rIns="90170" bIns="46990" rtlCol="0" anchor="b" anchorCtr="0">
            <a:normAutofit/>
          </a:bodyPr>
          <a:lstStyle>
            <a:lvl1pPr marL="0" marR="0" algn="l" defTabSz="914400" rtl="0" eaLnBrk="1" fontAlgn="auto" latinLnBrk="0" hangingPunct="1">
              <a:lnSpc>
                <a:spcPct val="100000"/>
              </a:lnSpc>
              <a:buNone/>
              <a:defRPr kumimoji="0" lang="zh-CN" altLang="en-US" sz="11495" b="1" i="0" u="none" strike="noStrike" kern="1200" cap="none" spc="600" normalizeH="0" baseline="0" noProof="1" dirty="0">
                <a:solidFill>
                  <a:schemeClr val="bg1"/>
                </a:solidFill>
                <a:uFillTx/>
                <a:latin typeface="Arial" panose="020B0604020202020204" pitchFamily="34" charset="0"/>
                <a:ea typeface="方正楷体简体" panose="02000000000000000000" charset="-122"/>
                <a:cs typeface="+mj-cs"/>
                <a:sym typeface="+mn-ea"/>
              </a:defRPr>
            </a:lvl1pPr>
          </a:lstStyle>
          <a:p>
            <a:pPr lvl="0"/>
            <a:r>
              <a:rPr dirty="0">
                <a:sym typeface="+mn-ea"/>
              </a:rPr>
              <a:t>编辑标题</a:t>
            </a:r>
            <a:endParaRPr dirty="0">
              <a:sym typeface="+mn-ea"/>
            </a:endParaRPr>
          </a:p>
        </p:txBody>
      </p:sp>
      <p:sp>
        <p:nvSpPr>
          <p:cNvPr id="72" name="文本占位符 71"/>
          <p:cNvSpPr>
            <a:spLocks noGrp="1"/>
          </p:cNvSpPr>
          <p:nvPr>
            <p:ph type="body" sz="quarter" idx="13" hasCustomPrompt="1"/>
            <p:custDataLst>
              <p:tags r:id="rId67"/>
            </p:custDataLst>
          </p:nvPr>
        </p:nvSpPr>
        <p:spPr>
          <a:xfrm>
            <a:off x="761802" y="5172672"/>
            <a:ext cx="6454364" cy="543560"/>
          </a:xfrm>
        </p:spPr>
        <p:txBody>
          <a:bodyPr lIns="90170" tIns="46990" rIns="90170" bIns="46990">
            <a:normAutofit/>
          </a:bodyPr>
          <a:lstStyle>
            <a:lvl1pPr marL="0" indent="0" algn="dist">
              <a:buNone/>
              <a:defRPr sz="2000" baseline="0">
                <a:solidFill>
                  <a:schemeClr val="bg1"/>
                </a:solidFill>
                <a:latin typeface="Arial" panose="020B0604020202020204" pitchFamily="34" charset="0"/>
              </a:defRPr>
            </a:lvl1pPr>
          </a:lstStyle>
          <a:p>
            <a:pPr lvl="0"/>
            <a:r>
              <a:rPr lang="zh-CN" altLang="en-US" dirty="0"/>
              <a:t>单击此处编辑文本</a:t>
            </a:r>
            <a:endParaRPr lang="zh-CN" altLang="en-US" dirty="0"/>
          </a:p>
        </p:txBody>
      </p:sp>
      <p:sp>
        <p:nvSpPr>
          <p:cNvPr id="3" name="日期占位符 2"/>
          <p:cNvSpPr>
            <a:spLocks noGrp="1"/>
          </p:cNvSpPr>
          <p:nvPr>
            <p:ph type="dt" sz="half" idx="10"/>
            <p:custDataLst>
              <p:tags r:id="rId68"/>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9"/>
            </p:custDataLst>
          </p:nvPr>
        </p:nvSpPr>
        <p:spPr/>
        <p:txBody>
          <a:bodyPr/>
          <a:lstStyle/>
          <a:p>
            <a:endParaRPr lang="zh-CN" altLang="en-US" dirty="0"/>
          </a:p>
        </p:txBody>
      </p:sp>
      <p:sp>
        <p:nvSpPr>
          <p:cNvPr id="5" name="灯片编号占位符 4"/>
          <p:cNvSpPr>
            <a:spLocks noGrp="1"/>
          </p:cNvSpPr>
          <p:nvPr>
            <p:ph type="sldNum" sz="quarter" idx="12"/>
            <p:custDataLst>
              <p:tags r:id="rId70"/>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13" name="任意多边形: 形状 12"/>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p:txBody>
          <a:bodyPr/>
          <a:lstStyle>
            <a:lvl1pPr>
              <a:defRPr baseline="0">
                <a:gradFill>
                  <a:gsLst>
                    <a:gs pos="0">
                      <a:schemeClr val="accent3"/>
                    </a:gs>
                    <a:gs pos="100000">
                      <a:schemeClr val="accent1"/>
                    </a:gs>
                  </a:gsLst>
                  <a:lin ang="6599999" scaled="0"/>
                </a:gra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gradFill>
          <a:gsLst>
            <a:gs pos="0">
              <a:schemeClr val="accent3"/>
            </a:gs>
            <a:gs pos="100000">
              <a:schemeClr val="accent1"/>
            </a:gs>
          </a:gsLst>
          <a:lin ang="6599999" scaled="0"/>
        </a:gradFill>
        <a:effectLst/>
      </p:bgPr>
    </p:bg>
    <p:spTree>
      <p:nvGrpSpPr>
        <p:cNvPr id="1" name=""/>
        <p:cNvGrpSpPr/>
        <p:nvPr/>
      </p:nvGrpSpPr>
      <p:grpSpPr>
        <a:xfrm>
          <a:off x="0" y="0"/>
          <a:ext cx="0" cy="0"/>
          <a:chOff x="0" y="0"/>
          <a:chExt cx="0" cy="0"/>
        </a:xfrm>
      </p:grpSpPr>
      <p:sp>
        <p:nvSpPr>
          <p:cNvPr id="8" name="矩形 7"/>
          <p:cNvSpPr/>
          <p:nvPr>
            <p:custDataLst>
              <p:tags r:id="rId2"/>
            </p:custDataLst>
          </p:nvPr>
        </p:nvSpPr>
        <p:spPr>
          <a:xfrm>
            <a:off x="292724" y="304200"/>
            <a:ext cx="11603378"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3"/>
            </p:custDataLst>
          </p:nvPr>
        </p:nvSpPr>
        <p:spPr>
          <a:xfrm>
            <a:off x="1281266" y="1249200"/>
            <a:ext cx="9623893" cy="723600"/>
          </a:xfrm>
        </p:spPr>
        <p:txBody>
          <a:bodyPr anchor="ctr"/>
          <a:lstStyle>
            <a:lvl1pPr>
              <a:defRPr sz="3200" baseline="0">
                <a:gradFill>
                  <a:gsLst>
                    <a:gs pos="0">
                      <a:schemeClr val="accent3"/>
                    </a:gs>
                    <a:gs pos="100000">
                      <a:schemeClr val="accent1"/>
                    </a:gs>
                  </a:gsLst>
                  <a:lin ang="6599999" scaled="0"/>
                </a:gra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4"/>
            </p:custDataLst>
          </p:nvPr>
        </p:nvSpPr>
        <p:spPr>
          <a:xfrm>
            <a:off x="1280779" y="2163600"/>
            <a:ext cx="9624093" cy="3445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p:custDataLst>
              <p:tags r:id="rId2"/>
            </p:custDataLst>
          </p:nvPr>
        </p:nvSpPr>
        <p:spPr>
          <a:xfrm>
            <a:off x="0" y="0"/>
            <a:ext cx="4822204"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19" name="任意多边形: 形状 18"/>
          <p:cNvSpPr/>
          <p:nvPr>
            <p:custDataLst>
              <p:tags r:id="rId3"/>
            </p:custDataLst>
          </p:nvPr>
        </p:nvSpPr>
        <p:spPr>
          <a:xfrm rot="16200000">
            <a:off x="8567093" y="3243580"/>
            <a:ext cx="6882242" cy="3619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矩形: 圆角 5"/>
          <p:cNvSpPr/>
          <p:nvPr>
            <p:custDataLst>
              <p:tags r:id="rId4"/>
            </p:custDataLst>
          </p:nvPr>
        </p:nvSpPr>
        <p:spPr>
          <a:xfrm rot="2955020">
            <a:off x="-241237" y="-112395"/>
            <a:ext cx="1013831" cy="747395"/>
          </a:xfrm>
          <a:prstGeom prst="roundRect">
            <a:avLst>
              <a:gd name="adj" fmla="val 50000"/>
            </a:avLst>
          </a:pr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 name="标题 1"/>
          <p:cNvSpPr>
            <a:spLocks noGrp="1"/>
          </p:cNvSpPr>
          <p:nvPr>
            <p:ph type="title" hasCustomPrompt="1"/>
            <p:custDataLst>
              <p:tags r:id="rId5"/>
            </p:custDataLst>
          </p:nvPr>
        </p:nvSpPr>
        <p:spPr>
          <a:xfrm>
            <a:off x="583048" y="770400"/>
            <a:ext cx="3958969" cy="882000"/>
          </a:xfrm>
        </p:spPr>
        <p:txBody>
          <a:bodyPr anchor="ctr"/>
          <a:lstStyle>
            <a:lvl1pPr>
              <a:defRPr sz="3600" baseline="0">
                <a:gradFill>
                  <a:gsLst>
                    <a:gs pos="0">
                      <a:schemeClr val="accent1"/>
                    </a:gs>
                    <a:gs pos="100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647" y="1764000"/>
            <a:ext cx="3955370" cy="4093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099872" y="769938"/>
            <a:ext cx="6478313"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0" y="0"/>
            <a:ext cx="12188825"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32" name="矩形: 圆角 31"/>
          <p:cNvSpPr/>
          <p:nvPr>
            <p:custDataLst>
              <p:tags r:id="rId3"/>
            </p:custDataLst>
          </p:nvPr>
        </p:nvSpPr>
        <p:spPr>
          <a:xfrm rot="2955020">
            <a:off x="-241470" y="-112084"/>
            <a:ext cx="1014111" cy="747174"/>
          </a:xfrm>
          <a:prstGeom prst="roundRect">
            <a:avLst>
              <a:gd name="adj" fmla="val 50000"/>
            </a:avLst>
          </a:pr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31" name="任意多边形: 形状 30"/>
          <p:cNvSpPr/>
          <p:nvPr>
            <p:custDataLst>
              <p:tags r:id="rId4"/>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5"/>
            </p:custDataLst>
          </p:nvPr>
        </p:nvSpPr>
        <p:spPr>
          <a:xfrm>
            <a:off x="611841" y="781200"/>
            <a:ext cx="10973542" cy="626400"/>
          </a:xfrm>
        </p:spPr>
        <p:txBody>
          <a:bodyPr anchor="ctr"/>
          <a:lstStyle>
            <a:lvl1pPr algn="ctr">
              <a:defRPr sz="3600" baseline="0">
                <a:gradFill>
                  <a:gsLst>
                    <a:gs pos="0">
                      <a:schemeClr val="accent1"/>
                    </a:gs>
                    <a:gs pos="99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1841" y="1659600"/>
            <a:ext cx="10973117"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615" y="2808000"/>
            <a:ext cx="10962744" cy="34308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p:custDataLst>
              <p:tags r:id="rId2"/>
            </p:custDataLst>
          </p:nvPr>
        </p:nvSpPr>
        <p:spPr>
          <a:xfrm>
            <a:off x="0" y="5029201"/>
            <a:ext cx="12188825"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2"/>
              </a:solidFill>
              <a:sym typeface="+mn-ea"/>
            </a:endParaRPr>
          </a:p>
        </p:txBody>
      </p:sp>
      <p:sp>
        <p:nvSpPr>
          <p:cNvPr id="2" name="标题 1"/>
          <p:cNvSpPr>
            <a:spLocks noGrp="1"/>
          </p:cNvSpPr>
          <p:nvPr>
            <p:ph type="title"/>
            <p:custDataLst>
              <p:tags r:id="rId3"/>
            </p:custDataLst>
          </p:nvPr>
        </p:nvSpPr>
        <p:spPr>
          <a:xfrm>
            <a:off x="604643" y="669600"/>
            <a:ext cx="10973542" cy="565200"/>
          </a:xfrm>
        </p:spPr>
        <p:txBody>
          <a:bodyPr anchor="ctr"/>
          <a:lstStyle>
            <a:lvl1pPr algn="ctr">
              <a:defRPr sz="3200" baseline="0">
                <a:gradFill>
                  <a:gsLst>
                    <a:gs pos="0">
                      <a:schemeClr val="accent1"/>
                    </a:gs>
                    <a:gs pos="99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604679" y="1681200"/>
            <a:ext cx="10987938" cy="321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8"/>
            </p:custDataLst>
          </p:nvPr>
        </p:nvSpPr>
        <p:spPr>
          <a:xfrm>
            <a:off x="593845" y="5180400"/>
            <a:ext cx="10998735" cy="10116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22" name="任意多边形: 形状 21"/>
          <p:cNvSpPr/>
          <p:nvPr>
            <p:custDataLst>
              <p:tags r:id="rId9"/>
            </p:custDataLst>
          </p:nvPr>
        </p:nvSpPr>
        <p:spPr>
          <a:xfrm flipH="1" flipV="1">
            <a:off x="-6348" y="-15240"/>
            <a:ext cx="12207870" cy="493473"/>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904">
                <a:moveTo>
                  <a:pt x="5020" y="0"/>
                </a:moveTo>
                <a:cubicBezTo>
                  <a:pt x="7413" y="0"/>
                  <a:pt x="11370" y="660"/>
                  <a:pt x="13300" y="680"/>
                </a:cubicBezTo>
                <a:cubicBezTo>
                  <a:pt x="15230" y="700"/>
                  <a:pt x="15387" y="187"/>
                  <a:pt x="16600" y="120"/>
                </a:cubicBezTo>
                <a:cubicBezTo>
                  <a:pt x="17605" y="65"/>
                  <a:pt x="18616" y="275"/>
                  <a:pt x="19198" y="466"/>
                </a:cubicBezTo>
                <a:lnTo>
                  <a:pt x="19230" y="477"/>
                </a:lnTo>
                <a:lnTo>
                  <a:pt x="19230" y="904"/>
                </a:lnTo>
                <a:lnTo>
                  <a:pt x="0" y="904"/>
                </a:lnTo>
                <a:lnTo>
                  <a:pt x="0" y="609"/>
                </a:lnTo>
                <a:lnTo>
                  <a:pt x="22" y="605"/>
                </a:lnTo>
                <a:cubicBezTo>
                  <a:pt x="1094" y="416"/>
                  <a:pt x="2982" y="0"/>
                  <a:pt x="502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22" name="任意多边形: 形状 21"/>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矩形 9"/>
          <p:cNvSpPr/>
          <p:nvPr>
            <p:custDataLst>
              <p:tags r:id="rId3"/>
            </p:custDataLst>
          </p:nvPr>
        </p:nvSpPr>
        <p:spPr>
          <a:xfrm>
            <a:off x="0" y="0"/>
            <a:ext cx="12188825"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579449" y="237600"/>
            <a:ext cx="11034726" cy="441964"/>
          </a:xfrm>
        </p:spPr>
        <p:txBody>
          <a:bodyPr>
            <a:noAutofit/>
          </a:bodyPr>
          <a:lstStyle>
            <a:lvl1pPr>
              <a:defRPr sz="2400" baseline="0">
                <a:gradFill>
                  <a:gsLst>
                    <a:gs pos="0">
                      <a:schemeClr val="accent1"/>
                    </a:gs>
                    <a:gs pos="99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579449" y="1663200"/>
            <a:ext cx="5341009" cy="28944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9"/>
            </p:custDataLst>
          </p:nvPr>
        </p:nvSpPr>
        <p:spPr>
          <a:xfrm>
            <a:off x="6240774" y="1663200"/>
            <a:ext cx="5366202" cy="28944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0"/>
            </p:custDataLst>
          </p:nvPr>
        </p:nvSpPr>
        <p:spPr>
          <a:xfrm>
            <a:off x="572251" y="4816800"/>
            <a:ext cx="5341009" cy="78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1"/>
            </p:custDataLst>
          </p:nvPr>
        </p:nvSpPr>
        <p:spPr>
          <a:xfrm>
            <a:off x="6251572" y="4813200"/>
            <a:ext cx="5366202" cy="78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1270" y="959224"/>
            <a:ext cx="12188825"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9" name="任意多边形: 形状 28"/>
          <p:cNvSpPr/>
          <p:nvPr>
            <p:custDataLst>
              <p:tags r:id="rId3"/>
            </p:custDataLst>
          </p:nvPr>
        </p:nvSpPr>
        <p:spPr>
          <a:xfrm>
            <a:off x="-6348" y="6184900"/>
            <a:ext cx="12207870" cy="6921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任意多边形: 形状 29"/>
          <p:cNvSpPr/>
          <p:nvPr>
            <p:custDataLst>
              <p:tags r:id="rId4"/>
            </p:custDataLst>
          </p:nvPr>
        </p:nvSpPr>
        <p:spPr>
          <a:xfrm flipH="1" flipV="1">
            <a:off x="-6348" y="-15240"/>
            <a:ext cx="12207870" cy="57404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904">
                <a:moveTo>
                  <a:pt x="5020" y="0"/>
                </a:moveTo>
                <a:cubicBezTo>
                  <a:pt x="7413" y="0"/>
                  <a:pt x="11370" y="660"/>
                  <a:pt x="13300" y="680"/>
                </a:cubicBezTo>
                <a:cubicBezTo>
                  <a:pt x="15230" y="700"/>
                  <a:pt x="15387" y="187"/>
                  <a:pt x="16600" y="120"/>
                </a:cubicBezTo>
                <a:cubicBezTo>
                  <a:pt x="17605" y="65"/>
                  <a:pt x="18616" y="275"/>
                  <a:pt x="19198" y="466"/>
                </a:cubicBezTo>
                <a:lnTo>
                  <a:pt x="19230" y="477"/>
                </a:lnTo>
                <a:lnTo>
                  <a:pt x="19230" y="904"/>
                </a:lnTo>
                <a:lnTo>
                  <a:pt x="0" y="904"/>
                </a:lnTo>
                <a:lnTo>
                  <a:pt x="0" y="609"/>
                </a:lnTo>
                <a:lnTo>
                  <a:pt x="22" y="605"/>
                </a:lnTo>
                <a:cubicBezTo>
                  <a:pt x="1094" y="416"/>
                  <a:pt x="2982" y="0"/>
                  <a:pt x="502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 name="标题 1"/>
          <p:cNvSpPr>
            <a:spLocks noGrp="1"/>
          </p:cNvSpPr>
          <p:nvPr>
            <p:ph type="title" hasCustomPrompt="1"/>
            <p:custDataLst>
              <p:tags r:id="rId5"/>
            </p:custDataLst>
          </p:nvPr>
        </p:nvSpPr>
        <p:spPr>
          <a:xfrm>
            <a:off x="1522403" y="1339200"/>
            <a:ext cx="9141619" cy="2386800"/>
          </a:xfrm>
        </p:spPr>
        <p:txBody>
          <a:bodyPr anchor="b"/>
          <a:lstStyle>
            <a:lvl1pPr algn="ctr">
              <a:defRPr sz="6000" baseline="0">
                <a:gradFill flip="none" rotWithShape="1">
                  <a:gsLst>
                    <a:gs pos="100000">
                      <a:schemeClr val="accent1"/>
                    </a:gs>
                    <a:gs pos="0">
                      <a:schemeClr val="accent3"/>
                    </a:gs>
                  </a:gsLst>
                  <a:path path="circle">
                    <a:fillToRect l="100000" t="100000"/>
                  </a:path>
                  <a:tileRect r="-100000" b="-100000"/>
                </a:gra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1522017" y="3862800"/>
            <a:ext cx="9141619" cy="1656000"/>
          </a:xfrm>
        </p:spPr>
        <p:txBody>
          <a:bodyPr/>
          <a:lstStyle>
            <a:lvl1pPr algn="ct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tags" Target="../tags/tag251.xml"/><Relationship Id="rId25" Type="http://schemas.openxmlformats.org/officeDocument/2006/relationships/tags" Target="../tags/tag250.xml"/><Relationship Id="rId24" Type="http://schemas.openxmlformats.org/officeDocument/2006/relationships/tags" Target="../tags/tag249.xml"/><Relationship Id="rId23" Type="http://schemas.openxmlformats.org/officeDocument/2006/relationships/tags" Target="../tags/tag248.xml"/><Relationship Id="rId22" Type="http://schemas.openxmlformats.org/officeDocument/2006/relationships/tags" Target="../tags/tag247.xml"/><Relationship Id="rId21" Type="http://schemas.openxmlformats.org/officeDocument/2006/relationships/tags" Target="../tags/tag246.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708" y="443230"/>
            <a:ext cx="10849411" cy="441964"/>
          </a:xfrm>
          <a:prstGeom prst="rect">
            <a:avLst/>
          </a:prstGeom>
        </p:spPr>
        <p:txBody>
          <a:bodyPr vert="horz" lIns="90170" tIns="46990" rIns="90170" bIns="4699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69708" y="952508"/>
            <a:ext cx="10849411" cy="5388907"/>
          </a:xfrm>
          <a:prstGeom prst="rect">
            <a:avLst/>
          </a:prstGeom>
        </p:spPr>
        <p:txBody>
          <a:bodyPr vert="horz" lIns="90170" tIns="46990" rIns="90170" bIns="46990" rtlCol="0" anchor="t" anchorCtr="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3"/>
            </p:custDataLst>
          </p:nvPr>
        </p:nvSpPr>
        <p:spPr>
          <a:xfrm>
            <a:off x="879513" y="6349833"/>
            <a:ext cx="2699297"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4"/>
            </p:custDataLst>
          </p:nvPr>
        </p:nvSpPr>
        <p:spPr>
          <a:xfrm>
            <a:off x="4114928" y="6349833"/>
            <a:ext cx="3958969"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08358" y="6349833"/>
            <a:ext cx="2699297"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fontAlgn="auto" latinLnBrk="0" hangingPunct="1">
        <a:lnSpc>
          <a:spcPct val="100000"/>
        </a:lnSpc>
        <a:spcBef>
          <a:spcPct val="0"/>
        </a:spcBef>
        <a:buNone/>
        <a:defRPr sz="2400" b="1" u="none" strike="noStrike" kern="1200" cap="none" spc="1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090" algn="l"/>
        </a:tabLst>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3pPr>
      <a:lvl4pPr marL="15995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0965" algn="l" defTabSz="914400" rtl="0" eaLnBrk="1" latinLnBrk="0" hangingPunct="1">
        <a:defRPr sz="1800" kern="1200">
          <a:solidFill>
            <a:schemeClr val="tx1"/>
          </a:solidFill>
          <a:latin typeface="+mn-lt"/>
          <a:ea typeface="+mn-ea"/>
          <a:cs typeface="+mn-cs"/>
        </a:defRPr>
      </a:lvl4pPr>
      <a:lvl5pPr marL="1828165"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5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6.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78.xml"/><Relationship Id="rId2" Type="http://schemas.openxmlformats.org/officeDocument/2006/relationships/image" Target="../media/image3.png"/><Relationship Id="rId1" Type="http://schemas.openxmlformats.org/officeDocument/2006/relationships/tags" Target="../tags/tag277.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80.xml"/><Relationship Id="rId2" Type="http://schemas.openxmlformats.org/officeDocument/2006/relationships/image" Target="../media/image4.jpeg"/><Relationship Id="rId1" Type="http://schemas.openxmlformats.org/officeDocument/2006/relationships/tags" Target="../tags/tag279.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1.xml"/><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69925" y="3182620"/>
            <a:ext cx="10711180" cy="1451610"/>
          </a:xfrm>
        </p:spPr>
        <p:txBody>
          <a:bodyPr rtlCol="0">
            <a:normAutofit fontScale="90000"/>
          </a:bodyPr>
          <a:lstStyle/>
          <a:p>
            <a:pPr rtl="0"/>
            <a:r>
              <a:rPr sz="6600" cap="none" dirty="0">
                <a:latin typeface="方正姚体" panose="02010601030101010101" pitchFamily="2" charset="-122"/>
                <a:ea typeface="方正姚体" panose="02010601030101010101" pitchFamily="2" charset="-122"/>
              </a:rPr>
              <a:t>OpenCV计算机视觉基础教程</a:t>
            </a:r>
            <a:endParaRPr sz="6600" cap="none" dirty="0">
              <a:latin typeface="方正姚体" panose="02010601030101010101" pitchFamily="2" charset="-122"/>
              <a:ea typeface="方正姚体" panose="02010601030101010101" pitchFamily="2" charset="-122"/>
            </a:endParaRPr>
          </a:p>
        </p:txBody>
      </p:sp>
      <p:sp>
        <p:nvSpPr>
          <p:cNvPr id="3" name="文本占位符 2"/>
          <p:cNvSpPr>
            <a:spLocks noGrp="1"/>
          </p:cNvSpPr>
          <p:nvPr>
            <p:ph type="body" sz="quarter" idx="13"/>
          </p:nvPr>
        </p:nvSpPr>
        <p:spPr>
          <a:xfrm>
            <a:off x="4342130" y="4725670"/>
            <a:ext cx="3504565" cy="503555"/>
          </a:xfrm>
        </p:spPr>
        <p:txBody>
          <a:bodyPr rtlCol="0">
            <a:normAutofit fontScale="70000"/>
          </a:bodyPr>
          <a:lstStyle/>
          <a:p>
            <a:pPr algn="ctr" rtl="0"/>
            <a:r>
              <a:rPr lang="en-US" altLang="zh-CN" sz="2800" dirty="0">
                <a:solidFill>
                  <a:schemeClr val="bg1"/>
                </a:solidFill>
                <a:latin typeface="方正姚体" panose="02010601030101010101" pitchFamily="2" charset="-122"/>
                <a:ea typeface="方正姚体" panose="02010601030101010101" pitchFamily="2" charset="-122"/>
              </a:rPr>
              <a:t>Python</a:t>
            </a:r>
            <a:r>
              <a:rPr lang="zh-CN" altLang="en-US" sz="2800" dirty="0">
                <a:solidFill>
                  <a:schemeClr val="bg1"/>
                </a:solidFill>
                <a:latin typeface="方正姚体" panose="02010601030101010101" pitchFamily="2" charset="-122"/>
                <a:ea typeface="方正姚体" panose="02010601030101010101" pitchFamily="2" charset="-122"/>
              </a:rPr>
              <a:t>版 慕课版</a:t>
            </a:r>
            <a:endParaRPr lang="zh-CN" altLang="en-US" sz="2800" dirty="0">
              <a:solidFill>
                <a:schemeClr val="bg1"/>
              </a:solidFill>
              <a:latin typeface="方正姚体" panose="02010601030101010101" pitchFamily="2" charset="-122"/>
              <a:ea typeface="方正姚体" panose="02010601030101010101" pitchFamily="2" charset="-122"/>
            </a:endParaRPr>
          </a:p>
        </p:txBody>
      </p:sp>
      <p:sp>
        <p:nvSpPr>
          <p:cNvPr id="4" name="文本占位符 2"/>
          <p:cNvSpPr>
            <a:spLocks noGrp="1"/>
          </p:cNvSpPr>
          <p:nvPr/>
        </p:nvSpPr>
        <p:spPr>
          <a:xfrm>
            <a:off x="7318375" y="5876925"/>
            <a:ext cx="3504565" cy="503555"/>
          </a:xfrm>
          <a:prstGeom prst="rect">
            <a:avLst/>
          </a:prstGeom>
        </p:spPr>
        <p:txBody>
          <a:bodyPr vert="horz" lIns="90000" tIns="46800" rIns="90000" bIns="46800" rtlCol="0" anchor="ctr" anchorCtr="0">
            <a:normAutofit fontScale="70000"/>
          </a:bodyPr>
          <a:lstStyle>
            <a:lvl1pPr marL="0" indent="0" algn="dist" defTabSz="914400" rtl="0" eaLnBrk="1" fontAlgn="auto" latinLnBrk="0" hangingPunct="1">
              <a:lnSpc>
                <a:spcPct val="130000"/>
              </a:lnSpc>
              <a:spcBef>
                <a:spcPts val="0"/>
              </a:spcBef>
              <a:spcAft>
                <a:spcPts val="1000"/>
              </a:spcAft>
              <a:buFont typeface="Arial" panose="020B0604020202020204" pitchFamily="34" charset="0"/>
              <a:buNone/>
              <a:defRPr sz="2000" u="none" strike="noStrike" kern="1200" cap="none" spc="100" normalizeH="0" baseline="0">
                <a:solidFill>
                  <a:schemeClr val="bg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090" algn="l"/>
              </a:tabLst>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3pPr>
            <a:lvl4pPr marL="15995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rtl="0"/>
            <a:r>
              <a:rPr lang="zh-CN" altLang="en-US" sz="2800" dirty="0">
                <a:solidFill>
                  <a:schemeClr val="bg1"/>
                </a:solidFill>
                <a:latin typeface="方正姚体" panose="02010601030101010101" pitchFamily="2" charset="-122"/>
                <a:ea typeface="方正姚体" panose="02010601030101010101" pitchFamily="2" charset="-122"/>
              </a:rPr>
              <a:t>主讲教师：</a:t>
            </a:r>
            <a:r>
              <a:rPr lang="en-US" altLang="zh-CN" sz="2800" dirty="0">
                <a:solidFill>
                  <a:schemeClr val="bg1"/>
                </a:solidFill>
                <a:latin typeface="方正姚体" panose="02010601030101010101" pitchFamily="2" charset="-122"/>
                <a:ea typeface="方正姚体" panose="02010601030101010101" pitchFamily="2" charset="-122"/>
              </a:rPr>
              <a:t>***</a:t>
            </a:r>
            <a:endParaRPr lang="en-US" altLang="zh-CN" sz="2800" dirty="0">
              <a:solidFill>
                <a:schemeClr val="bg1"/>
              </a:solidFill>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方正姚体" panose="02010601030101010101" pitchFamily="2" charset="-122"/>
                <a:ea typeface="方正姚体" panose="02010601030101010101" pitchFamily="2" charset="-122"/>
              </a:rPr>
              <a:t>第</a:t>
            </a:r>
            <a:r>
              <a:rPr lang="en-US" altLang="zh-CN" dirty="0">
                <a:latin typeface="方正姚体" panose="02010601030101010101" pitchFamily="2" charset="-122"/>
                <a:ea typeface="方正姚体" panose="02010601030101010101" pitchFamily="2" charset="-122"/>
              </a:rPr>
              <a:t>7</a:t>
            </a:r>
            <a:r>
              <a:rPr lang="zh-CN" altLang="en-US" dirty="0">
                <a:latin typeface="方正姚体" panose="02010601030101010101" pitchFamily="2" charset="-122"/>
                <a:ea typeface="方正姚体" panose="02010601030101010101" pitchFamily="2" charset="-122"/>
              </a:rPr>
              <a:t>章 </a:t>
            </a:r>
            <a:r>
              <a:rPr lang="en-US" altLang="zh-CN" dirty="0">
                <a:latin typeface="方正姚体" panose="02010601030101010101" pitchFamily="2" charset="-122"/>
                <a:ea typeface="方正姚体" panose="02010601030101010101" pitchFamily="2" charset="-122"/>
              </a:rPr>
              <a:t> 模板匹配和图像分割 </a:t>
            </a:r>
            <a:endParaRPr lang="zh-CN" altLang="en-US"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模板匹配是指在当前图像中查找与目标图像最相近的部分。图像分割是指将前景对象从图像中分割或提取出来。</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本章主要内容：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模板匹配</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图像分割</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交互式前景提取</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实验</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7.1 模板匹配 </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单目标匹配</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多目标匹配</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7.1.1  单目标匹配</a:t>
            </a:r>
            <a:endParaRPr lang="zh-CN" altLang="en-US"/>
          </a:p>
        </p:txBody>
      </p:sp>
      <p:sp>
        <p:nvSpPr>
          <p:cNvPr id="3" name="内容占位符 2"/>
          <p:cNvSpPr>
            <a:spLocks noGrp="1"/>
          </p:cNvSpPr>
          <p:nvPr>
            <p:ph idx="1"/>
          </p:nvPr>
        </p:nvSpPr>
        <p:spPr/>
        <p:txBody>
          <a:bodyPr>
            <a:normAutofit fontScale="60000"/>
          </a:bodyPr>
          <a:p>
            <a:pPr marL="0" indent="0">
              <a:buNone/>
            </a:pPr>
            <a:r>
              <a:rPr lang="zh-CN" altLang="en-US"/>
              <a:t>单目标匹配是指输入图像中只存在一个可能匹配结果。</a:t>
            </a:r>
            <a:endParaRPr lang="zh-CN" altLang="en-US"/>
          </a:p>
          <a:p>
            <a:pPr marL="0" indent="0">
              <a:buNone/>
            </a:pPr>
            <a:r>
              <a:rPr lang="zh-CN" altLang="en-US"/>
              <a:t>OpenCV中的cv2.matchTemplate()函数用于执行匹配操作，其基本格式如下。</a:t>
            </a:r>
            <a:endParaRPr lang="zh-CN" altLang="en-US"/>
          </a:p>
          <a:p>
            <a:pPr marL="0" indent="0">
              <a:buNone/>
            </a:pPr>
            <a:r>
              <a:rPr lang="zh-CN" altLang="en-US"/>
              <a:t>result = cv2.matchTemplate(image,templ,method)</a:t>
            </a:r>
            <a:endParaRPr lang="zh-CN" altLang="en-US"/>
          </a:p>
          <a:p>
            <a:pPr marL="0" indent="0">
              <a:buNone/>
            </a:pPr>
            <a:r>
              <a:rPr lang="zh-CN" altLang="en-US"/>
              <a:t>参数说明如下。</a:t>
            </a:r>
            <a:endParaRPr lang="zh-CN" altLang="en-US"/>
          </a:p>
          <a:p>
            <a:r>
              <a:rPr lang="zh-CN" altLang="en-US"/>
              <a:t>image为输入图像，必须是8位或32位浮点类型。</a:t>
            </a:r>
            <a:endParaRPr lang="zh-CN" altLang="en-US"/>
          </a:p>
          <a:p>
            <a:r>
              <a:rPr lang="zh-CN" altLang="en-US"/>
              <a:t>templ为模板图像，不能大于image，且数据类型要和image相同。</a:t>
            </a:r>
            <a:endParaRPr lang="zh-CN" altLang="en-US"/>
          </a:p>
          <a:p>
            <a:pPr lvl="1"/>
            <a:r>
              <a:rPr lang="zh-CN" altLang="en-US"/>
              <a:t>method为匹配方法，匹配方法不同，返回结果会有所不同。可用的匹配方法如下。</a:t>
            </a:r>
            <a:endParaRPr lang="zh-CN" altLang="en-US"/>
          </a:p>
          <a:p>
            <a:pPr lvl="1"/>
            <a:r>
              <a:rPr lang="zh-CN" altLang="en-US"/>
              <a:t>cv2.TM_SQDIFF：以方差结果为依据进行匹配。完全匹配时结果为0，否则为一个很大的值。</a:t>
            </a:r>
            <a:endParaRPr lang="zh-CN" altLang="en-US"/>
          </a:p>
          <a:p>
            <a:pPr lvl="1"/>
            <a:r>
              <a:rPr lang="zh-CN" altLang="en-US"/>
              <a:t>cv2.TM_SQDIFF_NORMED：标准（归一化）方差匹配。</a:t>
            </a:r>
            <a:endParaRPr lang="zh-CN" altLang="en-US"/>
          </a:p>
          <a:p>
            <a:pPr lvl="1"/>
            <a:r>
              <a:rPr lang="zh-CN" altLang="en-US"/>
              <a:t>cv2.TM_CCORR：相关匹配，将输入图像与模板图像相乘，乘积越大匹配度越高，乘积为0时匹配度最低。</a:t>
            </a:r>
            <a:endParaRPr lang="zh-CN" altLang="en-US"/>
          </a:p>
          <a:p>
            <a:pPr lvl="1"/>
            <a:r>
              <a:rPr lang="zh-CN" altLang="en-US"/>
              <a:t>cv2.TM_CCORR_NORMED：标准（归一化）相关匹配。</a:t>
            </a:r>
            <a:endParaRPr lang="zh-CN" altLang="en-US"/>
          </a:p>
          <a:p>
            <a:pPr lvl="1"/>
            <a:r>
              <a:rPr lang="zh-CN" altLang="en-US"/>
              <a:t>cv2.TM_CCOEFF：相关系数匹配，将输入图像与其均值的相关值和模板图像与其均值的相关值进行匹配；结果为1表示完美匹配，-1表示糟糕匹配，0表示没有任何相关性。</a:t>
            </a:r>
            <a:endParaRPr lang="zh-CN" altLang="en-US"/>
          </a:p>
          <a:p>
            <a:pPr lvl="1"/>
            <a:r>
              <a:rPr lang="zh-CN" altLang="en-US"/>
              <a:t>cv2.TM_CCOEFF_NORMED：标准（归一化）相关系数匹配。</a:t>
            </a:r>
            <a:endParaRPr lang="zh-CN" altLang="en-US"/>
          </a:p>
          <a:p>
            <a:r>
              <a:rPr lang="zh-CN" altLang="en-US"/>
              <a:t>result为返回结果，它是一个numpy.ndarray对象。若输入图像的大小为W×H，模板图像大小为w×h，则result的大小为(W-w+1)×(H-h+1)，其中的每个值都表示对应位置的匹配结果。当匹配方法为cv2.TM_SQDIFF或cv2.TM_SQDIFF_NORMED时，匹配结果值越小说明匹配度越高，反之则说明匹配度越低。当匹配方法为cv2.TM_CCORR、cv2.TM_CCORR_NORMED、cv2.TM_CCOEFF或cv2.TM_CCOEFF_NORMED时，匹配结果值越小说明匹配度越低，反之则说明匹配度越高。</a:t>
            </a:r>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a:sym typeface="+mn-ea"/>
              </a:rPr>
              <a:t>7.1.1  单目标匹配</a:t>
            </a:r>
            <a:br>
              <a:rPr lang="zh-CN" altLang="en-US"/>
            </a:br>
            <a:endParaRPr lang="zh-CN" altLang="en-US"/>
          </a:p>
        </p:txBody>
      </p:sp>
      <p:sp>
        <p:nvSpPr>
          <p:cNvPr id="3" name="内容占位符 2"/>
          <p:cNvSpPr>
            <a:spLocks noGrp="1"/>
          </p:cNvSpPr>
          <p:nvPr>
            <p:ph idx="1"/>
          </p:nvPr>
        </p:nvSpPr>
        <p:spPr/>
        <p:txBody>
          <a:bodyPr/>
          <a:p>
            <a:pPr marL="0" indent="0">
              <a:buNone/>
            </a:pPr>
            <a:r>
              <a:rPr lang="zh-CN" altLang="en-US"/>
              <a:t>OpenCV中的cv2.minMaxLoc()函数用于处理匹配结果，其基本格式如下。</a:t>
            </a:r>
            <a:endParaRPr lang="zh-CN" altLang="en-US"/>
          </a:p>
          <a:p>
            <a:pPr marL="0" indent="0">
              <a:buNone/>
            </a:pPr>
            <a:r>
              <a:rPr lang="zh-CN" altLang="en-US"/>
              <a:t>minVal,maxVal,minLoc,maxLoc=cv2.minMaxLoc(src)</a:t>
            </a:r>
            <a:endParaRPr lang="zh-CN" altLang="en-US"/>
          </a:p>
          <a:p>
            <a:pPr marL="0" indent="0">
              <a:buNone/>
            </a:pPr>
            <a:r>
              <a:rPr lang="zh-CN" altLang="en-US"/>
              <a:t>参数说明如下。</a:t>
            </a:r>
            <a:endParaRPr lang="zh-CN" altLang="en-US"/>
          </a:p>
          <a:p>
            <a:pPr marL="0" indent="0">
              <a:buNone/>
            </a:pPr>
            <a:r>
              <a:rPr lang="zh-CN" altLang="en-US"/>
              <a:t>	src为cv2.matchTemplate()函数的返回结果。</a:t>
            </a:r>
            <a:endParaRPr lang="zh-CN" altLang="en-US"/>
          </a:p>
          <a:p>
            <a:pPr marL="0" indent="0">
              <a:buNone/>
            </a:pPr>
            <a:r>
              <a:rPr lang="zh-CN" altLang="en-US"/>
              <a:t>	minVal为src中的最小值，不存在时可以为NULL（空值）。</a:t>
            </a:r>
            <a:endParaRPr lang="zh-CN" altLang="en-US"/>
          </a:p>
          <a:p>
            <a:pPr marL="0" indent="0">
              <a:buNone/>
            </a:pPr>
            <a:r>
              <a:rPr lang="zh-CN" altLang="en-US"/>
              <a:t>	maxVal为src中的最大值，不存在时可以为NULL。</a:t>
            </a:r>
            <a:endParaRPr lang="zh-CN" altLang="en-US"/>
          </a:p>
          <a:p>
            <a:pPr marL="0" indent="0">
              <a:buNone/>
            </a:pPr>
            <a:r>
              <a:rPr lang="zh-CN" altLang="en-US"/>
              <a:t>	minLoc为src中最小值的位置，不存在时可以为NULL。</a:t>
            </a:r>
            <a:endParaRPr lang="zh-CN" altLang="en-US"/>
          </a:p>
          <a:p>
            <a:pPr marL="0" indent="0">
              <a:buNone/>
            </a:pPr>
            <a:r>
              <a:rPr lang="zh-CN" altLang="en-US"/>
              <a:t>	maxLoc为src中最大值的位置，不存在时可以为NULL。</a:t>
            </a:r>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a:bodyPr>
          <a:p>
            <a:pPr marL="0" indent="0">
              <a:lnSpc>
                <a:spcPct val="100000"/>
              </a:lnSpc>
              <a:spcAft>
                <a:spcPts val="0"/>
              </a:spcAft>
              <a:buNone/>
            </a:pPr>
            <a:r>
              <a:rPr lang="zh-CN" altLang="en-US"/>
              <a:t>示例代码如下。</a:t>
            </a:r>
            <a:endParaRPr lang="zh-CN" altLang="en-US"/>
          </a:p>
          <a:p>
            <a:pPr marL="0" indent="0">
              <a:lnSpc>
                <a:spcPct val="100000"/>
              </a:lnSpc>
              <a:spcAft>
                <a:spcPts val="0"/>
              </a:spcAft>
              <a:buNone/>
            </a:pPr>
            <a:r>
              <a:rPr lang="zh-CN" altLang="en-US"/>
              <a:t>#test7-1.py：单目标匹配</a:t>
            </a:r>
            <a:endParaRPr lang="zh-CN" altLang="en-US"/>
          </a:p>
          <a:p>
            <a:pPr marL="0" indent="0">
              <a:lnSpc>
                <a:spcPct val="100000"/>
              </a:lnSpc>
              <a:spcAft>
                <a:spcPts val="0"/>
              </a:spcAft>
              <a:buNone/>
            </a:pPr>
            <a:r>
              <a:rPr lang="zh-CN" altLang="en-US"/>
              <a:t>import cv2</a:t>
            </a:r>
            <a:endParaRPr lang="zh-CN" altLang="en-US"/>
          </a:p>
          <a:p>
            <a:pPr marL="0" indent="0">
              <a:lnSpc>
                <a:spcPct val="100000"/>
              </a:lnSpc>
              <a:spcAft>
                <a:spcPts val="0"/>
              </a:spcAft>
              <a:buNone/>
            </a:pPr>
            <a:r>
              <a:rPr lang="zh-CN" altLang="en-US"/>
              <a:t>import numpy as np</a:t>
            </a:r>
            <a:endParaRPr lang="zh-CN" altLang="en-US"/>
          </a:p>
          <a:p>
            <a:pPr marL="0" indent="0">
              <a:lnSpc>
                <a:spcPct val="100000"/>
              </a:lnSpc>
              <a:spcAft>
                <a:spcPts val="0"/>
              </a:spcAft>
              <a:buNone/>
            </a:pPr>
            <a:r>
              <a:rPr lang="zh-CN" altLang="en-US"/>
              <a:t>import matplotlib.pyplot as plt</a:t>
            </a:r>
            <a:endParaRPr lang="zh-CN" altLang="en-US"/>
          </a:p>
          <a:p>
            <a:pPr marL="0" indent="0">
              <a:lnSpc>
                <a:spcPct val="100000"/>
              </a:lnSpc>
              <a:spcAft>
                <a:spcPts val="0"/>
              </a:spcAft>
              <a:buNone/>
            </a:pPr>
            <a:r>
              <a:rPr lang="zh-CN" altLang="en-US"/>
              <a:t>img1=cv2.imread('bee.jpg')                         		</a:t>
            </a:r>
            <a:r>
              <a:rPr lang="en-US" altLang="zh-CN"/>
              <a:t>	</a:t>
            </a:r>
            <a:r>
              <a:rPr lang="zh-CN" altLang="en-US"/>
              <a:t>#打开输入图像,默认为BGR格式</a:t>
            </a:r>
            <a:endParaRPr lang="zh-CN" altLang="en-US"/>
          </a:p>
          <a:p>
            <a:pPr marL="0" indent="0">
              <a:lnSpc>
                <a:spcPct val="100000"/>
              </a:lnSpc>
              <a:spcAft>
                <a:spcPts val="0"/>
              </a:spcAft>
              <a:buNone/>
            </a:pPr>
            <a:r>
              <a:rPr lang="zh-CN" altLang="en-US"/>
              <a:t>cv2.imshow('original',img1)</a:t>
            </a:r>
            <a:endParaRPr lang="zh-CN" altLang="en-US"/>
          </a:p>
          <a:p>
            <a:pPr marL="0" indent="0">
              <a:lnSpc>
                <a:spcPct val="100000"/>
              </a:lnSpc>
              <a:spcAft>
                <a:spcPts val="0"/>
              </a:spcAft>
              <a:buNone/>
            </a:pPr>
            <a:r>
              <a:rPr lang="zh-CN" altLang="en-US"/>
              <a:t>temp=cv2.imread('template.jpg')                     		</a:t>
            </a:r>
            <a:r>
              <a:rPr lang="en-US" altLang="zh-CN"/>
              <a:t>	</a:t>
            </a:r>
            <a:r>
              <a:rPr lang="zh-CN" altLang="en-US"/>
              <a:t>#打开模板图像</a:t>
            </a:r>
            <a:endParaRPr lang="zh-CN" altLang="en-US"/>
          </a:p>
          <a:p>
            <a:pPr marL="0" indent="0">
              <a:lnSpc>
                <a:spcPct val="100000"/>
              </a:lnSpc>
              <a:spcAft>
                <a:spcPts val="0"/>
              </a:spcAft>
              <a:buNone/>
            </a:pPr>
            <a:r>
              <a:rPr lang="zh-CN" altLang="en-US"/>
              <a:t>cv2.imshow('template',temp)</a:t>
            </a:r>
            <a:endParaRPr lang="zh-CN" altLang="en-US"/>
          </a:p>
          <a:p>
            <a:pPr marL="0" indent="0">
              <a:lnSpc>
                <a:spcPct val="100000"/>
              </a:lnSpc>
              <a:spcAft>
                <a:spcPts val="0"/>
              </a:spcAft>
              <a:buNone/>
            </a:pPr>
            <a:r>
              <a:rPr lang="zh-CN" altLang="en-US"/>
              <a:t>img1gray=cv2.cvtColor(img1,cv2.COLOR_BGR2GRAY,dstCn=1)	#转换为单通道灰度图像</a:t>
            </a:r>
            <a:endParaRPr lang="zh-CN" altLang="en-US"/>
          </a:p>
          <a:p>
            <a:pPr marL="0" indent="0">
              <a:lnSpc>
                <a:spcPct val="100000"/>
              </a:lnSpc>
              <a:spcAft>
                <a:spcPts val="0"/>
              </a:spcAft>
              <a:buNone/>
            </a:pPr>
            <a:r>
              <a:rPr lang="zh-CN" altLang="en-US"/>
              <a:t>tempgray=cv2.cvtColor(temp,cv2.COLOR_BGR2GRAY,dstCn=1)	#转换为单通道灰度图像</a:t>
            </a:r>
            <a:endParaRPr lang="zh-CN" altLang="en-US"/>
          </a:p>
          <a:p>
            <a:pPr marL="0" indent="0">
              <a:lnSpc>
                <a:spcPct val="100000"/>
              </a:lnSpc>
              <a:spcAft>
                <a:spcPts val="0"/>
              </a:spcAft>
              <a:buNone/>
            </a:pPr>
            <a:r>
              <a:rPr lang="zh-CN" altLang="en-US"/>
              <a:t>h,w=tempgray.shape                                     	</a:t>
            </a:r>
            <a:r>
              <a:rPr lang="en-US" altLang="zh-CN"/>
              <a:t>		</a:t>
            </a:r>
            <a:r>
              <a:rPr lang="zh-CN" altLang="en-US"/>
              <a:t>#获得模板图像的高度和宽度</a:t>
            </a:r>
            <a:endParaRPr lang="zh-CN" altLang="en-US"/>
          </a:p>
          <a:p>
            <a:pPr marL="0" indent="0">
              <a:lnSpc>
                <a:spcPct val="100000"/>
              </a:lnSpc>
              <a:spcAft>
                <a:spcPts val="0"/>
              </a:spcAft>
              <a:buNone/>
            </a:pPr>
            <a:r>
              <a:rPr lang="zh-CN" altLang="en-US"/>
              <a:t>res=cv2.matchTemplate(img1gray,tempgray,cv2.TM_SQDIFF)	</a:t>
            </a:r>
            <a:r>
              <a:rPr lang="en-US" altLang="zh-CN"/>
              <a:t>	</a:t>
            </a:r>
            <a:r>
              <a:rPr lang="zh-CN" altLang="en-US"/>
              <a:t>#执行匹配</a:t>
            </a:r>
            <a:endParaRPr lang="zh-CN" altLang="en-US"/>
          </a:p>
          <a:p>
            <a:pPr marL="0" indent="0">
              <a:lnSpc>
                <a:spcPct val="100000"/>
              </a:lnSpc>
              <a:spcAft>
                <a:spcPts val="0"/>
              </a:spcAft>
              <a:buNone/>
            </a:pPr>
            <a:r>
              <a:rPr lang="zh-CN" altLang="en-US"/>
              <a:t>plt.imshow(res,cmap = 'gray')                  		</a:t>
            </a:r>
            <a:r>
              <a:rPr lang="en-US" altLang="zh-CN"/>
              <a:t>		</a:t>
            </a:r>
            <a:r>
              <a:rPr lang="zh-CN" altLang="en-US"/>
              <a:t>#以灰度图像格式显示匹配结果</a:t>
            </a:r>
            <a:endParaRPr lang="zh-CN" altLang="en-US"/>
          </a:p>
          <a:p>
            <a:pPr marL="0" indent="0">
              <a:lnSpc>
                <a:spcPct val="100000"/>
              </a:lnSpc>
              <a:spcAft>
                <a:spcPts val="0"/>
              </a:spcAft>
              <a:buNone/>
            </a:pPr>
            <a:r>
              <a:rPr lang="zh-CN" altLang="en-US"/>
              <a:t>plt.title('Matching Result')                           </a:t>
            </a:r>
            <a:endParaRPr lang="zh-CN" altLang="en-US"/>
          </a:p>
          <a:p>
            <a:pPr marL="0" indent="0">
              <a:lnSpc>
                <a:spcPct val="100000"/>
              </a:lnSpc>
              <a:spcAft>
                <a:spcPts val="0"/>
              </a:spcAft>
              <a:buNone/>
            </a:pPr>
            <a:r>
              <a:rPr lang="zh-CN" altLang="en-US"/>
              <a:t>plt.axis('off') </a:t>
            </a:r>
            <a:endParaRPr lang="zh-CN" altLang="en-US"/>
          </a:p>
          <a:p>
            <a:pPr marL="0" indent="0">
              <a:lnSpc>
                <a:spcPct val="100000"/>
              </a:lnSpc>
              <a:spcAft>
                <a:spcPts val="0"/>
              </a:spcAft>
              <a:buNone/>
            </a:pPr>
            <a:r>
              <a:rPr lang="zh-CN" altLang="en-US"/>
              <a:t>plt.show()                                      			</a:t>
            </a:r>
            <a:r>
              <a:rPr lang="en-US" altLang="zh-CN"/>
              <a:t>	</a:t>
            </a:r>
            <a:r>
              <a:rPr lang="zh-CN" altLang="en-US"/>
              <a:t>#显示图像</a:t>
            </a:r>
            <a:endParaRPr lang="zh-CN" altLang="en-US"/>
          </a:p>
          <a:p>
            <a:pPr marL="0" indent="0">
              <a:lnSpc>
                <a:spcPct val="100000"/>
              </a:lnSpc>
              <a:spcAft>
                <a:spcPts val="0"/>
              </a:spcAft>
              <a:buNone/>
            </a:pPr>
            <a:r>
              <a:rPr lang="zh-CN" altLang="en-US"/>
              <a:t>min_val,max_val,min_loc,max_loc=cv2.minMaxLoc(res)  	</a:t>
            </a:r>
            <a:r>
              <a:rPr lang="en-US" altLang="zh-CN"/>
              <a:t>	</a:t>
            </a:r>
            <a:r>
              <a:rPr lang="zh-CN" altLang="en-US"/>
              <a:t>#返回最值和位置</a:t>
            </a:r>
            <a:endParaRPr lang="zh-CN" altLang="en-US"/>
          </a:p>
          <a:p>
            <a:pPr marL="0" indent="0">
              <a:lnSpc>
                <a:spcPct val="100000"/>
              </a:lnSpc>
              <a:spcAft>
                <a:spcPts val="0"/>
              </a:spcAft>
              <a:buNone/>
            </a:pPr>
            <a:r>
              <a:rPr lang="zh-CN" altLang="en-US"/>
              <a:t>top_left = min_loc                                  		</a:t>
            </a:r>
            <a:r>
              <a:rPr lang="en-US" altLang="zh-CN"/>
              <a:t>		</a:t>
            </a:r>
            <a:r>
              <a:rPr lang="zh-CN" altLang="en-US"/>
              <a:t>#最小值为最佳匹配，获得其位置</a:t>
            </a:r>
            <a:endParaRPr lang="zh-CN" altLang="en-US"/>
          </a:p>
          <a:p>
            <a:pPr marL="0" indent="0">
              <a:lnSpc>
                <a:spcPct val="100000"/>
              </a:lnSpc>
              <a:spcAft>
                <a:spcPts val="0"/>
              </a:spcAft>
              <a:buNone/>
            </a:pPr>
            <a:r>
              <a:rPr lang="zh-CN" altLang="en-US"/>
              <a:t>bottom_right = (top_left[0] + w, top_left[1] + h)		</a:t>
            </a:r>
            <a:r>
              <a:rPr lang="en-US" altLang="zh-CN"/>
              <a:t>	</a:t>
            </a:r>
            <a:r>
              <a:rPr lang="zh-CN" altLang="en-US"/>
              <a:t>#获得匹配范围的右下角位置</a:t>
            </a:r>
            <a:endParaRPr lang="zh-CN" altLang="en-US"/>
          </a:p>
          <a:p>
            <a:pPr marL="0" indent="0">
              <a:lnSpc>
                <a:spcPct val="100000"/>
              </a:lnSpc>
              <a:spcAft>
                <a:spcPts val="0"/>
              </a:spcAft>
              <a:buNone/>
            </a:pPr>
            <a:r>
              <a:rPr lang="zh-CN" altLang="en-US"/>
              <a:t>cv2.rectangle(img1,top_left, bottom_right,(255,0,0), 2)	</a:t>
            </a:r>
            <a:r>
              <a:rPr lang="en-US" altLang="zh-CN"/>
              <a:t>	</a:t>
            </a:r>
            <a:r>
              <a:rPr lang="zh-CN" altLang="en-US"/>
              <a:t>#绘制匹配范围,蓝色边框</a:t>
            </a:r>
            <a:endParaRPr lang="zh-CN" altLang="en-US"/>
          </a:p>
          <a:p>
            <a:pPr marL="0" indent="0">
              <a:lnSpc>
                <a:spcPct val="100000"/>
              </a:lnSpc>
              <a:spcAft>
                <a:spcPts val="0"/>
              </a:spcAft>
              <a:buNone/>
            </a:pPr>
            <a:r>
              <a:rPr lang="zh-CN" altLang="en-US"/>
              <a:t>cv2.imshow('Detected Range',img1)</a:t>
            </a:r>
            <a:endParaRPr lang="zh-CN" altLang="en-US"/>
          </a:p>
          <a:p>
            <a:pPr marL="0" indent="0">
              <a:lnSpc>
                <a:spcPct val="100000"/>
              </a:lnSpc>
              <a:spcAft>
                <a:spcPts val="0"/>
              </a:spcAft>
              <a:buNone/>
            </a:pPr>
            <a:r>
              <a:rPr lang="zh-CN" altLang="en-US"/>
              <a:t>cv2.waitKey(0)</a:t>
            </a:r>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7.1.2  多目标匹配</a:t>
            </a:r>
            <a:endParaRPr lang="zh-CN" altLang="en-US"/>
          </a:p>
        </p:txBody>
      </p:sp>
      <p:sp>
        <p:nvSpPr>
          <p:cNvPr id="3" name="内容占位符 2"/>
          <p:cNvSpPr>
            <a:spLocks noGrp="1"/>
          </p:cNvSpPr>
          <p:nvPr>
            <p:ph idx="1"/>
          </p:nvPr>
        </p:nvSpPr>
        <p:spPr/>
        <p:txBody>
          <a:bodyPr>
            <a:normAutofit fontScale="80000"/>
          </a:bodyPr>
          <a:p>
            <a:pPr marL="0" indent="0">
              <a:lnSpc>
                <a:spcPct val="100000"/>
              </a:lnSpc>
              <a:spcAft>
                <a:spcPts val="0"/>
              </a:spcAft>
              <a:buNone/>
            </a:pPr>
            <a:r>
              <a:rPr lang="zh-CN" altLang="en-US"/>
              <a:t>多目标匹配是指输入图像中存在多个可能的匹配结果。在使用cv2. matchTemplate()函数执行了匹配操作后，根据匹配方法设置阈值，匹配结果中低于或者高于阈值的就是符合条件的匹配目标。</a:t>
            </a:r>
            <a:endParaRPr lang="zh-CN" altLang="en-US"/>
          </a:p>
          <a:p>
            <a:pPr marL="0" indent="0">
              <a:lnSpc>
                <a:spcPct val="100000"/>
              </a:lnSpc>
              <a:spcAft>
                <a:spcPts val="0"/>
              </a:spcAft>
              <a:buNone/>
            </a:pPr>
            <a:r>
              <a:rPr lang="zh-CN" altLang="en-US"/>
              <a:t>示例代码如下。</a:t>
            </a:r>
            <a:endParaRPr lang="zh-CN" altLang="en-US"/>
          </a:p>
          <a:p>
            <a:pPr marL="0" indent="0">
              <a:lnSpc>
                <a:spcPct val="100000"/>
              </a:lnSpc>
              <a:spcAft>
                <a:spcPts val="0"/>
              </a:spcAft>
              <a:buNone/>
            </a:pPr>
            <a:r>
              <a:rPr lang="zh-CN" altLang="en-US"/>
              <a:t>#test7-2.py：多目标匹配</a:t>
            </a:r>
            <a:endParaRPr lang="zh-CN" altLang="en-US"/>
          </a:p>
          <a:p>
            <a:pPr marL="0" indent="0">
              <a:lnSpc>
                <a:spcPct val="100000"/>
              </a:lnSpc>
              <a:spcAft>
                <a:spcPts val="0"/>
              </a:spcAft>
              <a:buNone/>
            </a:pPr>
            <a:r>
              <a:rPr lang="zh-CN" altLang="en-US"/>
              <a:t>import cv2</a:t>
            </a:r>
            <a:endParaRPr lang="zh-CN" altLang="en-US"/>
          </a:p>
          <a:p>
            <a:pPr marL="0" indent="0">
              <a:lnSpc>
                <a:spcPct val="100000"/>
              </a:lnSpc>
              <a:spcAft>
                <a:spcPts val="0"/>
              </a:spcAft>
              <a:buNone/>
            </a:pPr>
            <a:r>
              <a:rPr lang="zh-CN" altLang="en-US"/>
              <a:t>import numpy as np</a:t>
            </a:r>
            <a:endParaRPr lang="zh-CN" altLang="en-US"/>
          </a:p>
          <a:p>
            <a:pPr marL="0" indent="0">
              <a:lnSpc>
                <a:spcPct val="100000"/>
              </a:lnSpc>
              <a:spcAft>
                <a:spcPts val="0"/>
              </a:spcAft>
              <a:buNone/>
            </a:pPr>
            <a:r>
              <a:rPr lang="zh-CN" altLang="en-US"/>
              <a:t>import matplotlib.pyplot as plt</a:t>
            </a:r>
            <a:endParaRPr lang="zh-CN" altLang="en-US"/>
          </a:p>
          <a:p>
            <a:pPr marL="0" indent="0">
              <a:lnSpc>
                <a:spcPct val="100000"/>
              </a:lnSpc>
              <a:spcAft>
                <a:spcPts val="0"/>
              </a:spcAft>
              <a:buNone/>
            </a:pPr>
            <a:r>
              <a:rPr lang="zh-CN" altLang="en-US"/>
              <a:t>img1=cv2.imread('bee2.jpg')                           			#打开输入图像,默认为BGR格式</a:t>
            </a:r>
            <a:endParaRPr lang="zh-CN" altLang="en-US"/>
          </a:p>
          <a:p>
            <a:pPr marL="0" indent="0">
              <a:lnSpc>
                <a:spcPct val="100000"/>
              </a:lnSpc>
              <a:spcAft>
                <a:spcPts val="0"/>
              </a:spcAft>
              <a:buNone/>
            </a:pPr>
            <a:r>
              <a:rPr lang="zh-CN" altLang="en-US"/>
              <a:t>temp=cv2.imread('template.jpg')                     			#打开模板图像</a:t>
            </a:r>
            <a:endParaRPr lang="zh-CN" altLang="en-US"/>
          </a:p>
          <a:p>
            <a:pPr marL="0" indent="0">
              <a:lnSpc>
                <a:spcPct val="100000"/>
              </a:lnSpc>
              <a:spcAft>
                <a:spcPts val="0"/>
              </a:spcAft>
              <a:buNone/>
            </a:pPr>
            <a:r>
              <a:rPr lang="zh-CN" altLang="en-US"/>
              <a:t>img1gray=cv2.cvtColor(img1,cv2.COLOR_BGR2GRAY,dstCn=1)  		#转换为单通道灰度图像</a:t>
            </a:r>
            <a:endParaRPr lang="zh-CN" altLang="en-US"/>
          </a:p>
          <a:p>
            <a:pPr marL="0" indent="0">
              <a:lnSpc>
                <a:spcPct val="100000"/>
              </a:lnSpc>
              <a:spcAft>
                <a:spcPts val="0"/>
              </a:spcAft>
              <a:buNone/>
            </a:pPr>
            <a:r>
              <a:rPr lang="zh-CN" altLang="en-US"/>
              <a:t>tempgray=cv2.cvtColor(temp,cv2.COLOR_BGR2GRAY,dstCn=1)  		#转换为单通道灰度图像</a:t>
            </a:r>
            <a:endParaRPr lang="zh-CN" altLang="en-US"/>
          </a:p>
          <a:p>
            <a:pPr marL="0" indent="0">
              <a:lnSpc>
                <a:spcPct val="100000"/>
              </a:lnSpc>
              <a:spcAft>
                <a:spcPts val="0"/>
              </a:spcAft>
              <a:buNone/>
            </a:pPr>
            <a:r>
              <a:rPr lang="zh-CN" altLang="en-US"/>
              <a:t>th,tw=tempgray.shape                                 				#获得模板图像的高度和宽度</a:t>
            </a:r>
            <a:endParaRPr lang="zh-CN" altLang="en-US"/>
          </a:p>
          <a:p>
            <a:pPr marL="0" indent="0">
              <a:lnSpc>
                <a:spcPct val="100000"/>
              </a:lnSpc>
              <a:spcAft>
                <a:spcPts val="0"/>
              </a:spcAft>
              <a:buNone/>
            </a:pPr>
            <a:r>
              <a:rPr lang="zh-CN" altLang="en-US"/>
              <a:t>img1h,img1w=img1gray.shape</a:t>
            </a:r>
            <a:endParaRPr lang="zh-CN" altLang="en-US"/>
          </a:p>
          <a:p>
            <a:pPr marL="0" indent="0">
              <a:lnSpc>
                <a:spcPct val="100000"/>
              </a:lnSpc>
              <a:spcAft>
                <a:spcPts val="0"/>
              </a:spcAft>
              <a:buNone/>
            </a:pPr>
            <a:r>
              <a:rPr lang="zh-CN" altLang="en-US"/>
              <a:t>res = cv2.matchTemplate(img1gray,tempgray,cv2.TM_SQDIFF_NORMED)	#执行归一化</a:t>
            </a:r>
            <a:r>
              <a:rPr lang="zh-CN" altLang="en-US"/>
              <a:t>方差匹配操作</a:t>
            </a:r>
            <a:endParaRPr lang="zh-CN" altLang="en-US"/>
          </a:p>
          <a:p>
            <a:pPr marL="0" indent="0">
              <a:lnSpc>
                <a:spcPct val="100000"/>
              </a:lnSpc>
              <a:spcAft>
                <a:spcPts val="0"/>
              </a:spcAft>
              <a:buNone/>
            </a:pPr>
            <a:r>
              <a:rPr lang="zh-CN" altLang="en-US"/>
              <a:t>mloc=[]                                              				#用于保存符合条件的匹配位置</a:t>
            </a:r>
            <a:endParaRPr lang="zh-CN" altLang="en-US"/>
          </a:p>
          <a:p>
            <a:pPr marL="0" indent="0">
              <a:lnSpc>
                <a:spcPct val="100000"/>
              </a:lnSpc>
              <a:spcAft>
                <a:spcPts val="0"/>
              </a:spcAft>
              <a:buNone/>
            </a:pPr>
            <a:r>
              <a:rPr lang="zh-CN" altLang="en-US"/>
              <a:t>threshold = 0.24                                     				#设置匹配度阈值</a:t>
            </a:r>
            <a:endParaRPr lang="zh-CN" altLang="en-US"/>
          </a:p>
          <a:p>
            <a:pPr marL="0" indent="0">
              <a:lnSpc>
                <a:spcPct val="100000"/>
              </a:lnSpc>
              <a:spcAft>
                <a:spcPts val="0"/>
              </a:spcAft>
              <a:buNone/>
            </a:pPr>
            <a:r>
              <a:rPr lang="zh-CN" altLang="en-US"/>
              <a:t>for i in range(img1h-th):						#查找符合条件的匹配结果位置</a:t>
            </a:r>
            <a:endParaRPr lang="zh-CN" altLang="en-US"/>
          </a:p>
          <a:p>
            <a:pPr marL="0" indent="0">
              <a:lnSpc>
                <a:spcPct val="100000"/>
              </a:lnSpc>
              <a:spcAft>
                <a:spcPts val="0"/>
              </a:spcAft>
              <a:buNone/>
            </a:pPr>
            <a:r>
              <a:rPr lang="zh-CN" altLang="en-US"/>
              <a:t>    for j in range(img1w-tw):</a:t>
            </a:r>
            <a:endParaRPr lang="zh-CN" altLang="en-US"/>
          </a:p>
          <a:p>
            <a:pPr marL="0" indent="0">
              <a:lnSpc>
                <a:spcPct val="100000"/>
              </a:lnSpc>
              <a:spcAft>
                <a:spcPts val="0"/>
              </a:spcAft>
              <a:buNone/>
            </a:pPr>
            <a:r>
              <a:rPr lang="zh-CN" altLang="en-US"/>
              <a:t>        if res[i][j]&lt;=threshold:                      			</a:t>
            </a:r>
            <a:r>
              <a:rPr lang="en-US" altLang="zh-CN"/>
              <a:t>	</a:t>
            </a:r>
            <a:r>
              <a:rPr lang="zh-CN" altLang="en-US"/>
              <a:t>#保存小于阈值的匹配位置</a:t>
            </a:r>
            <a:endParaRPr lang="zh-CN" altLang="en-US"/>
          </a:p>
          <a:p>
            <a:pPr marL="0" indent="0">
              <a:lnSpc>
                <a:spcPct val="100000"/>
              </a:lnSpc>
              <a:spcAft>
                <a:spcPts val="0"/>
              </a:spcAft>
              <a:buNone/>
            </a:pPr>
            <a:r>
              <a:rPr lang="zh-CN" altLang="en-US"/>
              <a:t>            mloc.append((j,i))</a:t>
            </a:r>
            <a:endParaRPr lang="zh-CN" altLang="en-US"/>
          </a:p>
          <a:p>
            <a:pPr marL="0" indent="0">
              <a:lnSpc>
                <a:spcPct val="100000"/>
              </a:lnSpc>
              <a:spcAft>
                <a:spcPts val="0"/>
              </a:spcAft>
              <a:buNone/>
            </a:pPr>
            <a:r>
              <a:rPr lang="zh-CN" altLang="en-US"/>
              <a:t>for pt in mloc:</a:t>
            </a:r>
            <a:endParaRPr lang="zh-CN" altLang="en-US"/>
          </a:p>
          <a:p>
            <a:pPr marL="0" indent="0">
              <a:lnSpc>
                <a:spcPct val="100000"/>
              </a:lnSpc>
              <a:spcAft>
                <a:spcPts val="0"/>
              </a:spcAft>
              <a:buNone/>
            </a:pPr>
            <a:r>
              <a:rPr lang="zh-CN" altLang="en-US"/>
              <a:t>    cv2.rectangle(img1,pt,(pt[0]+tw,pt[1]+th),(255,0,0),2)		</a:t>
            </a:r>
            <a:r>
              <a:rPr lang="en-US" altLang="zh-CN"/>
              <a:t>	</a:t>
            </a:r>
            <a:r>
              <a:rPr lang="zh-CN" altLang="en-US"/>
              <a:t>#标注匹配位置，蓝色</a:t>
            </a:r>
            <a:endParaRPr lang="zh-CN" altLang="en-US"/>
          </a:p>
          <a:p>
            <a:pPr marL="0" indent="0">
              <a:lnSpc>
                <a:spcPct val="100000"/>
              </a:lnSpc>
              <a:spcAft>
                <a:spcPts val="0"/>
              </a:spcAft>
              <a:buNone/>
            </a:pPr>
            <a:r>
              <a:rPr lang="zh-CN" altLang="en-US"/>
              <a:t>cv2.imshow('result',img1)                                    		</a:t>
            </a:r>
            <a:r>
              <a:rPr lang="en-US" altLang="zh-CN"/>
              <a:t>	</a:t>
            </a:r>
            <a:r>
              <a:rPr lang="zh-CN" altLang="en-US"/>
              <a:t>#显示结果</a:t>
            </a:r>
            <a:endParaRPr lang="zh-CN" altLang="en-US"/>
          </a:p>
          <a:p>
            <a:pPr marL="0" indent="0">
              <a:lnSpc>
                <a:spcPct val="100000"/>
              </a:lnSpc>
              <a:spcAft>
                <a:spcPts val="0"/>
              </a:spcAft>
              <a:buNone/>
            </a:pPr>
            <a:r>
              <a:rPr lang="zh-CN" altLang="en-US"/>
              <a:t>cv2.waitKey(0)</a:t>
            </a:r>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7.2 图像分割 </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使用分水岭算法分割图像</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图像金字塔	</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a:sym typeface="+mn-ea"/>
              </a:rPr>
              <a:t>7.2.1  使用分水岭算法分割图像</a:t>
            </a:r>
            <a:br>
              <a:rPr lang="zh-CN" altLang="en-US"/>
            </a:br>
            <a:endParaRPr lang="zh-CN" altLang="en-US"/>
          </a:p>
        </p:txBody>
      </p:sp>
      <p:sp>
        <p:nvSpPr>
          <p:cNvPr id="3" name="内容占位符 2"/>
          <p:cNvSpPr>
            <a:spLocks noGrp="1"/>
          </p:cNvSpPr>
          <p:nvPr>
            <p:ph idx="1"/>
          </p:nvPr>
        </p:nvSpPr>
        <p:spPr/>
        <p:txBody>
          <a:bodyPr/>
          <a:p>
            <a:pPr marL="0" indent="0">
              <a:buNone/>
            </a:pPr>
            <a:r>
              <a:rPr lang="zh-CN" altLang="en-US"/>
              <a:t>分水岭算法的基本原理为：将任意的灰度图像视为地形图表面，其中灰度值高的部分表示山峰和丘陵，而灰度值低的部分表示山谷。用不同颜色的水（标签）填充每个独立的山谷（局部最小值）；随着水平面的上升，来自不同山谷（具有不同颜色）的水将开始合并。为了避免出现这种情况，需要在水的汇合位置建造水坝；持续填充水和建造水坝，直到所有山峰和丘陵都在水下。整个过程中建造的水坝将作为图像分割的依据。</a:t>
            </a:r>
            <a:endParaRPr lang="zh-CN" altLang="en-US"/>
          </a:p>
          <a:p>
            <a:pPr marL="0" indent="0">
              <a:buNone/>
            </a:pPr>
            <a:r>
              <a:rPr lang="zh-CN" altLang="en-US"/>
              <a:t>使用分水岭算法执行图像分割操作时通常包含下列步骤。</a:t>
            </a:r>
            <a:endParaRPr lang="zh-CN" altLang="en-US"/>
          </a:p>
          <a:p>
            <a:pPr marL="0" indent="0">
              <a:buNone/>
            </a:pPr>
            <a:r>
              <a:rPr lang="zh-CN" altLang="en-US"/>
              <a:t>（1）将原图像转换为灰度图像。</a:t>
            </a:r>
            <a:endParaRPr lang="zh-CN" altLang="en-US"/>
          </a:p>
          <a:p>
            <a:pPr marL="0" indent="0">
              <a:buNone/>
            </a:pPr>
            <a:r>
              <a:rPr lang="zh-CN" altLang="en-US"/>
              <a:t>（2）应用形态变换中的开运算和膨胀操作，去除图像噪声，获得图像边缘信息，确定图像背景。</a:t>
            </a:r>
            <a:endParaRPr lang="zh-CN" altLang="en-US"/>
          </a:p>
          <a:p>
            <a:pPr marL="0" indent="0">
              <a:buNone/>
            </a:pPr>
            <a:r>
              <a:rPr lang="zh-CN" altLang="en-US"/>
              <a:t>（3）进行距离转换，再进行阈值处理，确定图像前景。</a:t>
            </a:r>
            <a:endParaRPr lang="zh-CN" altLang="en-US"/>
          </a:p>
          <a:p>
            <a:pPr marL="0" indent="0">
              <a:buNone/>
            </a:pPr>
            <a:r>
              <a:rPr lang="zh-CN" altLang="en-US"/>
              <a:t>（4）确定图像的未知区域（用图像的背景减去前景的剩余部分）。</a:t>
            </a:r>
            <a:endParaRPr lang="zh-CN" altLang="en-US"/>
          </a:p>
          <a:p>
            <a:pPr marL="0" indent="0">
              <a:buNone/>
            </a:pPr>
            <a:r>
              <a:rPr lang="zh-CN" altLang="en-US"/>
              <a:t>（5）标记背景图像。</a:t>
            </a:r>
            <a:endParaRPr lang="zh-CN" altLang="en-US"/>
          </a:p>
          <a:p>
            <a:pPr marL="0" indent="0">
              <a:buNone/>
            </a:pPr>
            <a:r>
              <a:rPr lang="zh-CN" altLang="en-US"/>
              <a:t>（6）执行分水岭算法分割图像。</a:t>
            </a:r>
            <a:endParaRPr lang="zh-CN"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1．cv2.distanceTransform()函数</a:t>
            </a:r>
            <a:endParaRPr lang="zh-CN" altLang="en-US"/>
          </a:p>
          <a:p>
            <a:pPr marL="0" indent="0">
              <a:buNone/>
            </a:pPr>
            <a:r>
              <a:rPr lang="zh-CN" altLang="en-US"/>
              <a:t>OpenCV中的cv2.distanceTransform()函数用于计算非0值像素点到0值（背景）像素点的距离，其基本格式如下。</a:t>
            </a:r>
            <a:endParaRPr lang="zh-CN" altLang="en-US"/>
          </a:p>
          <a:p>
            <a:pPr marL="0" indent="0">
              <a:buNone/>
            </a:pPr>
            <a:r>
              <a:rPr lang="zh-CN" altLang="en-US"/>
              <a:t>dst=cv2.distanceTransform(src,distanceType,maskSize[,dstType])</a:t>
            </a:r>
            <a:endParaRPr lang="zh-CN" altLang="en-US"/>
          </a:p>
          <a:p>
            <a:pPr marL="0" indent="0">
              <a:buNone/>
            </a:pPr>
            <a:r>
              <a:rPr lang="zh-CN" altLang="en-US"/>
              <a:t>参数说明如下。</a:t>
            </a:r>
            <a:endParaRPr lang="zh-CN" altLang="en-US"/>
          </a:p>
          <a:p>
            <a:pPr marL="0" indent="0">
              <a:buNone/>
            </a:pPr>
            <a:r>
              <a:rPr lang="zh-CN" altLang="en-US"/>
              <a:t>	dst为返回的距离转换结果图像。</a:t>
            </a:r>
            <a:endParaRPr lang="zh-CN" altLang="en-US"/>
          </a:p>
          <a:p>
            <a:pPr marL="0" indent="0">
              <a:buNone/>
            </a:pPr>
            <a:r>
              <a:rPr lang="zh-CN" altLang="en-US"/>
              <a:t>	src为原图像，必须是8位单通道二值图像。</a:t>
            </a:r>
            <a:endParaRPr lang="zh-CN" altLang="en-US"/>
          </a:p>
          <a:p>
            <a:pPr marL="0" indent="0">
              <a:buNone/>
            </a:pPr>
            <a:r>
              <a:rPr lang="zh-CN" altLang="en-US"/>
              <a:t>	distanceType为距离类型。</a:t>
            </a:r>
            <a:endParaRPr lang="zh-CN" altLang="en-US"/>
          </a:p>
          <a:p>
            <a:pPr marL="0" indent="0">
              <a:buNone/>
            </a:pPr>
            <a:r>
              <a:rPr lang="zh-CN" altLang="en-US"/>
              <a:t>	maskSize为掩模的大小，可设置为0、3或5。</a:t>
            </a:r>
            <a:endParaRPr lang="zh-CN" altLang="en-US"/>
          </a:p>
          <a:p>
            <a:pPr marL="0" indent="0">
              <a:buNone/>
            </a:pPr>
            <a:r>
              <a:rPr lang="zh-CN" altLang="en-US"/>
              <a:t>	dstType为返回的图像类型，默认为CV_32F（32位浮点数）。</a:t>
            </a:r>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80000"/>
          </a:bodyPr>
          <a:p>
            <a:pPr marL="0" indent="0">
              <a:buNone/>
            </a:pPr>
            <a:r>
              <a:rPr lang="zh-CN" altLang="en-US"/>
              <a:t>示例代码如下。</a:t>
            </a:r>
            <a:endParaRPr lang="zh-CN" altLang="en-US"/>
          </a:p>
          <a:p>
            <a:pPr marL="0" indent="0">
              <a:buNone/>
            </a:pPr>
            <a:r>
              <a:rPr lang="zh-CN" altLang="en-US"/>
              <a:t>#test7-3.py：距离转换</a:t>
            </a:r>
            <a:endParaRPr lang="zh-CN" altLang="en-US"/>
          </a:p>
          <a:p>
            <a:pPr marL="0" indent="0">
              <a:buNone/>
            </a:pPr>
            <a:r>
              <a:rPr lang="zh-CN" altLang="en-US"/>
              <a:t>import cv2</a:t>
            </a:r>
            <a:endParaRPr lang="zh-CN" altLang="en-US"/>
          </a:p>
          <a:p>
            <a:pPr marL="0" indent="0">
              <a:buNone/>
            </a:pPr>
            <a:r>
              <a:rPr lang="zh-CN" altLang="en-US"/>
              <a:t>import numpy as np</a:t>
            </a:r>
            <a:endParaRPr lang="zh-CN" altLang="en-US"/>
          </a:p>
          <a:p>
            <a:pPr marL="0" indent="0">
              <a:buNone/>
            </a:pPr>
            <a:r>
              <a:rPr lang="zh-CN" altLang="en-US"/>
              <a:t>img=cv2.imread('qizi.jpg')</a:t>
            </a:r>
            <a:endParaRPr lang="zh-CN" altLang="en-US"/>
          </a:p>
          <a:p>
            <a:pPr marL="0" indent="0">
              <a:buNone/>
            </a:pPr>
            <a:r>
              <a:rPr lang="zh-CN" altLang="en-US"/>
              <a:t>cv2.imshow('original',img)						</a:t>
            </a:r>
            <a:r>
              <a:rPr lang="en-US" altLang="zh-CN"/>
              <a:t>	</a:t>
            </a:r>
            <a:r>
              <a:rPr lang="zh-CN" altLang="en-US"/>
              <a:t>#显示原图</a:t>
            </a:r>
            <a:endParaRPr lang="zh-CN" altLang="en-US"/>
          </a:p>
          <a:p>
            <a:pPr marL="0" indent="0">
              <a:buNone/>
            </a:pPr>
            <a:r>
              <a:rPr lang="zh-CN" altLang="en-US"/>
              <a:t>gray=cv2.cvtColor(img,cv2.COLOR_BGR2GRAY)				#转换为灰度图</a:t>
            </a:r>
            <a:endParaRPr lang="zh-CN" altLang="en-US"/>
          </a:p>
          <a:p>
            <a:pPr marL="0" indent="0">
              <a:buNone/>
            </a:pPr>
            <a:r>
              <a:rPr lang="zh-CN" altLang="en-US"/>
              <a:t>ret,imgthresh=cv2.threshold(gray,0,255,</a:t>
            </a:r>
            <a:endParaRPr lang="zh-CN" altLang="en-US"/>
          </a:p>
          <a:p>
            <a:pPr marL="0" indent="0">
              <a:buNone/>
            </a:pPr>
            <a:r>
              <a:rPr lang="zh-CN" altLang="en-US"/>
              <a:t>            		cv2.THRESH_BINARY_INV+cv2.THRESH_OTSU)		#Otsu算法阈值处理</a:t>
            </a:r>
            <a:endParaRPr lang="zh-CN" altLang="en-US"/>
          </a:p>
          <a:p>
            <a:pPr marL="0" indent="0">
              <a:buNone/>
            </a:pPr>
            <a:r>
              <a:rPr lang="zh-CN" altLang="en-US"/>
              <a:t>kernel=np.ones((3,3),np.uint8)						#定义形态变换卷积核</a:t>
            </a:r>
            <a:endParaRPr lang="zh-CN" altLang="en-US"/>
          </a:p>
          <a:p>
            <a:pPr marL="0" indent="0">
              <a:buNone/>
            </a:pPr>
            <a:r>
              <a:rPr lang="zh-CN" altLang="en-US"/>
              <a:t>imgopen=cv2.morphologyEx(imgthresh,cv2.MORPH_OPEN,kernel,iterations=2)	#形态变换：开运算</a:t>
            </a:r>
            <a:endParaRPr lang="zh-CN" altLang="en-US"/>
          </a:p>
          <a:p>
            <a:pPr marL="0" indent="0">
              <a:buNone/>
            </a:pPr>
            <a:r>
              <a:rPr lang="zh-CN" altLang="en-US"/>
              <a:t>imgdist=cv2.distanceTransform(imgopen,cv2.DIST_L2,5)			#距离转换</a:t>
            </a:r>
            <a:endParaRPr lang="zh-CN" altLang="en-US"/>
          </a:p>
          <a:p>
            <a:pPr marL="0" indent="0">
              <a:buNone/>
            </a:pPr>
            <a:r>
              <a:rPr lang="zh-CN" altLang="en-US"/>
              <a:t>cv2.imshow('distance',imgdist)						#显示距离转换结果</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20000"/>
          </a:bodyPr>
          <a:p>
            <a:pPr marL="0" indent="0">
              <a:buNone/>
            </a:pPr>
            <a:r>
              <a:rPr lang="zh-CN" altLang="en-US"/>
              <a:t>2．cv2.connectedComponents()函数</a:t>
            </a:r>
            <a:endParaRPr lang="zh-CN" altLang="en-US"/>
          </a:p>
          <a:p>
            <a:pPr marL="0" indent="0">
              <a:buNone/>
            </a:pPr>
            <a:r>
              <a:rPr lang="zh-CN" altLang="en-US"/>
              <a:t>OpenCV中的cv2.connectedComponents()函数用于将图像中的背景标记为0，将其他图像标记为从1开始的整数，其基本格式如下。</a:t>
            </a:r>
            <a:endParaRPr lang="zh-CN" altLang="en-US"/>
          </a:p>
          <a:p>
            <a:pPr marL="0" indent="0">
              <a:buNone/>
            </a:pPr>
            <a:r>
              <a:rPr lang="zh-CN" altLang="en-US"/>
              <a:t>ret,labels=cv2.connectedComponents(image[,connectivity[,ltype]])</a:t>
            </a:r>
            <a:endParaRPr lang="zh-CN" altLang="en-US"/>
          </a:p>
          <a:p>
            <a:pPr marL="0" indent="0">
              <a:buNone/>
            </a:pPr>
            <a:r>
              <a:rPr lang="zh-CN" altLang="en-US"/>
              <a:t>参数说明如下。</a:t>
            </a:r>
            <a:endParaRPr lang="zh-CN" altLang="en-US"/>
          </a:p>
          <a:p>
            <a:pPr marL="0" indent="0">
              <a:buNone/>
            </a:pPr>
            <a:r>
              <a:rPr lang="zh-CN" altLang="en-US"/>
              <a:t>	labels为返回的标记结果图像，和image大小相同。</a:t>
            </a:r>
            <a:endParaRPr lang="zh-CN" altLang="en-US"/>
          </a:p>
          <a:p>
            <a:pPr marL="0" indent="0">
              <a:buNone/>
            </a:pPr>
            <a:r>
              <a:rPr lang="zh-CN" altLang="en-US"/>
              <a:t>	image为要标记的8位单通道图像。</a:t>
            </a:r>
            <a:endParaRPr lang="zh-CN" altLang="en-US"/>
          </a:p>
          <a:p>
            <a:pPr marL="0" indent="0">
              <a:buNone/>
            </a:pPr>
            <a:r>
              <a:rPr lang="zh-CN" altLang="en-US"/>
              <a:t>	connectivity为4或8（默认值），表示连接性。</a:t>
            </a:r>
            <a:endParaRPr lang="zh-CN" altLang="en-US"/>
          </a:p>
          <a:p>
            <a:pPr marL="0" indent="0">
              <a:buNone/>
            </a:pPr>
            <a:r>
              <a:rPr lang="zh-CN" altLang="en-US"/>
              <a:t>	ltype为返回的标记结果图像的类型。</a:t>
            </a:r>
            <a:endParaRPr lang="zh-CN" altLang="en-US"/>
          </a:p>
          <a:p>
            <a:pPr marL="0" indent="0">
              <a:buNone/>
            </a:pPr>
            <a:r>
              <a:rPr lang="zh-CN" altLang="en-US"/>
              <a:t>示例代码如下。</a:t>
            </a:r>
            <a:endParaRPr lang="zh-CN" altLang="en-US"/>
          </a:p>
          <a:p>
            <a:pPr marL="0" indent="0">
              <a:buNone/>
            </a:pPr>
            <a:r>
              <a:rPr lang="zh-CN" altLang="en-US"/>
              <a:t>ret,imgfg=cv2.threshold(imgdist,0.7*imgdist.max(),255,2)#对距离转换结果进行阈值处理</a:t>
            </a:r>
            <a:endParaRPr lang="zh-CN" altLang="en-US"/>
          </a:p>
          <a:p>
            <a:pPr marL="0" indent="0">
              <a:buNone/>
            </a:pPr>
            <a:r>
              <a:rPr lang="zh-CN" altLang="en-US"/>
              <a:t>imgfg=np.uint8(imgfg)   				#转换为整数</a:t>
            </a:r>
            <a:endParaRPr lang="zh-CN" altLang="en-US"/>
          </a:p>
          <a:p>
            <a:pPr marL="0" indent="0">
              <a:buNone/>
            </a:pPr>
            <a:r>
              <a:rPr lang="zh-CN" altLang="en-US"/>
              <a:t>ret,markers=cv2.connectedComponents(imgfg)		#标记阈值处理结果</a:t>
            </a:r>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3．cv2.watershed()函数</a:t>
            </a:r>
            <a:endParaRPr lang="zh-CN" altLang="en-US"/>
          </a:p>
          <a:p>
            <a:pPr marL="0" indent="0">
              <a:buNone/>
            </a:pPr>
            <a:r>
              <a:rPr lang="zh-CN" altLang="en-US"/>
              <a:t>OpenCV中的cv2.watershed()函数用于执行分水岭算法分割图像，其基本格式如下。</a:t>
            </a:r>
            <a:endParaRPr lang="zh-CN" altLang="en-US"/>
          </a:p>
          <a:p>
            <a:pPr marL="0" indent="0">
              <a:buNone/>
            </a:pPr>
            <a:r>
              <a:rPr lang="zh-CN" altLang="en-US"/>
              <a:t>ret=cv2.watershed(image,markers)</a:t>
            </a:r>
            <a:endParaRPr lang="zh-CN" altLang="en-US"/>
          </a:p>
          <a:p>
            <a:pPr marL="0" indent="0">
              <a:buNone/>
            </a:pPr>
            <a:r>
              <a:rPr lang="zh-CN" altLang="en-US"/>
              <a:t>参数说明如下。</a:t>
            </a:r>
            <a:endParaRPr lang="zh-CN" altLang="en-US"/>
          </a:p>
          <a:p>
            <a:pPr marL="0" indent="0">
              <a:buNone/>
            </a:pPr>
            <a:r>
              <a:rPr lang="zh-CN" altLang="en-US"/>
              <a:t>	ret为返回的8位或32位单通道图像。</a:t>
            </a:r>
            <a:endParaRPr lang="zh-CN" altLang="en-US"/>
          </a:p>
          <a:p>
            <a:pPr marL="0" indent="0">
              <a:buNone/>
            </a:pPr>
            <a:r>
              <a:rPr lang="zh-CN" altLang="en-US"/>
              <a:t>	image为输入的8位3通道图像。</a:t>
            </a:r>
            <a:endParaRPr lang="zh-CN" altLang="en-US"/>
          </a:p>
          <a:p>
            <a:pPr marL="0" indent="0">
              <a:buNone/>
            </a:pPr>
            <a:r>
              <a:rPr lang="zh-CN" altLang="en-US"/>
              <a:t>	markers为输入的32位单通道图像。</a:t>
            </a:r>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Autofit/>
          </a:bodyPr>
          <a:p>
            <a:pPr marL="0" indent="0">
              <a:lnSpc>
                <a:spcPct val="100000"/>
              </a:lnSpc>
              <a:spcAft>
                <a:spcPts val="0"/>
              </a:spcAft>
              <a:buNone/>
            </a:pPr>
            <a:r>
              <a:rPr lang="zh-CN" altLang="en-US" sz="1200"/>
              <a:t>示例代码如下。</a:t>
            </a:r>
            <a:endParaRPr lang="zh-CN" altLang="en-US" sz="1200"/>
          </a:p>
          <a:p>
            <a:pPr marL="0" indent="0">
              <a:lnSpc>
                <a:spcPct val="100000"/>
              </a:lnSpc>
              <a:spcAft>
                <a:spcPts val="0"/>
              </a:spcAft>
              <a:buNone/>
            </a:pPr>
            <a:r>
              <a:rPr lang="zh-CN" altLang="en-US" sz="1200"/>
              <a:t>#test7-4.py：使用分水岭算法分割图像</a:t>
            </a:r>
            <a:endParaRPr lang="zh-CN" altLang="en-US" sz="1200"/>
          </a:p>
          <a:p>
            <a:pPr marL="0" indent="0">
              <a:lnSpc>
                <a:spcPct val="100000"/>
              </a:lnSpc>
              <a:spcAft>
                <a:spcPts val="0"/>
              </a:spcAft>
              <a:buNone/>
            </a:pPr>
            <a:r>
              <a:rPr lang="zh-CN" altLang="en-US" sz="1200"/>
              <a:t>import cv2</a:t>
            </a:r>
            <a:endParaRPr lang="zh-CN" altLang="en-US" sz="1200"/>
          </a:p>
          <a:p>
            <a:pPr marL="0" indent="0">
              <a:lnSpc>
                <a:spcPct val="100000"/>
              </a:lnSpc>
              <a:spcAft>
                <a:spcPts val="0"/>
              </a:spcAft>
              <a:buNone/>
            </a:pPr>
            <a:r>
              <a:rPr lang="zh-CN" altLang="en-US" sz="1200"/>
              <a:t>import numpy as np</a:t>
            </a:r>
            <a:endParaRPr lang="zh-CN" altLang="en-US" sz="1200"/>
          </a:p>
          <a:p>
            <a:pPr marL="0" indent="0">
              <a:lnSpc>
                <a:spcPct val="100000"/>
              </a:lnSpc>
              <a:spcAft>
                <a:spcPts val="0"/>
              </a:spcAft>
              <a:buNone/>
            </a:pPr>
            <a:r>
              <a:rPr lang="zh-CN" altLang="en-US" sz="1200"/>
              <a:t>import matplotlib.pyplot as plt</a:t>
            </a:r>
            <a:endParaRPr lang="zh-CN" altLang="en-US" sz="1200"/>
          </a:p>
          <a:p>
            <a:pPr marL="0" indent="0">
              <a:lnSpc>
                <a:spcPct val="100000"/>
              </a:lnSpc>
              <a:spcAft>
                <a:spcPts val="0"/>
              </a:spcAft>
              <a:buNone/>
            </a:pPr>
            <a:r>
              <a:rPr lang="zh-CN" altLang="en-US" sz="1200"/>
              <a:t>img=cv2.imread('qizi.jpg')</a:t>
            </a:r>
            <a:endParaRPr lang="zh-CN" altLang="en-US" sz="1200"/>
          </a:p>
          <a:p>
            <a:pPr marL="0" indent="0">
              <a:lnSpc>
                <a:spcPct val="100000"/>
              </a:lnSpc>
              <a:spcAft>
                <a:spcPts val="0"/>
              </a:spcAft>
              <a:buNone/>
            </a:pPr>
            <a:r>
              <a:rPr lang="zh-CN" altLang="en-US" sz="1200"/>
              <a:t>gray=cv2.cvtColor(img,cv2.COLOR_BGR2GRAY)           		#转换为灰度图</a:t>
            </a:r>
            <a:endParaRPr lang="zh-CN" altLang="en-US" sz="1200"/>
          </a:p>
          <a:p>
            <a:pPr marL="0" indent="0">
              <a:lnSpc>
                <a:spcPct val="100000"/>
              </a:lnSpc>
              <a:spcAft>
                <a:spcPts val="0"/>
              </a:spcAft>
              <a:buNone/>
            </a:pPr>
            <a:r>
              <a:rPr lang="zh-CN" altLang="en-US" sz="1200"/>
              <a:t>ret,imgthresh=cv2.threshold(gray,0,255,</a:t>
            </a:r>
            <a:endParaRPr lang="zh-CN" altLang="en-US" sz="1200"/>
          </a:p>
          <a:p>
            <a:pPr marL="0" indent="0">
              <a:lnSpc>
                <a:spcPct val="100000"/>
              </a:lnSpc>
              <a:spcAft>
                <a:spcPts val="0"/>
              </a:spcAft>
              <a:buNone/>
            </a:pPr>
            <a:r>
              <a:rPr lang="zh-CN" altLang="en-US" sz="1200"/>
              <a:t>            cv2.THRESH_BINARY_INV+cv2.THRESH_OTSU)  		#Otsu算法阈值处理</a:t>
            </a:r>
            <a:endParaRPr lang="zh-CN" altLang="en-US" sz="1200"/>
          </a:p>
          <a:p>
            <a:pPr marL="0" indent="0">
              <a:lnSpc>
                <a:spcPct val="100000"/>
              </a:lnSpc>
              <a:spcAft>
                <a:spcPts val="0"/>
              </a:spcAft>
              <a:buNone/>
            </a:pPr>
            <a:r>
              <a:rPr lang="zh-CN" altLang="en-US" sz="1200"/>
              <a:t>kernel=np.ones((3,3),np.uint8)                      			#定义形态变换卷积核</a:t>
            </a:r>
            <a:endParaRPr lang="zh-CN" altLang="en-US" sz="1200"/>
          </a:p>
          <a:p>
            <a:pPr marL="0" indent="0">
              <a:lnSpc>
                <a:spcPct val="100000"/>
              </a:lnSpc>
              <a:spcAft>
                <a:spcPts val="0"/>
              </a:spcAft>
              <a:buNone/>
            </a:pPr>
            <a:r>
              <a:rPr lang="zh-CN" altLang="en-US" sz="1200"/>
              <a:t>imgopen=cv2.morphologyEx(imgthresh,cv2.MORPH_OPEN,</a:t>
            </a:r>
            <a:endParaRPr lang="zh-CN" altLang="en-US" sz="1200"/>
          </a:p>
          <a:p>
            <a:pPr marL="0" indent="0">
              <a:lnSpc>
                <a:spcPct val="100000"/>
              </a:lnSpc>
              <a:spcAft>
                <a:spcPts val="0"/>
              </a:spcAft>
              <a:buNone/>
            </a:pPr>
            <a:r>
              <a:rPr lang="zh-CN" altLang="en-US" sz="1200"/>
              <a:t>            kernel,iterations=2)                    			#形态变换：开运算</a:t>
            </a:r>
            <a:endParaRPr lang="zh-CN" altLang="en-US" sz="1200"/>
          </a:p>
          <a:p>
            <a:pPr marL="0" indent="0">
              <a:lnSpc>
                <a:spcPct val="100000"/>
              </a:lnSpc>
              <a:spcAft>
                <a:spcPts val="0"/>
              </a:spcAft>
              <a:buNone/>
            </a:pPr>
            <a:r>
              <a:rPr lang="zh-CN" altLang="en-US" sz="1200"/>
              <a:t>imgbg=cv2.dilate(imgopen,kernel,iterations=3)       		#膨胀操作，确定背景</a:t>
            </a:r>
            <a:endParaRPr lang="zh-CN" altLang="en-US" sz="1200"/>
          </a:p>
          <a:p>
            <a:pPr marL="0" indent="0">
              <a:lnSpc>
                <a:spcPct val="100000"/>
              </a:lnSpc>
              <a:spcAft>
                <a:spcPts val="0"/>
              </a:spcAft>
              <a:buNone/>
            </a:pPr>
            <a:r>
              <a:rPr lang="zh-CN" altLang="en-US" sz="1200"/>
              <a:t>imgdist=cv2.distanceTransform(imgopen,cv2.DIST_L2,0)		#距离转换</a:t>
            </a:r>
            <a:endParaRPr lang="zh-CN" altLang="en-US" sz="1200"/>
          </a:p>
          <a:p>
            <a:pPr marL="0" indent="0">
              <a:lnSpc>
                <a:spcPct val="100000"/>
              </a:lnSpc>
              <a:spcAft>
                <a:spcPts val="0"/>
              </a:spcAft>
              <a:buNone/>
            </a:pPr>
            <a:r>
              <a:rPr lang="zh-CN" altLang="en-US" sz="1200"/>
              <a:t>ret,imgfg=cv2.threshold(imgdist,</a:t>
            </a:r>
            <a:endParaRPr lang="zh-CN" altLang="en-US" sz="1200"/>
          </a:p>
          <a:p>
            <a:pPr marL="0" indent="0">
              <a:lnSpc>
                <a:spcPct val="100000"/>
              </a:lnSpc>
              <a:spcAft>
                <a:spcPts val="0"/>
              </a:spcAft>
              <a:buNone/>
            </a:pPr>
            <a:r>
              <a:rPr lang="zh-CN" altLang="en-US" sz="1200"/>
              <a:t>                    0.7*imgdist.max(),255,2)				#对距离转换结果进行阈值处理</a:t>
            </a:r>
            <a:endParaRPr lang="zh-CN" altLang="en-US" sz="1200"/>
          </a:p>
          <a:p>
            <a:pPr marL="0" indent="0">
              <a:lnSpc>
                <a:spcPct val="100000"/>
              </a:lnSpc>
              <a:spcAft>
                <a:spcPts val="0"/>
              </a:spcAft>
              <a:buNone/>
            </a:pPr>
            <a:r>
              <a:rPr lang="zh-CN" altLang="en-US" sz="1200"/>
              <a:t>imgfg=np.uint8(imgfg)                       				#转换为整数，获得前景图像</a:t>
            </a:r>
            <a:endParaRPr lang="zh-CN" altLang="en-US" sz="1200"/>
          </a:p>
          <a:p>
            <a:pPr marL="0" indent="0">
              <a:lnSpc>
                <a:spcPct val="100000"/>
              </a:lnSpc>
              <a:spcAft>
                <a:spcPts val="0"/>
              </a:spcAft>
              <a:buNone/>
            </a:pPr>
            <a:r>
              <a:rPr lang="zh-CN" altLang="en-US" sz="1200"/>
              <a:t>ret,markers=cv2.connectedComponents(imgfg)			#标记阈值处理结果</a:t>
            </a:r>
            <a:endParaRPr lang="zh-CN" altLang="en-US" sz="1200"/>
          </a:p>
          <a:p>
            <a:pPr marL="0" indent="0">
              <a:lnSpc>
                <a:spcPct val="100000"/>
              </a:lnSpc>
              <a:spcAft>
                <a:spcPts val="0"/>
              </a:spcAft>
              <a:buNone/>
            </a:pPr>
            <a:r>
              <a:rPr lang="zh-CN" altLang="en-US" sz="1200"/>
              <a:t>unknown= cv2.subtract(imgbg,imgfg)        			#确定位置未知区域</a:t>
            </a:r>
            <a:endParaRPr lang="zh-CN" altLang="en-US" sz="1200"/>
          </a:p>
          <a:p>
            <a:pPr marL="0" indent="0">
              <a:lnSpc>
                <a:spcPct val="100000"/>
              </a:lnSpc>
              <a:spcAft>
                <a:spcPts val="0"/>
              </a:spcAft>
              <a:buNone/>
            </a:pPr>
            <a:r>
              <a:rPr lang="zh-CN" altLang="en-US" sz="1200"/>
              <a:t>markers=markers+1                           				#加1使背景不为0</a:t>
            </a:r>
            <a:endParaRPr lang="zh-CN" altLang="en-US" sz="1200"/>
          </a:p>
          <a:p>
            <a:pPr marL="0" indent="0">
              <a:lnSpc>
                <a:spcPct val="100000"/>
              </a:lnSpc>
              <a:spcAft>
                <a:spcPts val="0"/>
              </a:spcAft>
              <a:buNone/>
            </a:pPr>
            <a:r>
              <a:rPr lang="zh-CN" altLang="en-US" sz="1200"/>
              <a:t>markers[unknown==255]=0                     			#将未知区域设置为0</a:t>
            </a:r>
            <a:endParaRPr lang="zh-CN" altLang="en-US" sz="1200"/>
          </a:p>
          <a:p>
            <a:pPr marL="0" indent="0">
              <a:lnSpc>
                <a:spcPct val="100000"/>
              </a:lnSpc>
              <a:spcAft>
                <a:spcPts val="0"/>
              </a:spcAft>
              <a:buNone/>
            </a:pPr>
            <a:r>
              <a:rPr lang="zh-CN" altLang="en-US" sz="1200"/>
              <a:t>imgwater=cv2.watershed(img,markers)  				#执行分水岭算法分割图像</a:t>
            </a:r>
            <a:endParaRPr lang="zh-CN" altLang="en-US" sz="1200"/>
          </a:p>
          <a:p>
            <a:pPr marL="0" indent="0">
              <a:lnSpc>
                <a:spcPct val="100000"/>
              </a:lnSpc>
              <a:spcAft>
                <a:spcPts val="0"/>
              </a:spcAft>
              <a:buNone/>
            </a:pPr>
            <a:r>
              <a:rPr lang="zh-CN" altLang="en-US" sz="1200"/>
              <a:t>plt.imshow(imgwater)                  				#以灰度图像格式显示匹配结果</a:t>
            </a:r>
            <a:endParaRPr lang="zh-CN" altLang="en-US" sz="1200"/>
          </a:p>
          <a:p>
            <a:pPr marL="0" indent="0">
              <a:lnSpc>
                <a:spcPct val="100000"/>
              </a:lnSpc>
              <a:spcAft>
                <a:spcPts val="0"/>
              </a:spcAft>
              <a:buNone/>
            </a:pPr>
            <a:r>
              <a:rPr lang="zh-CN" altLang="en-US" sz="1200"/>
              <a:t>plt.title('watershed')</a:t>
            </a:r>
            <a:endParaRPr lang="zh-CN" altLang="en-US" sz="1200"/>
          </a:p>
          <a:p>
            <a:pPr marL="0" indent="0">
              <a:lnSpc>
                <a:spcPct val="100000"/>
              </a:lnSpc>
              <a:spcAft>
                <a:spcPts val="0"/>
              </a:spcAft>
              <a:buNone/>
            </a:pPr>
            <a:r>
              <a:rPr lang="zh-CN" altLang="en-US" sz="1200"/>
              <a:t>plt.axis('off') </a:t>
            </a:r>
            <a:endParaRPr lang="zh-CN" altLang="en-US" sz="1200"/>
          </a:p>
          <a:p>
            <a:pPr marL="0" indent="0">
              <a:lnSpc>
                <a:spcPct val="100000"/>
              </a:lnSpc>
              <a:spcAft>
                <a:spcPts val="0"/>
              </a:spcAft>
              <a:buNone/>
            </a:pPr>
            <a:r>
              <a:rPr lang="zh-CN" altLang="en-US" sz="1200"/>
              <a:t>plt.show()           </a:t>
            </a:r>
            <a:endParaRPr lang="zh-CN" altLang="en-US" sz="1200"/>
          </a:p>
          <a:p>
            <a:pPr marL="0" indent="0">
              <a:lnSpc>
                <a:spcPct val="100000"/>
              </a:lnSpc>
              <a:spcAft>
                <a:spcPts val="0"/>
              </a:spcAft>
              <a:buNone/>
            </a:pPr>
            <a:r>
              <a:rPr lang="zh-CN" altLang="en-US" sz="1200"/>
              <a:t>img[imgwater==-1]=[0,255,0]          				#将原图中的被标记点设置为绿色</a:t>
            </a:r>
            <a:endParaRPr lang="zh-CN" altLang="en-US" sz="1200"/>
          </a:p>
          <a:p>
            <a:pPr marL="0" indent="0">
              <a:lnSpc>
                <a:spcPct val="100000"/>
              </a:lnSpc>
              <a:spcAft>
                <a:spcPts val="0"/>
              </a:spcAft>
              <a:buNone/>
            </a:pPr>
            <a:r>
              <a:rPr lang="zh-CN" altLang="en-US" sz="1200"/>
              <a:t>cv2.imshow('watershed',img)         				#显示分割结果</a:t>
            </a:r>
            <a:endParaRPr lang="zh-CN" altLang="en-US" sz="1200"/>
          </a:p>
          <a:p>
            <a:pPr marL="0" indent="0">
              <a:lnSpc>
                <a:spcPct val="100000"/>
              </a:lnSpc>
              <a:spcAft>
                <a:spcPts val="0"/>
              </a:spcAft>
              <a:buNone/>
            </a:pPr>
            <a:r>
              <a:rPr lang="zh-CN" altLang="en-US" sz="1200"/>
              <a:t>cv2.waitKey(0)</a:t>
            </a:r>
            <a:endParaRPr lang="zh-CN" altLang="en-US" sz="1200"/>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a:sym typeface="+mn-ea"/>
              </a:rPr>
              <a:t>7.2.2  图像金字塔</a:t>
            </a:r>
            <a:br>
              <a:rPr lang="zh-CN" altLang="en-US"/>
            </a:br>
            <a:endParaRPr lang="zh-CN" altLang="en-US"/>
          </a:p>
        </p:txBody>
      </p:sp>
      <p:sp>
        <p:nvSpPr>
          <p:cNvPr id="3" name="内容占位符 2"/>
          <p:cNvSpPr>
            <a:spLocks noGrp="1"/>
          </p:cNvSpPr>
          <p:nvPr>
            <p:ph idx="1"/>
          </p:nvPr>
        </p:nvSpPr>
        <p:spPr/>
        <p:txBody>
          <a:bodyPr>
            <a:normAutofit fontScale="90000"/>
          </a:bodyPr>
          <a:p>
            <a:pPr marL="0" indent="0">
              <a:buNone/>
            </a:pPr>
            <a:r>
              <a:rPr lang="zh-CN" altLang="en-US"/>
              <a:t>图像金字塔从分辨率的角度分析处理图像。图像金字塔的底部为原始图像，对原始图像进行梯次向下采样，得到金字塔的其他各层图像。层次越高，分辨率越低，图像越小。通常，每向上一层，图像的宽度和高度就为下一层的一半。常见的图像金字塔可分为高斯金字塔和拉普拉斯金字塔。</a:t>
            </a:r>
            <a:endParaRPr lang="zh-CN" altLang="en-US"/>
          </a:p>
          <a:p>
            <a:pPr marL="0" indent="0">
              <a:buNone/>
            </a:pPr>
            <a:r>
              <a:rPr lang="zh-CN" altLang="en-US"/>
              <a:t>高斯金字塔有向下和向上两种采样方式。向下采样时，原始图像为第0层，第1次向下采样的结果为第1层，第2次向下采样的结果为第2层，依此类推。每次采样图像的高度和宽度都减小为原来的一半，所有的图层构成高斯金字塔。向上采样的过程和向下采样相反，每次采样图像的高度和宽度都扩大为原来的二倍。</a:t>
            </a:r>
            <a:endParaRPr lang="zh-CN" altLang="en-US"/>
          </a:p>
          <a:p>
            <a:pPr marL="0" indent="0">
              <a:buNone/>
            </a:pPr>
            <a:r>
              <a:rPr lang="zh-CN" altLang="en-US"/>
              <a:t>1．高斯金字塔向下采样</a:t>
            </a:r>
            <a:endParaRPr lang="zh-CN" altLang="en-US"/>
          </a:p>
          <a:p>
            <a:pPr marL="0" indent="0">
              <a:buNone/>
            </a:pPr>
            <a:r>
              <a:rPr lang="zh-CN" altLang="en-US"/>
              <a:t>OpenCV中的cv2.pyrDown()函数用于执行高斯金字塔构造的向下采样步骤，其基本格式如下。</a:t>
            </a:r>
            <a:endParaRPr lang="zh-CN" altLang="en-US"/>
          </a:p>
          <a:p>
            <a:pPr marL="0" indent="0">
              <a:buNone/>
            </a:pPr>
            <a:r>
              <a:rPr lang="zh-CN" altLang="en-US"/>
              <a:t>ret=cv2.pyrDown(image[,dstsize[,borderType]])</a:t>
            </a:r>
            <a:endParaRPr lang="zh-CN" altLang="en-US"/>
          </a:p>
          <a:p>
            <a:pPr marL="0" indent="0">
              <a:buNone/>
            </a:pPr>
            <a:r>
              <a:rPr lang="zh-CN" altLang="en-US"/>
              <a:t>参数说明如下。</a:t>
            </a:r>
            <a:endParaRPr lang="zh-CN" altLang="en-US"/>
          </a:p>
          <a:p>
            <a:pPr marL="0" indent="0">
              <a:buNone/>
            </a:pPr>
            <a:r>
              <a:rPr lang="zh-CN" altLang="en-US"/>
              <a:t>	ret为返回的结果图像，类型和输入图像相同。</a:t>
            </a:r>
            <a:endParaRPr lang="zh-CN" altLang="en-US"/>
          </a:p>
          <a:p>
            <a:pPr marL="0" indent="0">
              <a:buNone/>
            </a:pPr>
            <a:r>
              <a:rPr lang="zh-CN" altLang="en-US"/>
              <a:t>	image为输入图像。</a:t>
            </a:r>
            <a:endParaRPr lang="zh-CN" altLang="en-US"/>
          </a:p>
          <a:p>
            <a:pPr marL="0" indent="0">
              <a:buNone/>
            </a:pPr>
            <a:r>
              <a:rPr lang="zh-CN" altLang="en-US"/>
              <a:t>	dstsize为结果图像大小。</a:t>
            </a:r>
            <a:endParaRPr lang="zh-CN" altLang="en-US"/>
          </a:p>
          <a:p>
            <a:pPr marL="0" indent="0">
              <a:buNone/>
            </a:pPr>
            <a:r>
              <a:rPr lang="zh-CN" altLang="en-US"/>
              <a:t>	borderType为边界值类型。</a:t>
            </a:r>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20000"/>
          </a:bodyPr>
          <a:p>
            <a:pPr marL="0" indent="0">
              <a:buNone/>
            </a:pPr>
            <a:r>
              <a:rPr lang="zh-CN" altLang="en-US"/>
              <a:t>示例代码如下。</a:t>
            </a:r>
            <a:endParaRPr lang="zh-CN" altLang="en-US"/>
          </a:p>
          <a:p>
            <a:pPr marL="0" indent="0">
              <a:buNone/>
            </a:pPr>
            <a:r>
              <a:rPr lang="zh-CN" altLang="en-US"/>
              <a:t>#test7-5.py：高斯金字塔向下采样</a:t>
            </a:r>
            <a:endParaRPr lang="zh-CN" altLang="en-US"/>
          </a:p>
          <a:p>
            <a:pPr marL="0" indent="0">
              <a:buNone/>
            </a:pPr>
            <a:r>
              <a:rPr lang="zh-CN" altLang="en-US"/>
              <a:t>import cv2</a:t>
            </a:r>
            <a:endParaRPr lang="zh-CN" altLang="en-US"/>
          </a:p>
          <a:p>
            <a:pPr marL="0" indent="0">
              <a:buNone/>
            </a:pPr>
            <a:r>
              <a:rPr lang="zh-CN" altLang="en-US"/>
              <a:t>img0=cv2.imread('qizi.jpg')</a:t>
            </a:r>
            <a:endParaRPr lang="zh-CN" altLang="en-US"/>
          </a:p>
          <a:p>
            <a:pPr marL="0" indent="0">
              <a:buNone/>
            </a:pPr>
            <a:r>
              <a:rPr lang="zh-CN" altLang="en-US"/>
              <a:t>img1=cv2.pyrDown(img0)      		#第1次采样</a:t>
            </a:r>
            <a:endParaRPr lang="zh-CN" altLang="en-US"/>
          </a:p>
          <a:p>
            <a:pPr marL="0" indent="0">
              <a:buNone/>
            </a:pPr>
            <a:r>
              <a:rPr lang="zh-CN" altLang="en-US"/>
              <a:t>img2=cv2.pyrDown(img1)      		#第2次采样</a:t>
            </a:r>
            <a:endParaRPr lang="zh-CN" altLang="en-US"/>
          </a:p>
          <a:p>
            <a:pPr marL="0" indent="0">
              <a:buNone/>
            </a:pPr>
            <a:r>
              <a:rPr lang="zh-CN" altLang="en-US"/>
              <a:t>cv2.imshow('img0',img0)       		#显示第0层</a:t>
            </a:r>
            <a:endParaRPr lang="zh-CN" altLang="en-US"/>
          </a:p>
          <a:p>
            <a:pPr marL="0" indent="0">
              <a:buNone/>
            </a:pPr>
            <a:r>
              <a:rPr lang="zh-CN" altLang="en-US"/>
              <a:t>cv2.imshow('img1',img1)       		#显示第1层</a:t>
            </a:r>
            <a:endParaRPr lang="zh-CN" altLang="en-US"/>
          </a:p>
          <a:p>
            <a:pPr marL="0" indent="0">
              <a:buNone/>
            </a:pPr>
            <a:r>
              <a:rPr lang="zh-CN" altLang="en-US"/>
              <a:t>cv2.imshow('img2',img2)       		#显示第2层</a:t>
            </a:r>
            <a:endParaRPr lang="zh-CN" altLang="en-US"/>
          </a:p>
          <a:p>
            <a:pPr marL="0" indent="0">
              <a:buNone/>
            </a:pPr>
            <a:r>
              <a:rPr lang="zh-CN" altLang="en-US"/>
              <a:t>print('0层形状：',img0.shape)             	#输出图像形状</a:t>
            </a:r>
            <a:endParaRPr lang="zh-CN" altLang="en-US"/>
          </a:p>
          <a:p>
            <a:pPr marL="0" indent="0">
              <a:buNone/>
            </a:pPr>
            <a:r>
              <a:rPr lang="zh-CN" altLang="en-US"/>
              <a:t>print('1层形状：',img1.shape)             	#输出图像形状</a:t>
            </a:r>
            <a:endParaRPr lang="zh-CN" altLang="en-US"/>
          </a:p>
          <a:p>
            <a:pPr marL="0" indent="0">
              <a:buNone/>
            </a:pPr>
            <a:r>
              <a:rPr lang="zh-CN" altLang="en-US"/>
              <a:t>print('2层形状：',img2.shape)             	#输出图像形状</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2．高斯金字塔向上采样</a:t>
            </a:r>
            <a:endParaRPr lang="zh-CN" altLang="en-US"/>
          </a:p>
          <a:p>
            <a:pPr marL="0" indent="0">
              <a:buNone/>
            </a:pPr>
            <a:r>
              <a:rPr lang="zh-CN" altLang="en-US"/>
              <a:t>OpenCV中的cv2.pyrUp()函数用于执行高斯金字塔构造的向上采样步骤，其基本格式如下。</a:t>
            </a:r>
            <a:endParaRPr lang="zh-CN" altLang="en-US"/>
          </a:p>
          <a:p>
            <a:pPr marL="0" indent="0">
              <a:buNone/>
            </a:pPr>
            <a:r>
              <a:rPr lang="zh-CN" altLang="en-US"/>
              <a:t>ret=cv2.pyrUp(image[,dstsize[,borderType]])</a:t>
            </a:r>
            <a:endParaRPr lang="zh-CN" altLang="en-US"/>
          </a:p>
          <a:p>
            <a:pPr marL="0" indent="0">
              <a:buNone/>
            </a:pPr>
            <a:r>
              <a:rPr lang="zh-CN" altLang="en-US"/>
              <a:t>参数说明如下。</a:t>
            </a:r>
            <a:endParaRPr lang="zh-CN" altLang="en-US"/>
          </a:p>
          <a:p>
            <a:pPr marL="0" indent="0">
              <a:buNone/>
            </a:pPr>
            <a:r>
              <a:rPr lang="zh-CN" altLang="en-US"/>
              <a:t>	ret为返回的结果图像，类型和输入图像相同。</a:t>
            </a:r>
            <a:endParaRPr lang="zh-CN" altLang="en-US"/>
          </a:p>
          <a:p>
            <a:pPr marL="0" indent="0">
              <a:buNone/>
            </a:pPr>
            <a:r>
              <a:rPr lang="zh-CN" altLang="en-US"/>
              <a:t>	image为输入图像。</a:t>
            </a:r>
            <a:endParaRPr lang="zh-CN" altLang="en-US"/>
          </a:p>
          <a:p>
            <a:pPr marL="0" indent="0">
              <a:buNone/>
            </a:pPr>
            <a:r>
              <a:rPr lang="zh-CN" altLang="en-US"/>
              <a:t>	dstsize为结果图像大小。</a:t>
            </a:r>
            <a:endParaRPr lang="zh-CN" altLang="en-US"/>
          </a:p>
          <a:p>
            <a:pPr marL="0" indent="0">
              <a:buNone/>
            </a:pPr>
            <a:r>
              <a:rPr lang="zh-CN" altLang="en-US"/>
              <a:t>	borderType为边界值类型。</a:t>
            </a:r>
            <a:endParaRPr lang="zh-CN" altLang="en-US"/>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20000"/>
          </a:bodyPr>
          <a:p>
            <a:pPr marL="0" indent="0">
              <a:buNone/>
            </a:pPr>
            <a:r>
              <a:rPr lang="zh-CN" altLang="en-US"/>
              <a:t>示例代码如下。</a:t>
            </a:r>
            <a:endParaRPr lang="zh-CN" altLang="en-US"/>
          </a:p>
          <a:p>
            <a:pPr marL="0" indent="0">
              <a:buNone/>
            </a:pPr>
            <a:r>
              <a:rPr lang="zh-CN" altLang="en-US"/>
              <a:t>#test7-6.py：高斯金字塔向上采样</a:t>
            </a:r>
            <a:endParaRPr lang="zh-CN" altLang="en-US"/>
          </a:p>
          <a:p>
            <a:pPr marL="0" indent="0">
              <a:buNone/>
            </a:pPr>
            <a:r>
              <a:rPr lang="zh-CN" altLang="en-US"/>
              <a:t>import cv2</a:t>
            </a:r>
            <a:endParaRPr lang="zh-CN" altLang="en-US"/>
          </a:p>
          <a:p>
            <a:pPr marL="0" indent="0">
              <a:buNone/>
            </a:pPr>
            <a:r>
              <a:rPr lang="zh-CN" altLang="en-US"/>
              <a:t>img0=cv2.imread('qizi2.jpg')</a:t>
            </a:r>
            <a:endParaRPr lang="zh-CN" altLang="en-US"/>
          </a:p>
          <a:p>
            <a:pPr marL="0" indent="0">
              <a:buNone/>
            </a:pPr>
            <a:r>
              <a:rPr lang="zh-CN" altLang="en-US"/>
              <a:t>img1=cv2.pyrUp(img0)          		#第1次采样</a:t>
            </a:r>
            <a:endParaRPr lang="zh-CN" altLang="en-US"/>
          </a:p>
          <a:p>
            <a:pPr marL="0" indent="0">
              <a:buNone/>
            </a:pPr>
            <a:r>
              <a:rPr lang="zh-CN" altLang="en-US"/>
              <a:t>img2=cv2.pyrUp(img1)          		#第2次采样</a:t>
            </a:r>
            <a:endParaRPr lang="zh-CN" altLang="en-US"/>
          </a:p>
          <a:p>
            <a:pPr marL="0" indent="0">
              <a:buNone/>
            </a:pPr>
            <a:r>
              <a:rPr lang="zh-CN" altLang="en-US"/>
              <a:t>cv2.imshow('img0',img0)       		#显示第0层</a:t>
            </a:r>
            <a:endParaRPr lang="zh-CN" altLang="en-US"/>
          </a:p>
          <a:p>
            <a:pPr marL="0" indent="0">
              <a:buNone/>
            </a:pPr>
            <a:r>
              <a:rPr lang="zh-CN" altLang="en-US"/>
              <a:t>cv2.imshow('img1',img1)       		#显示第1层</a:t>
            </a:r>
            <a:endParaRPr lang="zh-CN" altLang="en-US"/>
          </a:p>
          <a:p>
            <a:pPr marL="0" indent="0">
              <a:buNone/>
            </a:pPr>
            <a:r>
              <a:rPr lang="zh-CN" altLang="en-US"/>
              <a:t>cv2.imshow('img2',img2)       		#显示第2层</a:t>
            </a:r>
            <a:endParaRPr lang="zh-CN" altLang="en-US"/>
          </a:p>
          <a:p>
            <a:pPr marL="0" indent="0">
              <a:buNone/>
            </a:pPr>
            <a:r>
              <a:rPr lang="zh-CN" altLang="en-US"/>
              <a:t>print('0层形状：',img0.shape)             	#输出图像形状</a:t>
            </a:r>
            <a:endParaRPr lang="zh-CN" altLang="en-US"/>
          </a:p>
          <a:p>
            <a:pPr marL="0" indent="0">
              <a:buNone/>
            </a:pPr>
            <a:r>
              <a:rPr lang="zh-CN" altLang="en-US"/>
              <a:t>print('1层形状：',img1.shape)             	#输出图像形状</a:t>
            </a:r>
            <a:endParaRPr lang="zh-CN" altLang="en-US"/>
          </a:p>
          <a:p>
            <a:pPr marL="0" indent="0">
              <a:buNone/>
            </a:pPr>
            <a:r>
              <a:rPr lang="zh-CN" altLang="en-US"/>
              <a:t>print('2层形状：',img2.shape)             	#输出图像形状</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669925" y="952500"/>
            <a:ext cx="10849610" cy="5658485"/>
          </a:xfrm>
        </p:spPr>
        <p:txBody>
          <a:bodyPr>
            <a:normAutofit fontScale="70000"/>
          </a:bodyPr>
          <a:p>
            <a:pPr marL="0" indent="0">
              <a:buNone/>
            </a:pPr>
            <a:r>
              <a:rPr lang="zh-CN" altLang="en-US"/>
              <a:t>3．拉普拉斯金字塔</a:t>
            </a:r>
            <a:endParaRPr lang="zh-CN" altLang="en-US"/>
          </a:p>
          <a:p>
            <a:pPr marL="0" indent="0">
              <a:buNone/>
            </a:pPr>
            <a:r>
              <a:rPr lang="zh-CN" altLang="en-US"/>
              <a:t>拉普拉斯金字塔的第n层是该层高斯金字塔图像减去第n+1层向上采样结果获得的图像。</a:t>
            </a:r>
            <a:endParaRPr lang="zh-CN" altLang="en-US"/>
          </a:p>
          <a:p>
            <a:pPr marL="0" indent="0">
              <a:buNone/>
            </a:pPr>
            <a:r>
              <a:rPr lang="zh-CN" altLang="en-US"/>
              <a:t>示例代码如下。</a:t>
            </a:r>
            <a:endParaRPr lang="zh-CN" altLang="en-US"/>
          </a:p>
          <a:p>
            <a:pPr marL="0" indent="0">
              <a:buNone/>
            </a:pPr>
            <a:r>
              <a:rPr lang="zh-CN" altLang="en-US"/>
              <a:t>#test7-7.py：拉普拉斯金字塔</a:t>
            </a:r>
            <a:endParaRPr lang="zh-CN" altLang="en-US"/>
          </a:p>
          <a:p>
            <a:pPr marL="0" indent="0">
              <a:buNone/>
            </a:pPr>
            <a:r>
              <a:rPr lang="zh-CN" altLang="en-US"/>
              <a:t>import cv2</a:t>
            </a:r>
            <a:endParaRPr lang="zh-CN" altLang="en-US"/>
          </a:p>
          <a:p>
            <a:pPr marL="0" indent="0">
              <a:buNone/>
            </a:pPr>
            <a:r>
              <a:rPr lang="zh-CN" altLang="en-US"/>
              <a:t>img0=cv2.imread('qizi.jpg')</a:t>
            </a:r>
            <a:endParaRPr lang="zh-CN" altLang="en-US"/>
          </a:p>
          <a:p>
            <a:pPr marL="0" indent="0">
              <a:buNone/>
            </a:pPr>
            <a:r>
              <a:rPr lang="zh-CN" altLang="en-US"/>
              <a:t>img1=cv2.pyrDown(img0)          		#第1次采样</a:t>
            </a:r>
            <a:endParaRPr lang="zh-CN" altLang="en-US"/>
          </a:p>
          <a:p>
            <a:pPr marL="0" indent="0">
              <a:buNone/>
            </a:pPr>
            <a:r>
              <a:rPr lang="zh-CN" altLang="en-US"/>
              <a:t>img2=cv2.pyrDown(img1)          		#第2次采样</a:t>
            </a:r>
            <a:endParaRPr lang="zh-CN" altLang="en-US"/>
          </a:p>
          <a:p>
            <a:pPr marL="0" indent="0">
              <a:buNone/>
            </a:pPr>
            <a:r>
              <a:rPr lang="zh-CN" altLang="en-US"/>
              <a:t>img3=cv2.pyrDown(img2)          		#第3次采样</a:t>
            </a:r>
            <a:endParaRPr lang="zh-CN" altLang="en-US"/>
          </a:p>
          <a:p>
            <a:pPr marL="0" indent="0">
              <a:buNone/>
            </a:pPr>
            <a:r>
              <a:rPr lang="zh-CN" altLang="en-US"/>
              <a:t>imgL0= cv2.subtract(img0,cv2.pyrUp(img1))     	#拉普拉斯金字塔第0层</a:t>
            </a:r>
            <a:endParaRPr lang="zh-CN" altLang="en-US"/>
          </a:p>
          <a:p>
            <a:pPr marL="0" indent="0">
              <a:buNone/>
            </a:pPr>
            <a:r>
              <a:rPr lang="zh-CN" altLang="en-US"/>
              <a:t>imgL1= cv2.subtract(img1,cv2.pyrUp(img2) )     	#拉普拉斯金字塔第1层</a:t>
            </a:r>
            <a:endParaRPr lang="zh-CN" altLang="en-US"/>
          </a:p>
          <a:p>
            <a:pPr marL="0" indent="0">
              <a:buNone/>
            </a:pPr>
            <a:r>
              <a:rPr lang="zh-CN" altLang="en-US"/>
              <a:t>imgL2= cv2.subtract(img2,cv2.pyrUp(img3) )     	#拉普拉斯金字塔第2层</a:t>
            </a:r>
            <a:endParaRPr lang="zh-CN" altLang="en-US"/>
          </a:p>
          <a:p>
            <a:pPr marL="0" indent="0">
              <a:buNone/>
            </a:pPr>
            <a:r>
              <a:rPr lang="zh-CN" altLang="en-US"/>
              <a:t>cv2.imshow('imgL0',img0)       		</a:t>
            </a:r>
            <a:r>
              <a:rPr lang="en-US" altLang="zh-CN"/>
              <a:t>	</a:t>
            </a:r>
            <a:r>
              <a:rPr lang="zh-CN" altLang="en-US"/>
              <a:t>#显示第0层</a:t>
            </a:r>
            <a:endParaRPr lang="zh-CN" altLang="en-US"/>
          </a:p>
          <a:p>
            <a:pPr marL="0" indent="0">
              <a:buNone/>
            </a:pPr>
            <a:r>
              <a:rPr lang="zh-CN" altLang="en-US"/>
              <a:t>cv2.imshow('imgL1',img1)       			#显示第1层</a:t>
            </a:r>
            <a:endParaRPr lang="zh-CN" altLang="en-US"/>
          </a:p>
          <a:p>
            <a:pPr marL="0" indent="0">
              <a:buNone/>
            </a:pPr>
            <a:r>
              <a:rPr lang="zh-CN" altLang="en-US"/>
              <a:t>cv2.imshow('imgL2',img2)       			#显示第2层</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a:bodyPr>
          <a:p>
            <a:pPr marL="0" indent="0">
              <a:buNone/>
            </a:pPr>
            <a:r>
              <a:rPr lang="zh-CN" altLang="en-US"/>
              <a:t>4．应用图像金字塔实现图像的分割和融合</a:t>
            </a:r>
            <a:endParaRPr lang="zh-CN" altLang="en-US"/>
          </a:p>
          <a:p>
            <a:pPr marL="0" indent="0">
              <a:buNone/>
            </a:pPr>
            <a:r>
              <a:rPr lang="zh-CN" altLang="en-US"/>
              <a:t>下面的示例代码利用图像金字塔将两幅图像的左、右两半拼接在一起。</a:t>
            </a:r>
            <a:endParaRPr lang="zh-CN" altLang="en-US"/>
          </a:p>
          <a:p>
            <a:pPr marL="0" indent="0">
              <a:buNone/>
            </a:pPr>
            <a:r>
              <a:rPr lang="zh-CN" altLang="en-US"/>
              <a:t>#test7-8.py：应用图像金字塔实现图像的分割和融合</a:t>
            </a:r>
            <a:endParaRPr lang="zh-CN" altLang="en-US"/>
          </a:p>
          <a:p>
            <a:pPr marL="0" indent="0">
              <a:buNone/>
            </a:pPr>
            <a:r>
              <a:rPr lang="en-US" altLang="zh-CN"/>
              <a:t>……</a:t>
            </a:r>
            <a:endParaRPr lang="en-US" altLang="zh-CN"/>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7.3 交互式前景提取</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交互式前景提取的基本原理如下。</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首先，用一个矩形指定要提取的前景所在的大致范围，然后执行前景提取算法，得到初步结果。</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初步结果中包含的前景可能并不理想，存在前景未提取完整或者背景被处理为前景等问题。此时需要人工干预（体现交互），用户需要复制原图像作为掩模图像，在其中用白色标注要提取的前景区域，用黑色标注背景区域，标注并不需要很精确。</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然后，使用掩模图像执行前景提取算法，从而获得理想的提取结果。</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60000"/>
          </a:bodyPr>
          <a:p>
            <a:pPr marL="0" indent="0">
              <a:buNone/>
            </a:pPr>
            <a:r>
              <a:rPr lang="zh-CN" altLang="en-US"/>
              <a:t>OpenCV中的cv2.grabCut()函数用于实现前景提取，其基本格式如下。</a:t>
            </a:r>
            <a:endParaRPr lang="zh-CN" altLang="en-US"/>
          </a:p>
          <a:p>
            <a:pPr marL="0" indent="0">
              <a:buNone/>
            </a:pPr>
            <a:r>
              <a:rPr lang="zh-CN" altLang="en-US"/>
              <a:t>mask2,bgdModel,fgdModel = cv2.grabCut(img,mask1,rect,</a:t>
            </a:r>
            <a:endParaRPr lang="zh-CN" altLang="en-US"/>
          </a:p>
          <a:p>
            <a:pPr marL="0" indent="0">
              <a:buNone/>
            </a:pPr>
            <a:r>
              <a:rPr lang="zh-CN" altLang="en-US"/>
              <a:t>bgdModel,fgdModel,iterCount[,mode])</a:t>
            </a:r>
            <a:endParaRPr lang="zh-CN" altLang="en-US"/>
          </a:p>
          <a:p>
            <a:pPr marL="0" indent="0">
              <a:buNone/>
            </a:pPr>
            <a:r>
              <a:rPr lang="zh-CN" altLang="en-US"/>
              <a:t>参数说明如下。</a:t>
            </a:r>
            <a:endParaRPr lang="zh-CN" altLang="en-US"/>
          </a:p>
          <a:p>
            <a:pPr marL="0" indent="0">
              <a:buNone/>
            </a:pPr>
            <a:r>
              <a:rPr lang="zh-CN" altLang="en-US"/>
              <a:t>mask1为输入的8位单通道掩模图像，用于指定图像的哪些区域可能是背景或前景。</a:t>
            </a:r>
            <a:endParaRPr lang="zh-CN" altLang="en-US"/>
          </a:p>
          <a:p>
            <a:pPr marL="0" indent="0">
              <a:buNone/>
            </a:pPr>
            <a:r>
              <a:rPr lang="zh-CN" altLang="en-US"/>
              <a:t>mask2为输出的掩模图像，其中的0表示确定的背景，1表示确定的前景，2表示可能的背景，3表示可能的前景。</a:t>
            </a:r>
            <a:endParaRPr lang="zh-CN" altLang="en-US"/>
          </a:p>
          <a:p>
            <a:pPr marL="0" indent="0">
              <a:buNone/>
            </a:pPr>
            <a:r>
              <a:rPr lang="zh-CN" altLang="en-US"/>
              <a:t>	bgdModel和fgdModel为用于内部计算的临时数组，需定义为大小是1×65的np.float64类型的数组，数组元素值均为0。</a:t>
            </a:r>
            <a:endParaRPr lang="zh-CN" altLang="en-US"/>
          </a:p>
          <a:p>
            <a:pPr marL="0" indent="0">
              <a:buNone/>
            </a:pPr>
            <a:r>
              <a:rPr lang="zh-CN" altLang="en-US"/>
              <a:t>	img为输入的8位3通道图像。</a:t>
            </a:r>
            <a:endParaRPr lang="zh-CN" altLang="en-US"/>
          </a:p>
          <a:p>
            <a:pPr marL="0" indent="0">
              <a:buNone/>
            </a:pPr>
            <a:r>
              <a:rPr lang="zh-CN" altLang="en-US"/>
              <a:t>	rect为矩形坐标，格式为“(左上角的横坐标x,左上角的纵坐标y,宽度,高度)”。要提取的前景图像在矩形内部，</a:t>
            </a:r>
            <a:endParaRPr lang="zh-CN" altLang="en-US"/>
          </a:p>
          <a:p>
            <a:pPr marL="0" indent="0">
              <a:buNone/>
            </a:pPr>
            <a:r>
              <a:rPr lang="zh-CN" altLang="en-US"/>
              <a:t> </a:t>
            </a:r>
            <a:r>
              <a:rPr lang="en-US" altLang="zh-CN"/>
              <a:t>                    </a:t>
            </a:r>
            <a:r>
              <a:rPr lang="zh-CN" altLang="en-US"/>
              <a:t>将矩形的外部视为背景。mode参数设置为使用矩形模板时，rect参数才有效。</a:t>
            </a:r>
            <a:endParaRPr lang="zh-CN" altLang="en-US"/>
          </a:p>
          <a:p>
            <a:pPr marL="0" indent="0">
              <a:buNone/>
            </a:pPr>
            <a:r>
              <a:rPr lang="zh-CN" altLang="en-US"/>
              <a:t>	iterCount为迭代次数。</a:t>
            </a:r>
            <a:endParaRPr lang="zh-CN" altLang="en-US"/>
          </a:p>
          <a:p>
            <a:pPr marL="0" indent="0">
              <a:buNone/>
            </a:pPr>
            <a:r>
              <a:rPr lang="zh-CN" altLang="en-US"/>
              <a:t>	mode为前景提取模式，可设置为下列值。</a:t>
            </a:r>
            <a:endParaRPr lang="zh-CN" altLang="en-US"/>
          </a:p>
          <a:p>
            <a:pPr marL="0" indent="0">
              <a:buNone/>
            </a:pPr>
            <a:r>
              <a:rPr lang="zh-CN" altLang="en-US"/>
              <a:t>	cv2.GC_INIT_WITH_RECT：使用矩形模板。</a:t>
            </a:r>
            <a:endParaRPr lang="zh-CN" altLang="en-US"/>
          </a:p>
          <a:p>
            <a:pPr marL="0" indent="0">
              <a:buNone/>
            </a:pPr>
            <a:r>
              <a:rPr lang="zh-CN" altLang="en-US"/>
              <a:t>	cv2.GC_INIT_WITH_MASK：使用自定义模板。</a:t>
            </a:r>
            <a:endParaRPr lang="zh-CN" altLang="en-US"/>
          </a:p>
          <a:p>
            <a:pPr marL="0" indent="0">
              <a:buNone/>
            </a:pPr>
            <a:r>
              <a:rPr lang="zh-CN" altLang="en-US"/>
              <a:t>	cv2.GC_EVAL：使用修复模式。</a:t>
            </a:r>
            <a:endParaRPr lang="zh-CN" altLang="en-US"/>
          </a:p>
          <a:p>
            <a:pPr marL="0" indent="0">
              <a:buNone/>
            </a:pPr>
            <a:r>
              <a:rPr lang="zh-CN" altLang="en-US"/>
              <a:t>	cv2.GC_EVAL_FREEZE_MODEL：使用固定模式。</a:t>
            </a:r>
            <a:endParaRPr lang="zh-CN" altLang="en-US"/>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669925" y="952500"/>
            <a:ext cx="10849610" cy="5680710"/>
          </a:xfrm>
        </p:spPr>
        <p:txBody>
          <a:bodyPr>
            <a:normAutofit fontScale="90000"/>
          </a:bodyPr>
          <a:p>
            <a:pPr marL="0" indent="0">
              <a:lnSpc>
                <a:spcPct val="100000"/>
              </a:lnSpc>
              <a:spcAft>
                <a:spcPts val="400"/>
              </a:spcAft>
              <a:buNone/>
            </a:pPr>
            <a:r>
              <a:rPr lang="zh-CN" altLang="en-US"/>
              <a:t>示例代码如下。</a:t>
            </a:r>
            <a:endParaRPr lang="zh-CN" altLang="en-US"/>
          </a:p>
          <a:p>
            <a:pPr marL="0" indent="0">
              <a:lnSpc>
                <a:spcPct val="100000"/>
              </a:lnSpc>
              <a:spcAft>
                <a:spcPts val="400"/>
              </a:spcAft>
              <a:buNone/>
            </a:pPr>
            <a:r>
              <a:rPr lang="zh-CN" altLang="en-US"/>
              <a:t>#test7-9.py：交互式前景提取1 </a:t>
            </a:r>
            <a:endParaRPr lang="zh-CN" altLang="en-US"/>
          </a:p>
          <a:p>
            <a:pPr marL="0" indent="0">
              <a:lnSpc>
                <a:spcPct val="100000"/>
              </a:lnSpc>
              <a:spcAft>
                <a:spcPts val="400"/>
              </a:spcAft>
              <a:buNone/>
            </a:pPr>
            <a:r>
              <a:rPr lang="zh-CN" altLang="en-US"/>
              <a:t>import cv2</a:t>
            </a:r>
            <a:endParaRPr lang="zh-CN" altLang="en-US"/>
          </a:p>
          <a:p>
            <a:pPr marL="0" indent="0">
              <a:lnSpc>
                <a:spcPct val="100000"/>
              </a:lnSpc>
              <a:spcAft>
                <a:spcPts val="400"/>
              </a:spcAft>
              <a:buNone/>
            </a:pPr>
            <a:r>
              <a:rPr lang="zh-CN" altLang="en-US"/>
              <a:t>import numpy as np</a:t>
            </a:r>
            <a:endParaRPr lang="zh-CN" altLang="en-US"/>
          </a:p>
          <a:p>
            <a:pPr marL="0" indent="0">
              <a:lnSpc>
                <a:spcPct val="100000"/>
              </a:lnSpc>
              <a:spcAft>
                <a:spcPts val="400"/>
              </a:spcAft>
              <a:buNone/>
            </a:pPr>
            <a:r>
              <a:rPr lang="zh-CN" altLang="en-US"/>
              <a:t>img = cv2.imread('hehua.jpg')</a:t>
            </a:r>
            <a:endParaRPr lang="zh-CN" altLang="en-US"/>
          </a:p>
          <a:p>
            <a:pPr marL="0" indent="0">
              <a:lnSpc>
                <a:spcPct val="100000"/>
              </a:lnSpc>
              <a:spcAft>
                <a:spcPts val="400"/>
              </a:spcAft>
              <a:buNone/>
            </a:pPr>
            <a:r>
              <a:rPr lang="zh-CN" altLang="en-US"/>
              <a:t>cv2.imshow('original',img)</a:t>
            </a:r>
            <a:endParaRPr lang="zh-CN" altLang="en-US"/>
          </a:p>
          <a:p>
            <a:pPr marL="0" indent="0">
              <a:lnSpc>
                <a:spcPct val="100000"/>
              </a:lnSpc>
              <a:spcAft>
                <a:spcPts val="400"/>
              </a:spcAft>
              <a:buNone/>
            </a:pPr>
            <a:r>
              <a:rPr lang="zh-CN" altLang="en-US"/>
              <a:t>mask = np.zeros(img.shape[:2],np.uint8)				#定义与原图大小相同的掩模图像</a:t>
            </a:r>
            <a:endParaRPr lang="zh-CN" altLang="en-US"/>
          </a:p>
          <a:p>
            <a:pPr marL="0" indent="0">
              <a:lnSpc>
                <a:spcPct val="100000"/>
              </a:lnSpc>
              <a:spcAft>
                <a:spcPts val="400"/>
              </a:spcAft>
              <a:buNone/>
            </a:pPr>
            <a:r>
              <a:rPr lang="zh-CN" altLang="en-US"/>
              <a:t>bg = np.zeros((1,65),np.float64)</a:t>
            </a:r>
            <a:endParaRPr lang="zh-CN" altLang="en-US"/>
          </a:p>
          <a:p>
            <a:pPr marL="0" indent="0">
              <a:lnSpc>
                <a:spcPct val="100000"/>
              </a:lnSpc>
              <a:spcAft>
                <a:spcPts val="400"/>
              </a:spcAft>
              <a:buNone/>
            </a:pPr>
            <a:r>
              <a:rPr lang="zh-CN" altLang="en-US"/>
              <a:t>fg = np.zeros((1,65),np.float64)</a:t>
            </a:r>
            <a:endParaRPr lang="zh-CN" altLang="en-US"/>
          </a:p>
          <a:p>
            <a:pPr marL="0" indent="0">
              <a:lnSpc>
                <a:spcPct val="100000"/>
              </a:lnSpc>
              <a:spcAft>
                <a:spcPts val="400"/>
              </a:spcAft>
              <a:buNone/>
            </a:pPr>
            <a:r>
              <a:rPr lang="zh-CN" altLang="en-US"/>
              <a:t>rect = (50,50,400,300)              					#根据原图设置包含前景的矩形大小</a:t>
            </a:r>
            <a:endParaRPr lang="zh-CN" altLang="en-US"/>
          </a:p>
          <a:p>
            <a:pPr marL="0" indent="0">
              <a:lnSpc>
                <a:spcPct val="100000"/>
              </a:lnSpc>
              <a:spcAft>
                <a:spcPts val="400"/>
              </a:spcAft>
              <a:buNone/>
            </a:pPr>
            <a:r>
              <a:rPr lang="zh-CN" altLang="en-US"/>
              <a:t>cv2.grabCut(img,mask,rect,bg,fg,5,cv2.GC_INIT_WITH_RECT)	#提取前景</a:t>
            </a:r>
            <a:endParaRPr lang="zh-CN" altLang="en-US"/>
          </a:p>
          <a:p>
            <a:pPr marL="0" indent="0">
              <a:lnSpc>
                <a:spcPct val="100000"/>
              </a:lnSpc>
              <a:spcAft>
                <a:spcPts val="400"/>
              </a:spcAft>
              <a:buNone/>
            </a:pPr>
            <a:r>
              <a:rPr lang="zh-CN" altLang="en-US"/>
              <a:t>#将返回的掩模图像中像素值为0或2的像素设置为0（确认为背景）</a:t>
            </a:r>
            <a:endParaRPr lang="zh-CN" altLang="en-US"/>
          </a:p>
          <a:p>
            <a:pPr marL="0" indent="0">
              <a:lnSpc>
                <a:spcPct val="100000"/>
              </a:lnSpc>
              <a:spcAft>
                <a:spcPts val="400"/>
              </a:spcAft>
              <a:buNone/>
            </a:pPr>
            <a:r>
              <a:rPr lang="zh-CN" altLang="en-US"/>
              <a:t>#将所有像素值为1或3的像素设置为1（确认为前景）</a:t>
            </a:r>
            <a:endParaRPr lang="zh-CN" altLang="en-US"/>
          </a:p>
          <a:p>
            <a:pPr marL="0" indent="0">
              <a:lnSpc>
                <a:spcPct val="100000"/>
              </a:lnSpc>
              <a:spcAft>
                <a:spcPts val="400"/>
              </a:spcAft>
              <a:buNone/>
            </a:pPr>
            <a:r>
              <a:rPr lang="zh-CN" altLang="en-US"/>
              <a:t>mask2 = np.where((mask==2)|(mask==0),0,1).astype('uint8')</a:t>
            </a:r>
            <a:endParaRPr lang="zh-CN" altLang="en-US"/>
          </a:p>
          <a:p>
            <a:pPr marL="0" indent="0">
              <a:lnSpc>
                <a:spcPct val="100000"/>
              </a:lnSpc>
              <a:spcAft>
                <a:spcPts val="400"/>
              </a:spcAft>
              <a:buNone/>
            </a:pPr>
            <a:r>
              <a:rPr lang="zh-CN" altLang="en-US"/>
              <a:t>img = img*mask2[:,:,np.newaxis]			#将掩模图像与原图像相乘，获得分割出来的前景图像</a:t>
            </a:r>
            <a:endParaRPr lang="zh-CN" altLang="en-US"/>
          </a:p>
          <a:p>
            <a:pPr marL="0" indent="0">
              <a:lnSpc>
                <a:spcPct val="100000"/>
              </a:lnSpc>
              <a:spcAft>
                <a:spcPts val="400"/>
              </a:spcAft>
              <a:buNone/>
            </a:pPr>
            <a:r>
              <a:rPr lang="zh-CN" altLang="en-US"/>
              <a:t>cv2.imshow('grabCut',img)			</a:t>
            </a:r>
            <a:r>
              <a:rPr lang="en-US" altLang="zh-CN"/>
              <a:t>	</a:t>
            </a:r>
            <a:r>
              <a:rPr lang="zh-CN" altLang="en-US"/>
              <a:t>#显示获得的前景</a:t>
            </a:r>
            <a:endParaRPr lang="zh-CN" altLang="en-US"/>
          </a:p>
          <a:p>
            <a:pPr marL="0" indent="0">
              <a:lnSpc>
                <a:spcPct val="100000"/>
              </a:lnSpc>
              <a:spcAft>
                <a:spcPts val="400"/>
              </a:spcAft>
              <a:buNone/>
            </a:pPr>
            <a:r>
              <a:rPr lang="zh-CN" altLang="en-US"/>
              <a:t>cv2.waitKey(0)</a:t>
            </a:r>
            <a:endParaRPr lang="zh-CN" altLang="en-US"/>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669925" y="952500"/>
            <a:ext cx="10849610" cy="5576570"/>
          </a:xfrm>
        </p:spPr>
        <p:txBody>
          <a:bodyPr>
            <a:normAutofit fontScale="75000"/>
          </a:bodyPr>
          <a:p>
            <a:pPr marL="0" indent="0">
              <a:lnSpc>
                <a:spcPct val="100000"/>
              </a:lnSpc>
              <a:spcAft>
                <a:spcPts val="0"/>
              </a:spcAft>
              <a:buNone/>
            </a:pPr>
            <a:r>
              <a:rPr lang="zh-CN" altLang="en-US"/>
              <a:t>为了获得更好的提取结果，首先在系统中复制原图像，再使用绘图工具在其中用黑白两种颜色标注前景和背景，最后修改前面的代码，执行两次前景提取，示例代码如下。</a:t>
            </a:r>
            <a:endParaRPr lang="zh-CN" altLang="en-US"/>
          </a:p>
          <a:p>
            <a:pPr marL="0" indent="0">
              <a:lnSpc>
                <a:spcPct val="100000"/>
              </a:lnSpc>
              <a:spcAft>
                <a:spcPts val="0"/>
              </a:spcAft>
              <a:buNone/>
            </a:pPr>
            <a:r>
              <a:rPr lang="zh-CN" altLang="en-US"/>
              <a:t>#test7-10.py：交互式前景提取2 </a:t>
            </a:r>
            <a:endParaRPr lang="zh-CN" altLang="en-US"/>
          </a:p>
          <a:p>
            <a:pPr marL="0" indent="0">
              <a:lnSpc>
                <a:spcPct val="100000"/>
              </a:lnSpc>
              <a:spcAft>
                <a:spcPts val="0"/>
              </a:spcAft>
              <a:buNone/>
            </a:pPr>
            <a:r>
              <a:rPr lang="zh-CN" altLang="en-US"/>
              <a:t>import cv2</a:t>
            </a:r>
            <a:endParaRPr lang="zh-CN" altLang="en-US"/>
          </a:p>
          <a:p>
            <a:pPr marL="0" indent="0">
              <a:lnSpc>
                <a:spcPct val="100000"/>
              </a:lnSpc>
              <a:spcAft>
                <a:spcPts val="0"/>
              </a:spcAft>
              <a:buNone/>
            </a:pPr>
            <a:r>
              <a:rPr lang="zh-CN" altLang="en-US"/>
              <a:t>import numpy as np</a:t>
            </a:r>
            <a:endParaRPr lang="zh-CN" altLang="en-US"/>
          </a:p>
          <a:p>
            <a:pPr marL="0" indent="0">
              <a:lnSpc>
                <a:spcPct val="100000"/>
              </a:lnSpc>
              <a:spcAft>
                <a:spcPts val="0"/>
              </a:spcAft>
              <a:buNone/>
            </a:pPr>
            <a:r>
              <a:rPr lang="zh-CN" altLang="en-US"/>
              <a:t>img = cv2.imread('hehua.jpg')</a:t>
            </a:r>
            <a:endParaRPr lang="zh-CN" altLang="en-US"/>
          </a:p>
          <a:p>
            <a:pPr marL="0" indent="0">
              <a:lnSpc>
                <a:spcPct val="100000"/>
              </a:lnSpc>
              <a:spcAft>
                <a:spcPts val="0"/>
              </a:spcAft>
              <a:buNone/>
            </a:pPr>
            <a:r>
              <a:rPr lang="zh-CN" altLang="en-US"/>
              <a:t>mask = np.zeros(img.shape[:2],np.uint8)		</a:t>
            </a:r>
            <a:r>
              <a:rPr lang="en-US" altLang="zh-CN"/>
              <a:t>	</a:t>
            </a:r>
            <a:r>
              <a:rPr lang="zh-CN" altLang="en-US"/>
              <a:t>#定义原始掩模图像</a:t>
            </a:r>
            <a:endParaRPr lang="zh-CN" altLang="en-US"/>
          </a:p>
          <a:p>
            <a:pPr marL="0" indent="0">
              <a:lnSpc>
                <a:spcPct val="100000"/>
              </a:lnSpc>
              <a:spcAft>
                <a:spcPts val="0"/>
              </a:spcAft>
              <a:buNone/>
            </a:pPr>
            <a:r>
              <a:rPr lang="zh-CN" altLang="en-US"/>
              <a:t>bg = np.zeros((1,65),np.float64)</a:t>
            </a:r>
            <a:endParaRPr lang="zh-CN" altLang="en-US"/>
          </a:p>
          <a:p>
            <a:pPr marL="0" indent="0">
              <a:lnSpc>
                <a:spcPct val="100000"/>
              </a:lnSpc>
              <a:spcAft>
                <a:spcPts val="0"/>
              </a:spcAft>
              <a:buNone/>
            </a:pPr>
            <a:r>
              <a:rPr lang="zh-CN" altLang="en-US"/>
              <a:t>fg = np.zeros((1,65),np.float64)</a:t>
            </a:r>
            <a:endParaRPr lang="zh-CN" altLang="en-US"/>
          </a:p>
          <a:p>
            <a:pPr marL="0" indent="0">
              <a:lnSpc>
                <a:spcPct val="100000"/>
              </a:lnSpc>
              <a:spcAft>
                <a:spcPts val="0"/>
              </a:spcAft>
              <a:buNone/>
            </a:pPr>
            <a:r>
              <a:rPr lang="zh-CN" altLang="en-US"/>
              <a:t>rect = (50,50,400,300)              			</a:t>
            </a:r>
            <a:r>
              <a:rPr lang="en-US" altLang="zh-CN"/>
              <a:t>	</a:t>
            </a:r>
            <a:r>
              <a:rPr lang="zh-CN" altLang="en-US"/>
              <a:t>#根据原图设置包含前景的矩形大小</a:t>
            </a:r>
            <a:endParaRPr lang="zh-CN" altLang="en-US"/>
          </a:p>
          <a:p>
            <a:pPr marL="0" indent="0">
              <a:lnSpc>
                <a:spcPct val="100000"/>
              </a:lnSpc>
              <a:spcAft>
                <a:spcPts val="0"/>
              </a:spcAft>
              <a:buNone/>
            </a:pPr>
            <a:r>
              <a:rPr lang="zh-CN" altLang="en-US"/>
              <a:t>cv2.grabCut(img,mask,rect,bg,fg,5,</a:t>
            </a:r>
            <a:endParaRPr lang="zh-CN" altLang="en-US"/>
          </a:p>
          <a:p>
            <a:pPr marL="0" indent="0">
              <a:lnSpc>
                <a:spcPct val="100000"/>
              </a:lnSpc>
              <a:spcAft>
                <a:spcPts val="0"/>
              </a:spcAft>
              <a:buNone/>
            </a:pPr>
            <a:r>
              <a:rPr lang="zh-CN" altLang="en-US"/>
              <a:t>                             cv2.GC_INIT_WITH_RECT)			#第1次提取前景，矩形模式</a:t>
            </a:r>
            <a:endParaRPr lang="zh-CN" altLang="en-US"/>
          </a:p>
          <a:p>
            <a:pPr marL="0" indent="0">
              <a:lnSpc>
                <a:spcPct val="100000"/>
              </a:lnSpc>
              <a:spcAft>
                <a:spcPts val="0"/>
              </a:spcAft>
              <a:buNone/>
            </a:pPr>
            <a:r>
              <a:rPr lang="zh-CN" altLang="en-US"/>
              <a:t>imgmask = cv2.imread('hehua2.jpg')  				#读取已标注的掩模图像</a:t>
            </a:r>
            <a:endParaRPr lang="zh-CN" altLang="en-US"/>
          </a:p>
          <a:p>
            <a:pPr marL="0" indent="0">
              <a:lnSpc>
                <a:spcPct val="100000"/>
              </a:lnSpc>
              <a:spcAft>
                <a:spcPts val="0"/>
              </a:spcAft>
              <a:buNone/>
            </a:pPr>
            <a:r>
              <a:rPr lang="zh-CN" altLang="en-US"/>
              <a:t>cv2.imshow('mask image',imgmask)</a:t>
            </a:r>
            <a:endParaRPr lang="zh-CN" altLang="en-US"/>
          </a:p>
          <a:p>
            <a:pPr marL="0" indent="0">
              <a:lnSpc>
                <a:spcPct val="100000"/>
              </a:lnSpc>
              <a:spcAft>
                <a:spcPts val="0"/>
              </a:spcAft>
              <a:buNone/>
            </a:pPr>
            <a:r>
              <a:rPr lang="zh-CN" altLang="en-US"/>
              <a:t>mask2 = cv2.cvtColor(imgmask,cv2.COLOR_BGR2GRAY,dstCn=1)	#转换为单通道灰度图像</a:t>
            </a:r>
            <a:endParaRPr lang="zh-CN" altLang="en-US"/>
          </a:p>
          <a:p>
            <a:pPr marL="0" indent="0">
              <a:lnSpc>
                <a:spcPct val="100000"/>
              </a:lnSpc>
              <a:spcAft>
                <a:spcPts val="0"/>
              </a:spcAft>
              <a:buNone/>
            </a:pPr>
            <a:r>
              <a:rPr lang="zh-CN" altLang="en-US"/>
              <a:t>mask[mask2==0]=0					#将掩模图像中黑色像素对应的原始掩模像素设置为0</a:t>
            </a:r>
            <a:endParaRPr lang="zh-CN" altLang="en-US"/>
          </a:p>
          <a:p>
            <a:pPr marL="0" indent="0">
              <a:lnSpc>
                <a:spcPct val="100000"/>
              </a:lnSpc>
              <a:spcAft>
                <a:spcPts val="0"/>
              </a:spcAft>
              <a:buNone/>
            </a:pPr>
            <a:r>
              <a:rPr lang="zh-CN" altLang="en-US"/>
              <a:t>mask[mask2==255]=1				#将掩模图像中白色像素对应的原始掩模像素设置为1</a:t>
            </a:r>
            <a:endParaRPr lang="zh-CN" altLang="en-US"/>
          </a:p>
          <a:p>
            <a:pPr marL="0" indent="0">
              <a:lnSpc>
                <a:spcPct val="100000"/>
              </a:lnSpc>
              <a:spcAft>
                <a:spcPts val="0"/>
              </a:spcAft>
              <a:buNone/>
            </a:pPr>
            <a:r>
              <a:rPr lang="zh-CN" altLang="en-US"/>
              <a:t>cv2.grabCut(img,mask,None,bg,fg,5,</a:t>
            </a:r>
            <a:endParaRPr lang="zh-CN" altLang="en-US"/>
          </a:p>
          <a:p>
            <a:pPr marL="0" indent="0">
              <a:lnSpc>
                <a:spcPct val="100000"/>
              </a:lnSpc>
              <a:spcAft>
                <a:spcPts val="0"/>
              </a:spcAft>
              <a:buNone/>
            </a:pPr>
            <a:r>
              <a:rPr lang="zh-CN" altLang="en-US"/>
              <a:t>cv2.GC_INIT_WITH_MASK)			</a:t>
            </a:r>
            <a:r>
              <a:rPr lang="en-US" altLang="zh-CN"/>
              <a:t>	</a:t>
            </a:r>
            <a:r>
              <a:rPr lang="zh-CN" altLang="en-US"/>
              <a:t>#第2次提取前景，掩模模式</a:t>
            </a:r>
            <a:endParaRPr lang="zh-CN" altLang="en-US"/>
          </a:p>
          <a:p>
            <a:pPr marL="0" indent="0">
              <a:lnSpc>
                <a:spcPct val="100000"/>
              </a:lnSpc>
              <a:spcAft>
                <a:spcPts val="0"/>
              </a:spcAft>
              <a:buNone/>
            </a:pPr>
            <a:r>
              <a:rPr lang="zh-CN" altLang="en-US"/>
              <a:t>#将返回的掩模图像中像素值为0或2的像素设置为0（确认为背景）</a:t>
            </a:r>
            <a:endParaRPr lang="zh-CN" altLang="en-US"/>
          </a:p>
          <a:p>
            <a:pPr marL="0" indent="0">
              <a:lnSpc>
                <a:spcPct val="100000"/>
              </a:lnSpc>
              <a:spcAft>
                <a:spcPts val="0"/>
              </a:spcAft>
              <a:buNone/>
            </a:pPr>
            <a:r>
              <a:rPr lang="zh-CN" altLang="en-US"/>
              <a:t>#将所有像素值为1或3的像素设置为1（确认为前景）</a:t>
            </a:r>
            <a:endParaRPr lang="zh-CN" altLang="en-US"/>
          </a:p>
          <a:p>
            <a:pPr marL="0" indent="0">
              <a:lnSpc>
                <a:spcPct val="100000"/>
              </a:lnSpc>
              <a:spcAft>
                <a:spcPts val="0"/>
              </a:spcAft>
              <a:buNone/>
            </a:pPr>
            <a:r>
              <a:rPr lang="zh-CN" altLang="en-US"/>
              <a:t>mask2 = np.where((mask==2)|(mask==0),0,1).astype('uint8')</a:t>
            </a:r>
            <a:endParaRPr lang="zh-CN" altLang="en-US"/>
          </a:p>
          <a:p>
            <a:pPr marL="0" indent="0">
              <a:lnSpc>
                <a:spcPct val="100000"/>
              </a:lnSpc>
              <a:spcAft>
                <a:spcPts val="0"/>
              </a:spcAft>
              <a:buNone/>
            </a:pPr>
            <a:r>
              <a:rPr lang="zh-CN" altLang="en-US"/>
              <a:t>img = img*mask2[:,:,np.newaxis]		</a:t>
            </a:r>
            <a:r>
              <a:rPr lang="en-US" altLang="zh-CN"/>
              <a:t>	</a:t>
            </a:r>
            <a:r>
              <a:rPr lang="zh-CN" altLang="en-US"/>
              <a:t>#将掩模图像与原图像相乘获得分割出来的前景图像</a:t>
            </a:r>
            <a:endParaRPr lang="zh-CN" altLang="en-US"/>
          </a:p>
          <a:p>
            <a:pPr marL="0" indent="0">
              <a:lnSpc>
                <a:spcPct val="100000"/>
              </a:lnSpc>
              <a:spcAft>
                <a:spcPts val="0"/>
              </a:spcAft>
              <a:buNone/>
            </a:pPr>
            <a:r>
              <a:rPr lang="zh-CN" altLang="en-US"/>
              <a:t>cv2.imshow('grabCut',img)				#显示获得的前景</a:t>
            </a:r>
            <a:endParaRPr lang="zh-CN" altLang="en-US"/>
          </a:p>
          <a:p>
            <a:pPr marL="0" indent="0">
              <a:lnSpc>
                <a:spcPct val="100000"/>
              </a:lnSpc>
              <a:spcAft>
                <a:spcPts val="0"/>
              </a:spcAft>
              <a:buNone/>
            </a:pPr>
            <a:r>
              <a:rPr lang="zh-CN" altLang="en-US"/>
              <a:t>cv2.waitKey(0)</a:t>
            </a:r>
            <a:endParaRPr lang="zh-CN" altLang="en-US"/>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7.4  </a:t>
            </a:r>
            <a:r>
              <a:rPr dirty="0">
                <a:latin typeface="方正姚体" panose="02010601030101010101" pitchFamily="2" charset="-122"/>
                <a:ea typeface="方正姚体" panose="02010601030101010101" pitchFamily="2" charset="-122"/>
              </a:rPr>
              <a:t>实验</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实验1：使用模板匹配查找图像</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实验2：使用交互式前景提取方法分割图像	</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dirty="0">
                <a:latin typeface="方正姚体" panose="02010601030101010101" pitchFamily="2" charset="-122"/>
                <a:ea typeface="方正姚体" panose="02010601030101010101" pitchFamily="2" charset="-122"/>
              </a:rPr>
              <a:t>7.4.1  实验1：使用模板匹配查找图像</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1．实验目的</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掌握使用cv2.matchTemplate()函数查找图像的基本方法。</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2．实验内容</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选择两幅图像分别作为原图像和模板图像，在原图像中查找出模板图像的位置，并使用红色线条对该位置进行标注。</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3．实验过程</a:t>
            </a:r>
            <a:endParaRPr lang="zh-CN" altLang="en-US" dirty="0">
              <a:latin typeface="方正姚体" panose="02010601030101010101" pitchFamily="2" charset="-122"/>
              <a:ea typeface="方正姚体" panose="02010601030101010101" pitchFamily="2" charset="-122"/>
            </a:endParaRPr>
          </a:p>
        </p:txBody>
      </p:sp>
      <p:pic>
        <p:nvPicPr>
          <p:cNvPr id="4" name="图片 3"/>
          <p:cNvPicPr>
            <a:picLocks noChangeAspect="1"/>
          </p:cNvPicPr>
          <p:nvPr>
            <p:custDataLst>
              <p:tags r:id="rId1"/>
            </p:custDataLst>
          </p:nvPr>
        </p:nvPicPr>
        <p:blipFill>
          <a:blip r:embed="rId2"/>
          <a:stretch>
            <a:fillRect/>
          </a:stretch>
        </p:blipFill>
        <p:spPr>
          <a:xfrm>
            <a:off x="3862070" y="3068955"/>
            <a:ext cx="5067300" cy="2156460"/>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dirty="0">
                <a:latin typeface="方正姚体" panose="02010601030101010101" pitchFamily="2" charset="-122"/>
                <a:ea typeface="方正姚体" panose="02010601030101010101" pitchFamily="2" charset="-122"/>
              </a:rPr>
              <a:t>7.4.2  实验2：使用交互式前景提取方法分割图像</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1．实验目的</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掌握使用交互式前景提取方法分割图像的基本方法。</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2．实验内容</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使用交互式前景提取方法，将图示的杯子作为前景提取出来。</a:t>
            </a: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3．实验过程</a:t>
            </a:r>
            <a:endParaRPr lang="zh-CN" altLang="en-US" dirty="0">
              <a:latin typeface="方正姚体" panose="02010601030101010101" pitchFamily="2" charset="-122"/>
              <a:ea typeface="方正姚体" panose="02010601030101010101" pitchFamily="2" charset="-122"/>
            </a:endParaRPr>
          </a:p>
        </p:txBody>
      </p:sp>
      <p:pic>
        <p:nvPicPr>
          <p:cNvPr id="4" name="图片 -2147482582"/>
          <p:cNvPicPr>
            <a:picLocks noChangeAspect="1"/>
          </p:cNvPicPr>
          <p:nvPr>
            <p:custDataLst>
              <p:tags r:id="rId1"/>
            </p:custDataLst>
          </p:nvPr>
        </p:nvPicPr>
        <p:blipFill>
          <a:blip r:embed="rId2"/>
          <a:stretch>
            <a:fillRect/>
          </a:stretch>
        </p:blipFill>
        <p:spPr>
          <a:xfrm>
            <a:off x="2926080" y="2780665"/>
            <a:ext cx="2062480" cy="2748280"/>
          </a:xfrm>
          <a:prstGeom prst="rect">
            <a:avLst/>
          </a:prstGeom>
          <a:noFill/>
          <a:ln w="9525">
            <a:noFill/>
          </a:ln>
        </p:spPr>
      </p:pic>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t>谢谢观看</a:t>
            </a:r>
            <a:endParaRPr lang="zh-CN" altLang="en-US" dirty="0"/>
          </a:p>
        </p:txBody>
      </p:sp>
      <p:sp>
        <p:nvSpPr>
          <p:cNvPr id="73" name="矩形 72"/>
          <p:cNvSpPr/>
          <p:nvPr>
            <p:custDataLst>
              <p:tags r:id="rId2"/>
            </p:custDataLst>
          </p:nvPr>
        </p:nvSpPr>
        <p:spPr>
          <a:xfrm rot="5400000">
            <a:off x="10613165" y="5800107"/>
            <a:ext cx="1123022" cy="521970"/>
          </a:xfrm>
          <a:prstGeom prst="rect">
            <a:avLst/>
          </a:prstGeom>
        </p:spPr>
        <p:txBody>
          <a:bodyPr wrap="square">
            <a:spAutoFit/>
          </a:bodyPr>
          <a:lstStyle/>
          <a:p>
            <a:r>
              <a:rPr lang="en-US" altLang="zh-CN" sz="2800" baseline="0" dirty="0">
                <a:solidFill>
                  <a:schemeClr val="bg1"/>
                </a:solidFill>
                <a:latin typeface="Arial" panose="020B0604020202020204" pitchFamily="34" charset="0"/>
                <a:ea typeface="微软雅黑" panose="020B0503020204020204" charset="-122"/>
              </a:rPr>
              <a:t>202X</a:t>
            </a:r>
            <a:endParaRPr lang="en-US" altLang="zh-CN" sz="2800" baseline="0" dirty="0">
              <a:solidFill>
                <a:schemeClr val="bg1"/>
              </a:solidFill>
              <a:latin typeface="Arial" panose="020B0604020202020204" pitchFamily="34" charset="0"/>
              <a:ea typeface="微软雅黑" panose="020B0503020204020204" charset="-122"/>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1.0"/>
  <p:tag name="KSO_WM_BEAUTIFY_FLAG" val="#wm#"/>
  <p:tag name="KSO_WM_SLIDE_BACKGROUND_MASK_FLAG" val="1"/>
  <p:tag name="KSO_WM_UNIT_SUBTYPE" val="q"/>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SLIDE_BACKGROUND_MASK_FLAG" val="1"/>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SLIDE_BACKGROUND_MASK_FLAG" val="1"/>
  <p:tag name="KSO_WM_UNIT_TYPE" val="y"/>
  <p:tag name="KSO_WM_UNIT_INDEX" val="3"/>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SLIDE_BACKGROUND_MASK_FLAG" val="1"/>
  <p:tag name="KSO_WM_UNIT_TYPE" val="y"/>
  <p:tag name="KSO_WM_UNIT_INDEX" val="2"/>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SLIDE_BACKGROUND_MASK_FLAG" val="1"/>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1.0"/>
  <p:tag name="KSO_WM_BEAUTIFY_FLAG" val="#wm#"/>
  <p:tag name="KSO_WM_UNIT_SUBTYPE" val="h"/>
  <p:tag name="KSO_WM_SLIDE_BK_DARK_LIGHT" val="2"/>
  <p:tag name="KSO_WM_UNIT_BK_DARK_LIGHT"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0*i*1"/>
  <p:tag name="KSO_WM_UNIT_LAYERLEVEL" val="1"/>
  <p:tag name="KSO_WM_TAG_VERSION" val="1.0"/>
  <p:tag name="KSO_WM_BEAUTIFY_FLAG" val="#wm#"/>
  <p:tag name="KSO_WM_UNIT_SUBTYPE" val="h"/>
  <p:tag name="KSO_WM_SLIDE_BK_DARK_LIGHT" val="2"/>
  <p:tag name="KSO_WM_UNIT_BK_DARK_LIGHT"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21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33"/>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33"/>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1.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2633"/>
  <p:tag name="KSO_WM_TEMPLATE_THUMBS_INDEX" val="1、4、7、8、9、10、11、12、13、14、15"/>
  <p:tag name="KSO_WM_TEMPLATE_MASTER_THUMB_INDEX" val="12"/>
</p:tagLst>
</file>

<file path=ppt/tags/tag252.xml><?xml version="1.0" encoding="utf-8"?>
<p:tagLst xmlns:p="http://schemas.openxmlformats.org/presentationml/2006/main">
  <p:tag name="KSO_WM_TEMPLATE_CATEGORY" val=""/>
  <p:tag name="KSO_WM_TEMPLATE_INDEX" val="20202633"/>
</p:tagLst>
</file>

<file path=ppt/tags/tag253.xml><?xml version="1.0" encoding="utf-8"?>
<p:tagLst xmlns:p="http://schemas.openxmlformats.org/presentationml/2006/main">
  <p:tag name="KSO_WM_TEMPLATE_CATEGORY" val=""/>
  <p:tag name="KSO_WM_TEMPLATE_INDEX" val="20202633"/>
</p:tagLst>
</file>

<file path=ppt/tags/tag254.xml><?xml version="1.0" encoding="utf-8"?>
<p:tagLst xmlns:p="http://schemas.openxmlformats.org/presentationml/2006/main">
  <p:tag name="KSO_WM_TEMPLATE_CATEGORY" val=""/>
  <p:tag name="KSO_WM_TEMPLATE_INDEX" val="20202633"/>
</p:tagLst>
</file>

<file path=ppt/tags/tag255.xml><?xml version="1.0" encoding="utf-8"?>
<p:tagLst xmlns:p="http://schemas.openxmlformats.org/presentationml/2006/main">
  <p:tag name="KSO_WM_BEAUTIFY_FLAG" val="#wm#"/>
  <p:tag name="KSO_WM_TEMPLATE_CATEGORY" val="diagram"/>
  <p:tag name="KSO_WM_TEMPLATE_INDEX" val="20202633"/>
</p:tagLst>
</file>

<file path=ppt/tags/tag256.xml><?xml version="1.0" encoding="utf-8"?>
<p:tagLst xmlns:p="http://schemas.openxmlformats.org/presentationml/2006/main">
  <p:tag name="KSO_WM_BEAUTIFY_FLAG" val="#wm#"/>
  <p:tag name="KSO_WM_TEMPLATE_CATEGORY" val="diagram"/>
  <p:tag name="KSO_WM_TEMPLATE_INDEX" val="20202633"/>
</p:tagLst>
</file>

<file path=ppt/tags/tag257.xml><?xml version="1.0" encoding="utf-8"?>
<p:tagLst xmlns:p="http://schemas.openxmlformats.org/presentationml/2006/main">
  <p:tag name="KSO_WM_BEAUTIFY_FLAG" val="#wm#"/>
  <p:tag name="KSO_WM_TEMPLATE_CATEGORY" val="diagram"/>
  <p:tag name="KSO_WM_TEMPLATE_INDEX" val="20202633"/>
</p:tagLst>
</file>

<file path=ppt/tags/tag258.xml><?xml version="1.0" encoding="utf-8"?>
<p:tagLst xmlns:p="http://schemas.openxmlformats.org/presentationml/2006/main">
  <p:tag name="KSO_WM_BEAUTIFY_FLAG" val="#wm#"/>
  <p:tag name="KSO_WM_TEMPLATE_CATEGORY" val="diagram"/>
  <p:tag name="KSO_WM_TEMPLATE_INDEX" val="20202633"/>
</p:tagLst>
</file>

<file path=ppt/tags/tag259.xml><?xml version="1.0" encoding="utf-8"?>
<p:tagLst xmlns:p="http://schemas.openxmlformats.org/presentationml/2006/main">
  <p:tag name="KSO_WM_TEMPLATE_CATEGORY" val=""/>
  <p:tag name="KSO_WM_TEMPLATE_INDEX" val="20202633"/>
</p:tagLst>
</file>

<file path=ppt/tags/tag260.xml><?xml version="1.0" encoding="utf-8"?>
<p:tagLst xmlns:p="http://schemas.openxmlformats.org/presentationml/2006/main">
  <p:tag name="KSO_WM_BEAUTIFY_FLAG" val="#wm#"/>
  <p:tag name="KSO_WM_TEMPLATE_CATEGORY" val="diagram"/>
  <p:tag name="KSO_WM_TEMPLATE_INDEX" val="20202633"/>
</p:tagLst>
</file>

<file path=ppt/tags/tag261.xml><?xml version="1.0" encoding="utf-8"?>
<p:tagLst xmlns:p="http://schemas.openxmlformats.org/presentationml/2006/main">
  <p:tag name="KSO_WM_BEAUTIFY_FLAG" val="#wm#"/>
  <p:tag name="KSO_WM_TEMPLATE_CATEGORY" val="diagram"/>
  <p:tag name="KSO_WM_TEMPLATE_INDEX" val="20202633"/>
</p:tagLst>
</file>

<file path=ppt/tags/tag262.xml><?xml version="1.0" encoding="utf-8"?>
<p:tagLst xmlns:p="http://schemas.openxmlformats.org/presentationml/2006/main">
  <p:tag name="KSO_WM_BEAUTIFY_FLAG" val="#wm#"/>
  <p:tag name="KSO_WM_TEMPLATE_CATEGORY" val="diagram"/>
  <p:tag name="KSO_WM_TEMPLATE_INDEX" val="20202633"/>
</p:tagLst>
</file>

<file path=ppt/tags/tag263.xml><?xml version="1.0" encoding="utf-8"?>
<p:tagLst xmlns:p="http://schemas.openxmlformats.org/presentationml/2006/main">
  <p:tag name="KSO_WM_BEAUTIFY_FLAG" val="#wm#"/>
  <p:tag name="KSO_WM_TEMPLATE_CATEGORY" val="diagram"/>
  <p:tag name="KSO_WM_TEMPLATE_INDEX" val="20202633"/>
</p:tagLst>
</file>

<file path=ppt/tags/tag264.xml><?xml version="1.0" encoding="utf-8"?>
<p:tagLst xmlns:p="http://schemas.openxmlformats.org/presentationml/2006/main">
  <p:tag name="KSO_WM_BEAUTIFY_FLAG" val="#wm#"/>
  <p:tag name="KSO_WM_TEMPLATE_CATEGORY" val="diagram"/>
  <p:tag name="KSO_WM_TEMPLATE_INDEX" val="20202633"/>
</p:tagLst>
</file>

<file path=ppt/tags/tag265.xml><?xml version="1.0" encoding="utf-8"?>
<p:tagLst xmlns:p="http://schemas.openxmlformats.org/presentationml/2006/main">
  <p:tag name="KSO_WM_BEAUTIFY_FLAG" val="#wm#"/>
  <p:tag name="KSO_WM_TEMPLATE_CATEGORY" val="diagram"/>
  <p:tag name="KSO_WM_TEMPLATE_INDEX" val="20202633"/>
</p:tagLst>
</file>

<file path=ppt/tags/tag266.xml><?xml version="1.0" encoding="utf-8"?>
<p:tagLst xmlns:p="http://schemas.openxmlformats.org/presentationml/2006/main">
  <p:tag name="KSO_WM_BEAUTIFY_FLAG" val="#wm#"/>
  <p:tag name="KSO_WM_TEMPLATE_CATEGORY" val="diagram"/>
  <p:tag name="KSO_WM_TEMPLATE_INDEX" val="20202633"/>
</p:tagLst>
</file>

<file path=ppt/tags/tag267.xml><?xml version="1.0" encoding="utf-8"?>
<p:tagLst xmlns:p="http://schemas.openxmlformats.org/presentationml/2006/main">
  <p:tag name="KSO_WM_BEAUTIFY_FLAG" val="#wm#"/>
  <p:tag name="KSO_WM_TEMPLATE_CATEGORY" val="diagram"/>
  <p:tag name="KSO_WM_TEMPLATE_INDEX" val="20202633"/>
</p:tagLst>
</file>

<file path=ppt/tags/tag268.xml><?xml version="1.0" encoding="utf-8"?>
<p:tagLst xmlns:p="http://schemas.openxmlformats.org/presentationml/2006/main">
  <p:tag name="KSO_WM_BEAUTIFY_FLAG" val="#wm#"/>
  <p:tag name="KSO_WM_TEMPLATE_CATEGORY" val="diagram"/>
  <p:tag name="KSO_WM_TEMPLATE_INDEX" val="20202633"/>
</p:tagLst>
</file>

<file path=ppt/tags/tag269.xml><?xml version="1.0" encoding="utf-8"?>
<p:tagLst xmlns:p="http://schemas.openxmlformats.org/presentationml/2006/main">
  <p:tag name="KSO_WM_BEAUTIFY_FLAG" val="#wm#"/>
  <p:tag name="KSO_WM_TEMPLATE_CATEGORY" val="diagram"/>
  <p:tag name="KSO_WM_TEMPLATE_INDEX" val="20202633"/>
</p:tagLst>
</file>

<file path=ppt/tags/tag270.xml><?xml version="1.0" encoding="utf-8"?>
<p:tagLst xmlns:p="http://schemas.openxmlformats.org/presentationml/2006/main">
  <p:tag name="KSO_WM_BEAUTIFY_FLAG" val="#wm#"/>
  <p:tag name="KSO_WM_TEMPLATE_CATEGORY" val="diagram"/>
  <p:tag name="KSO_WM_TEMPLATE_INDEX" val="20202633"/>
</p:tagLst>
</file>

<file path=ppt/tags/tag271.xml><?xml version="1.0" encoding="utf-8"?>
<p:tagLst xmlns:p="http://schemas.openxmlformats.org/presentationml/2006/main">
  <p:tag name="KSO_WM_BEAUTIFY_FLAG" val="#wm#"/>
  <p:tag name="KSO_WM_TEMPLATE_CATEGORY" val="diagram"/>
  <p:tag name="KSO_WM_TEMPLATE_INDEX" val="20202633"/>
</p:tagLst>
</file>

<file path=ppt/tags/tag272.xml><?xml version="1.0" encoding="utf-8"?>
<p:tagLst xmlns:p="http://schemas.openxmlformats.org/presentationml/2006/main">
  <p:tag name="KSO_WM_TEMPLATE_CATEGORY" val=""/>
  <p:tag name="KSO_WM_TEMPLATE_INDEX" val="20202633"/>
</p:tagLst>
</file>

<file path=ppt/tags/tag273.xml><?xml version="1.0" encoding="utf-8"?>
<p:tagLst xmlns:p="http://schemas.openxmlformats.org/presentationml/2006/main">
  <p:tag name="KSO_WM_BEAUTIFY_FLAG" val="#wm#"/>
  <p:tag name="KSO_WM_TEMPLATE_CATEGORY" val="diagram"/>
  <p:tag name="KSO_WM_TEMPLATE_INDEX" val="20202633"/>
</p:tagLst>
</file>

<file path=ppt/tags/tag274.xml><?xml version="1.0" encoding="utf-8"?>
<p:tagLst xmlns:p="http://schemas.openxmlformats.org/presentationml/2006/main">
  <p:tag name="KSO_WM_BEAUTIFY_FLAG" val="#wm#"/>
  <p:tag name="KSO_WM_TEMPLATE_CATEGORY" val="diagram"/>
  <p:tag name="KSO_WM_TEMPLATE_INDEX" val="20202633"/>
</p:tagLst>
</file>

<file path=ppt/tags/tag275.xml><?xml version="1.0" encoding="utf-8"?>
<p:tagLst xmlns:p="http://schemas.openxmlformats.org/presentationml/2006/main">
  <p:tag name="KSO_WM_BEAUTIFY_FLAG" val="#wm#"/>
  <p:tag name="KSO_WM_TEMPLATE_CATEGORY" val="diagram"/>
  <p:tag name="KSO_WM_TEMPLATE_INDEX" val="20202633"/>
</p:tagLst>
</file>

<file path=ppt/tags/tag276.xml><?xml version="1.0" encoding="utf-8"?>
<p:tagLst xmlns:p="http://schemas.openxmlformats.org/presentationml/2006/main">
  <p:tag name="KSO_WM_TEMPLATE_CATEGORY" val=""/>
  <p:tag name="KSO_WM_TEMPLATE_INDEX" val="20202633"/>
</p:tagLst>
</file>

<file path=ppt/tags/tag277.xml><?xml version="1.0" encoding="utf-8"?>
<p:tagLst xmlns:p="http://schemas.openxmlformats.org/presentationml/2006/main">
  <p:tag name="KSO_WM_UNIT_PLACING_PICTURE_USER_VIEWPORT" val="{&quot;height&quot;:3396,&quot;width&quot;:7980}"/>
</p:tagLst>
</file>

<file path=ppt/tags/tag278.xml><?xml version="1.0" encoding="utf-8"?>
<p:tagLst xmlns:p="http://schemas.openxmlformats.org/presentationml/2006/main">
  <p:tag name="KSO_WM_TEMPLATE_CATEGORY" val=""/>
  <p:tag name="KSO_WM_TEMPLATE_INDEX" val="20202633"/>
</p:tagLst>
</file>

<file path=ppt/tags/tag279.xml><?xml version="1.0" encoding="utf-8"?>
<p:tagLst xmlns:p="http://schemas.openxmlformats.org/presentationml/2006/main">
  <p:tag name="KSO_WM_UNIT_PLACING_PICTURE_USER_VIEWPORT" val="{&quot;height&quot;:2978,&quot;width&quot;:2235}"/>
</p:tagLst>
</file>

<file path=ppt/tags/tag280.xml><?xml version="1.0" encoding="utf-8"?>
<p:tagLst xmlns:p="http://schemas.openxmlformats.org/presentationml/2006/main">
  <p:tag name="KSO_WM_TEMPLATE_CATEGORY" val=""/>
  <p:tag name="KSO_WM_TEMPLATE_INDEX" val="20202633"/>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33_15*a*1"/>
  <p:tag name="KSO_WM_TEMPLATE_CATEGORY" val="custom"/>
  <p:tag name="KSO_WM_TEMPLATE_INDEX" val="20202633"/>
  <p:tag name="KSO_WM_UNIT_LAYERLEVEL" val="1"/>
  <p:tag name="KSO_WM_TAG_VERSION" val="1.0"/>
  <p:tag name="KSO_WM_BEAUTIFY_FLAG" val="#wm#"/>
  <p:tag name="KSO_WM_UNIT_ISCONTENTSTITLE" val="0"/>
  <p:tag name="KSO_WM_UNIT_NOCLEAR" val="1"/>
  <p:tag name="KSO_WM_UNIT_VALUE" val="6"/>
  <p:tag name="KSO_WM_UNIT_TYPE" val="a"/>
  <p:tag name="KSO_WM_UNIT_INDEX" val="1"/>
  <p:tag name="KSO_WM_UNIT_PRESET_TEXT" val="谢谢观看"/>
  <p:tag name="KSO_WM_UNIT_ISNUMDGMTITLE" val="0"/>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33_15*i*1"/>
  <p:tag name="KSO_WM_TEMPLATE_CATEGORY" val="custom"/>
  <p:tag name="KSO_WM_TEMPLATE_INDEX" val="20202633"/>
  <p:tag name="KSO_WM_UNIT_LAYERLEVEL" val="1"/>
  <p:tag name="KSO_WM_TAG_VERSION" val="1.0"/>
  <p:tag name="KSO_WM_BEAUTIFY_FLAG" val="#wm#"/>
  <p:tag name="KSO_WM_UNIT_TYPE" val="i"/>
  <p:tag name="KSO_WM_UNIT_INDEX" val="1"/>
  <p:tag name="KSO_WM_UNIT_PRESET_TEXT" val="202X"/>
</p:tagLst>
</file>

<file path=ppt/tags/tag283.xml><?xml version="1.0" encoding="utf-8"?>
<p:tagLst xmlns:p="http://schemas.openxmlformats.org/presentationml/2006/main">
  <p:tag name="KSO_WM_SLIDE_ID" val="custom20202633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2633"/>
  <p:tag name="KSO_WM_SLIDE_TYPE" val="endPage"/>
  <p:tag name="KSO_WM_SLIDE_SUBTYPE" val="pureTxt"/>
  <p:tag name="KSO_WM_SLIDE_LAYOUT" val="a_b"/>
  <p:tag name="KSO_WM_SLIDE_LAYOUT_CNT" val="1_1"/>
</p:tagLst>
</file>

<file path=ppt/theme/theme1.xml><?xml version="1.0" encoding="utf-8"?>
<a:theme xmlns:a="http://schemas.openxmlformats.org/drawingml/2006/main" name="2_Office 主题​​">
  <a:themeElements>
    <a:clrScheme name="渐变15">
      <a:dk1>
        <a:srgbClr val="000000"/>
      </a:dk1>
      <a:lt1>
        <a:srgbClr val="FFFFFF"/>
      </a:lt1>
      <a:dk2>
        <a:srgbClr val="F2F2F2"/>
      </a:dk2>
      <a:lt2>
        <a:srgbClr val="FFFFFF"/>
      </a:lt2>
      <a:accent1>
        <a:srgbClr val="4F4EFC"/>
      </a:accent1>
      <a:accent2>
        <a:srgbClr val="5B97FA"/>
      </a:accent2>
      <a:accent3>
        <a:srgbClr val="67DCFD"/>
      </a:accent3>
      <a:accent4>
        <a:srgbClr val="6CFDDC"/>
      </a:accent4>
      <a:accent5>
        <a:srgbClr val="6AFE9A"/>
      </a:accent5>
      <a:accent6>
        <a:srgbClr val="6AFF60"/>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办公室主题">
  <a:themeElements>
    <a:clrScheme name="Watercolor_16x9">
      <a:dk1>
        <a:sysClr val="windowText" lastClr="000000"/>
      </a:dk1>
      <a:lt1>
        <a:sysClr val="window" lastClr="FFFFFF"/>
      </a:lt1>
      <a:dk2>
        <a:srgbClr val="09AFA7"/>
      </a:dk2>
      <a:lt2>
        <a:srgbClr val="AEF1EA"/>
      </a:lt2>
      <a:accent1>
        <a:srgbClr val="08CAC1"/>
      </a:accent1>
      <a:accent2>
        <a:srgbClr val="76C714"/>
      </a:accent2>
      <a:accent3>
        <a:srgbClr val="0E70C2"/>
      </a:accent3>
      <a:accent4>
        <a:srgbClr val="259F39"/>
      </a:accent4>
      <a:accent5>
        <a:srgbClr val="C8C015"/>
      </a:accent5>
      <a:accent6>
        <a:srgbClr val="444FDC"/>
      </a:accent6>
      <a:hlink>
        <a:srgbClr val="76C714"/>
      </a:hlink>
      <a:folHlink>
        <a:srgbClr val="7F7F7F"/>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Watercolor_16x9">
      <a:dk1>
        <a:sysClr val="windowText" lastClr="000000"/>
      </a:dk1>
      <a:lt1>
        <a:sysClr val="window" lastClr="FFFFFF"/>
      </a:lt1>
      <a:dk2>
        <a:srgbClr val="09AFA7"/>
      </a:dk2>
      <a:lt2>
        <a:srgbClr val="AEF1EA"/>
      </a:lt2>
      <a:accent1>
        <a:srgbClr val="08CAC1"/>
      </a:accent1>
      <a:accent2>
        <a:srgbClr val="76C714"/>
      </a:accent2>
      <a:accent3>
        <a:srgbClr val="0E70C2"/>
      </a:accent3>
      <a:accent4>
        <a:srgbClr val="259F39"/>
      </a:accent4>
      <a:accent5>
        <a:srgbClr val="C8C015"/>
      </a:accent5>
      <a:accent6>
        <a:srgbClr val="444FDC"/>
      </a:accent6>
      <a:hlink>
        <a:srgbClr val="76C714"/>
      </a:hlink>
      <a:folHlink>
        <a:srgbClr val="7F7F7F"/>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TM03090430[[fn=带状]]</Template>
  <TotalTime>0</TotalTime>
  <Words>11099</Words>
  <Application>WPS 演示</Application>
  <PresentationFormat>自定义</PresentationFormat>
  <Paragraphs>363</Paragraphs>
  <Slides>28</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28</vt:i4>
      </vt:variant>
    </vt:vector>
  </HeadingPairs>
  <TitlesOfParts>
    <vt:vector size="37" baseType="lpstr">
      <vt:lpstr>Arial</vt:lpstr>
      <vt:lpstr>宋体</vt:lpstr>
      <vt:lpstr>Wingdings</vt:lpstr>
      <vt:lpstr>微软雅黑</vt:lpstr>
      <vt:lpstr>方正楷体简体</vt:lpstr>
      <vt:lpstr>方正姚体</vt:lpstr>
      <vt:lpstr>Arial Unicode MS</vt:lpstr>
      <vt:lpstr>Palatino Linotype</vt:lpstr>
      <vt:lpstr>2_Office 主题​​</vt:lpstr>
      <vt:lpstr>OpenCV计算机视觉基础教程</vt:lpstr>
      <vt:lpstr>第7章  模板匹配和图像分割 </vt:lpstr>
      <vt:lpstr>7.1 模板匹配 </vt:lpstr>
      <vt:lpstr>7.1.1  单目标匹配</vt:lpstr>
      <vt:lpstr>7.1.1  单目标匹配 </vt:lpstr>
      <vt:lpstr>PowerPoint 演示文稿</vt:lpstr>
      <vt:lpstr>7.1.2  多目标匹配</vt:lpstr>
      <vt:lpstr>7.2 图像分割 </vt:lpstr>
      <vt:lpstr>7.2.1  使用分水岭算法分割图像 </vt:lpstr>
      <vt:lpstr>PowerPoint 演示文稿</vt:lpstr>
      <vt:lpstr>PowerPoint 演示文稿</vt:lpstr>
      <vt:lpstr>PowerPoint 演示文稿</vt:lpstr>
      <vt:lpstr>PowerPoint 演示文稿</vt:lpstr>
      <vt:lpstr>PowerPoint 演示文稿</vt:lpstr>
      <vt:lpstr>7.2.2  图像金字塔 </vt:lpstr>
      <vt:lpstr>PowerPoint 演示文稿</vt:lpstr>
      <vt:lpstr>PowerPoint 演示文稿</vt:lpstr>
      <vt:lpstr>PowerPoint 演示文稿</vt:lpstr>
      <vt:lpstr>PowerPoint 演示文稿</vt:lpstr>
      <vt:lpstr>PowerPoint 演示文稿</vt:lpstr>
      <vt:lpstr>7.3 交互式前景提取</vt:lpstr>
      <vt:lpstr>PowerPoint 演示文稿</vt:lpstr>
      <vt:lpstr>PowerPoint 演示文稿</vt:lpstr>
      <vt:lpstr>PowerPoint 演示文稿</vt:lpstr>
      <vt:lpstr>7.4  实验</vt:lpstr>
      <vt:lpstr>7.4.1  实验1：使用模板匹配查找图像</vt:lpstr>
      <vt:lpstr>7.4.2  实验2：使用交互式前景提取方法分割图像</vt:lpstr>
      <vt:lpstr>谢谢观看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Python3基础教程</dc:title>
  <dc:creator>china xbg</dc:creator>
  <cp:lastModifiedBy>小新</cp:lastModifiedBy>
  <cp:revision>30</cp:revision>
  <dcterms:created xsi:type="dcterms:W3CDTF">2019-11-26T13:46:00Z</dcterms:created>
  <dcterms:modified xsi:type="dcterms:W3CDTF">2021-06-16T09:10:51Z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9CBD9D2472074812AD158735AE45062F</vt:lpwstr>
  </property>
  <property fmtid="{D5CDD505-2E9C-101B-9397-08002B2CF9AE}" pid="3" name="KSOProductBuildVer">
    <vt:lpwstr>2052-11.1.0.10577</vt:lpwstr>
  </property>
  <property fmtid="{D5CDD505-2E9C-101B-9397-08002B2CF9AE}" pid="4" name="KSOSaveFontToCloudKey">
    <vt:lpwstr>446885205_embed</vt:lpwstr>
  </property>
</Properties>
</file>