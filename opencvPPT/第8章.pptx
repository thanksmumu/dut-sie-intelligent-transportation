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52.xml" ContentType="application/vnd.openxmlformats-officedocument.presentationml.tags+xml"/>
  <Override PartName="/ppt/notesSlides/notesSlide1.xml" ContentType="application/vnd.openxmlformats-officedocument.presentationml.notesSlide+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handoutMasterIdLst>
    <p:handoutMasterId r:id="rId34"/>
  </p:handoutMasterIdLst>
  <p:sldIdLst>
    <p:sldId id="257" r:id="rId2"/>
    <p:sldId id="275" r:id="rId3"/>
    <p:sldId id="329" r:id="rId4"/>
    <p:sldId id="330" r:id="rId5"/>
    <p:sldId id="331" r:id="rId6"/>
    <p:sldId id="332" r:id="rId7"/>
    <p:sldId id="324" r:id="rId8"/>
    <p:sldId id="334" r:id="rId9"/>
    <p:sldId id="348" r:id="rId10"/>
    <p:sldId id="333" r:id="rId11"/>
    <p:sldId id="335" r:id="rId12"/>
    <p:sldId id="336" r:id="rId13"/>
    <p:sldId id="337" r:id="rId14"/>
    <p:sldId id="339" r:id="rId15"/>
    <p:sldId id="340" r:id="rId16"/>
    <p:sldId id="338" r:id="rId17"/>
    <p:sldId id="341" r:id="rId18"/>
    <p:sldId id="342" r:id="rId19"/>
    <p:sldId id="353" r:id="rId20"/>
    <p:sldId id="350" r:id="rId21"/>
    <p:sldId id="351" r:id="rId22"/>
    <p:sldId id="352" r:id="rId23"/>
    <p:sldId id="344" r:id="rId24"/>
    <p:sldId id="345" r:id="rId25"/>
    <p:sldId id="349" r:id="rId26"/>
    <p:sldId id="346" r:id="rId27"/>
    <p:sldId id="347" r:id="rId28"/>
    <p:sldId id="325" r:id="rId29"/>
    <p:sldId id="326" r:id="rId30"/>
    <p:sldId id="327" r:id="rId31"/>
    <p:sldId id="328" r:id="rId32"/>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1008">
          <p15:clr>
            <a:srgbClr val="A4A3A4"/>
          </p15:clr>
        </p15:guide>
        <p15:guide id="3" orient="horz" pos="3792">
          <p15:clr>
            <a:srgbClr val="A4A3A4"/>
          </p15:clr>
        </p15:guide>
        <p15:guide id="4" orient="horz" pos="1152">
          <p15:clr>
            <a:srgbClr val="A4A3A4"/>
          </p15:clr>
        </p15:guide>
        <p15:guide id="5" orient="horz" pos="3360">
          <p15:clr>
            <a:srgbClr val="A4A3A4"/>
          </p15:clr>
        </p15:guide>
        <p15:guide id="6" orient="horz" pos="3072">
          <p15:clr>
            <a:srgbClr val="A4A3A4"/>
          </p15:clr>
        </p15:guide>
        <p15:guide id="7" orient="horz" pos="864">
          <p15:clr>
            <a:srgbClr val="A4A3A4"/>
          </p15:clr>
        </p15:guide>
        <p15:guide id="8" orient="horz" pos="557">
          <p15:clr>
            <a:srgbClr val="A4A3A4"/>
          </p15:clr>
        </p15:guide>
        <p15:guide id="9" orient="horz" pos="2784">
          <p15:clr>
            <a:srgbClr val="A4A3A4"/>
          </p15:clr>
        </p15:guide>
        <p15:guide id="10" pos="3839">
          <p15:clr>
            <a:srgbClr val="A4A3A4"/>
          </p15:clr>
        </p15:guide>
        <p15:guide id="11" pos="959">
          <p15:clr>
            <a:srgbClr val="A4A3A4"/>
          </p15:clr>
        </p15:guide>
        <p15:guide id="12" pos="7007">
          <p15:clr>
            <a:srgbClr val="A4A3A4"/>
          </p15:clr>
        </p15:guide>
        <p15:guide id="13" pos="6719">
          <p15:clr>
            <a:srgbClr val="A4A3A4"/>
          </p15:clr>
        </p15:guide>
        <p15:guide id="14" pos="6143">
          <p15:clr>
            <a:srgbClr val="A4A3A4"/>
          </p15:clr>
        </p15:guide>
        <p15:guide id="15" pos="3983">
          <p15:clr>
            <a:srgbClr val="A4A3A4"/>
          </p15:clr>
        </p15:guide>
        <p15:guide id="16" pos="527">
          <p15:clr>
            <a:srgbClr val="A4A3A4"/>
          </p15:clr>
        </p15:guide>
        <p15:guide id="17" pos="715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5AB1C69-6EDB-4FF4-983F-18BD219EF322}"/>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0615" autoAdjust="0"/>
  </p:normalViewPr>
  <p:slideViewPr>
    <p:cSldViewPr>
      <p:cViewPr varScale="1">
        <p:scale>
          <a:sx n="72" d="100"/>
          <a:sy n="72" d="100"/>
        </p:scale>
        <p:origin x="660" y="54"/>
      </p:cViewPr>
      <p:guideLst>
        <p:guide orient="horz" pos="2160"/>
        <p:guide orient="horz" pos="1008"/>
        <p:guide orient="horz" pos="3792"/>
        <p:guide orient="horz" pos="1152"/>
        <p:guide orient="horz" pos="3360"/>
        <p:guide orient="horz" pos="3072"/>
        <p:guide orient="horz" pos="864"/>
        <p:guide orient="horz" pos="557"/>
        <p:guide orient="horz" pos="2784"/>
        <p:guide pos="3839"/>
        <p:guide pos="959"/>
        <p:guide pos="7007"/>
        <p:guide pos="6719"/>
        <p:guide pos="6143"/>
        <p:guide pos="3983"/>
        <p:guide pos="527"/>
        <p:guide pos="7151"/>
      </p:guideLst>
    </p:cSldViewPr>
  </p:slideViewPr>
  <p:notesTextViewPr>
    <p:cViewPr>
      <p:scale>
        <a:sx n="1" d="1"/>
        <a:sy n="1" d="1"/>
      </p:scale>
      <p:origin x="0" y="0"/>
    </p:cViewPr>
  </p:notesTextViewPr>
  <p:notesViewPr>
    <p:cSldViewPr>
      <p:cViewPr varScale="1">
        <p:scale>
          <a:sx n="87" d="100"/>
          <a:sy n="87" d="100"/>
        </p:scale>
        <p:origin x="384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rtl="0"/>
            <a:endParaRPr lang="zh-CN" altLang="en-US" dirty="0">
              <a:latin typeface="宋体" panose="02010600030101010101" pitchFamily="2" charset="-122"/>
              <a:ea typeface="宋体" panose="02010600030101010101" pitchFamily="2" charset="-122"/>
            </a:endParaRPr>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rtl="0"/>
            <a:fld id="{5BE8D551-EAFC-440E-BE76-FE90AA8B3E59}" type="datetime1">
              <a:rPr lang="zh-CN" altLang="en-US" smtClean="0">
                <a:latin typeface="宋体" panose="02010600030101010101" pitchFamily="2" charset="-122"/>
                <a:ea typeface="宋体" panose="02010600030101010101" pitchFamily="2" charset="-122"/>
              </a:rPr>
              <a:t>2022/5/15</a:t>
            </a:fld>
            <a:endParaRPr dirty="0">
              <a:latin typeface="宋体" panose="02010600030101010101" pitchFamily="2" charset="-122"/>
              <a:ea typeface="宋体" panose="02010600030101010101" pitchFamily="2" charset="-122"/>
            </a:endParaRPr>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rtl="0"/>
            <a:endParaRPr lang="zh-CN" altLang="en-US" dirty="0">
              <a:latin typeface="宋体" panose="02010600030101010101" pitchFamily="2" charset="-122"/>
              <a:ea typeface="宋体" panose="02010600030101010101" pitchFamily="2" charset="-122"/>
            </a:endParaRPr>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rtl="0"/>
            <a:fld id="{7C119DBA-4540-49B3-8FA9-6259387ECF9E}" type="slidenum">
              <a:rPr lang="en-US" altLang="zh-CN">
                <a:latin typeface="宋体" panose="02010600030101010101" pitchFamily="2" charset="-122"/>
                <a:ea typeface="宋体" panose="02010600030101010101" pitchFamily="2" charset="-122"/>
              </a:rPr>
              <a:t>‹#›</a:t>
            </a:fld>
            <a:endParaRPr lang="en-US" altLang="zh-CN"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rtl="0"/>
            <a:endParaRPr lang="zh-CN" altLang="en-US" noProof="0" dirty="0"/>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50A1D97-EEB6-429B-AC02-D2212B4618C4}" type="datetime1">
              <a:rPr lang="zh-CN" altLang="en-US" smtClean="0"/>
              <a:t>2022/5/15</a:t>
            </a:fld>
            <a:endParaRPr lang="zh-CN" altLang="en-US" dirty="0"/>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pPr rtl="0"/>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rtl="0"/>
            <a:endParaRPr lang="zh-CN" altLang="en-US" noProof="0" dirty="0"/>
          </a:p>
        </p:txBody>
      </p:sp>
      <p:sp>
        <p:nvSpPr>
          <p:cNvPr id="7" name="幻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rtl="0"/>
            <a:fld id="{E3B36274-F2B9-4C45-BBB4-0EDF4CD651A7}" type="slidenum">
              <a:rPr lang="en-US" altLang="zh-CN" noProof="0" smtClean="0"/>
              <a:t>‹#›</a:t>
            </a:fld>
            <a:endParaRPr lang="en-US" altLang="zh-CN" noProof="0"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j-ea"/>
        <a:ea typeface="+mj-ea"/>
        <a:cs typeface="+mn-cs"/>
      </a:defRPr>
    </a:lvl1pPr>
    <a:lvl2pPr marL="457200" algn="l" defTabSz="914400" rtl="0" eaLnBrk="1" latinLnBrk="0" hangingPunct="1">
      <a:defRPr sz="1200" kern="1200">
        <a:solidFill>
          <a:schemeClr val="tx1"/>
        </a:solidFill>
        <a:latin typeface="+mj-ea"/>
        <a:ea typeface="+mj-ea"/>
        <a:cs typeface="+mn-cs"/>
      </a:defRPr>
    </a:lvl2pPr>
    <a:lvl3pPr marL="914400" algn="l" defTabSz="914400" rtl="0" eaLnBrk="1" latinLnBrk="0" hangingPunct="1">
      <a:defRPr sz="1200" kern="1200">
        <a:solidFill>
          <a:schemeClr val="tx1"/>
        </a:solidFill>
        <a:latin typeface="+mj-ea"/>
        <a:ea typeface="+mj-ea"/>
        <a:cs typeface="+mn-cs"/>
      </a:defRPr>
    </a:lvl3pPr>
    <a:lvl4pPr marL="1371600" algn="l" defTabSz="914400" rtl="0" eaLnBrk="1" latinLnBrk="0" hangingPunct="1">
      <a:defRPr sz="1200" kern="1200">
        <a:solidFill>
          <a:schemeClr val="tx1"/>
        </a:solidFill>
        <a:latin typeface="+mj-ea"/>
        <a:ea typeface="+mj-ea"/>
        <a:cs typeface="+mn-cs"/>
      </a:defRPr>
    </a:lvl4pPr>
    <a:lvl5pPr marL="1828800" algn="l" defTabSz="914400" rtl="0" eaLnBrk="1" latinLnBrk="0" hangingPunct="1">
      <a:defRPr sz="1200" kern="1200">
        <a:solidFill>
          <a:schemeClr val="tx1"/>
        </a:solidFill>
        <a:latin typeface="+mj-ea"/>
        <a:ea typeface="+mj-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p>
        </p:txBody>
      </p:sp>
      <p:sp>
        <p:nvSpPr>
          <p:cNvPr id="4" name="幻灯片编号占位符 3"/>
          <p:cNvSpPr>
            <a:spLocks noGrp="1"/>
          </p:cNvSpPr>
          <p:nvPr>
            <p:ph type="sldNum" sz="quarter" idx="10"/>
          </p:nvPr>
        </p:nvSpPr>
        <p:spPr/>
        <p:txBody>
          <a:bodyPr rtlCol="0"/>
          <a:lstStyle/>
          <a:p>
            <a:pPr rtl="0"/>
            <a:fld id="{E3B36274-F2B9-4C45-BBB4-0EDF4CD651A7}" type="slidenum">
              <a:rPr lang="en-US" altLang="zh-CN" smtClean="0">
                <a:latin typeface="+mj-ea"/>
                <a:ea typeface="+mj-ea"/>
              </a:rPr>
              <a:t>1</a:t>
            </a:fld>
            <a:endParaRPr lang="zh-CN" altLang="en-US" dirty="0">
              <a:latin typeface="+mj-ea"/>
              <a:ea typeface="+mj-ea"/>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1536B37-480C-4C68-8BAA-2F772309D547}" type="slidenum">
              <a:rPr lang="zh-CN" altLang="en-US" smtClean="0"/>
              <a:t>31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6" Type="http://schemas.openxmlformats.org/officeDocument/2006/relationships/tags" Target="../tags/tag32.xml"/><Relationship Id="rId21" Type="http://schemas.openxmlformats.org/officeDocument/2006/relationships/tags" Target="../tags/tag27.xml"/><Relationship Id="rId42" Type="http://schemas.openxmlformats.org/officeDocument/2006/relationships/tags" Target="../tags/tag48.xml"/><Relationship Id="rId47" Type="http://schemas.openxmlformats.org/officeDocument/2006/relationships/tags" Target="../tags/tag53.xml"/><Relationship Id="rId63" Type="http://schemas.openxmlformats.org/officeDocument/2006/relationships/tags" Target="../tags/tag69.xml"/><Relationship Id="rId68" Type="http://schemas.openxmlformats.org/officeDocument/2006/relationships/slideMaster" Target="../slideMasters/slideMaster1.xml"/><Relationship Id="rId7" Type="http://schemas.openxmlformats.org/officeDocument/2006/relationships/tags" Target="../tags/tag13.xml"/><Relationship Id="rId2" Type="http://schemas.openxmlformats.org/officeDocument/2006/relationships/tags" Target="../tags/tag8.xml"/><Relationship Id="rId16" Type="http://schemas.openxmlformats.org/officeDocument/2006/relationships/tags" Target="../tags/tag22.xml"/><Relationship Id="rId29" Type="http://schemas.openxmlformats.org/officeDocument/2006/relationships/tags" Target="../tags/tag35.xml"/><Relationship Id="rId11" Type="http://schemas.openxmlformats.org/officeDocument/2006/relationships/tags" Target="../tags/tag17.xml"/><Relationship Id="rId24" Type="http://schemas.openxmlformats.org/officeDocument/2006/relationships/tags" Target="../tags/tag30.xml"/><Relationship Id="rId32" Type="http://schemas.openxmlformats.org/officeDocument/2006/relationships/tags" Target="../tags/tag38.xml"/><Relationship Id="rId37" Type="http://schemas.openxmlformats.org/officeDocument/2006/relationships/tags" Target="../tags/tag43.xml"/><Relationship Id="rId40" Type="http://schemas.openxmlformats.org/officeDocument/2006/relationships/tags" Target="../tags/tag46.xml"/><Relationship Id="rId45" Type="http://schemas.openxmlformats.org/officeDocument/2006/relationships/tags" Target="../tags/tag51.xml"/><Relationship Id="rId53" Type="http://schemas.openxmlformats.org/officeDocument/2006/relationships/tags" Target="../tags/tag59.xml"/><Relationship Id="rId58" Type="http://schemas.openxmlformats.org/officeDocument/2006/relationships/tags" Target="../tags/tag64.xml"/><Relationship Id="rId66" Type="http://schemas.openxmlformats.org/officeDocument/2006/relationships/tags" Target="../tags/tag72.xml"/><Relationship Id="rId5" Type="http://schemas.openxmlformats.org/officeDocument/2006/relationships/tags" Target="../tags/tag11.xml"/><Relationship Id="rId61" Type="http://schemas.openxmlformats.org/officeDocument/2006/relationships/tags" Target="../tags/tag67.xml"/><Relationship Id="rId19" Type="http://schemas.openxmlformats.org/officeDocument/2006/relationships/tags" Target="../tags/tag25.xml"/><Relationship Id="rId14" Type="http://schemas.openxmlformats.org/officeDocument/2006/relationships/tags" Target="../tags/tag20.xml"/><Relationship Id="rId22" Type="http://schemas.openxmlformats.org/officeDocument/2006/relationships/tags" Target="../tags/tag28.xml"/><Relationship Id="rId27" Type="http://schemas.openxmlformats.org/officeDocument/2006/relationships/tags" Target="../tags/tag33.xml"/><Relationship Id="rId30" Type="http://schemas.openxmlformats.org/officeDocument/2006/relationships/tags" Target="../tags/tag36.xml"/><Relationship Id="rId35" Type="http://schemas.openxmlformats.org/officeDocument/2006/relationships/tags" Target="../tags/tag41.xml"/><Relationship Id="rId43" Type="http://schemas.openxmlformats.org/officeDocument/2006/relationships/tags" Target="../tags/tag49.xml"/><Relationship Id="rId48" Type="http://schemas.openxmlformats.org/officeDocument/2006/relationships/tags" Target="../tags/tag54.xml"/><Relationship Id="rId56" Type="http://schemas.openxmlformats.org/officeDocument/2006/relationships/tags" Target="../tags/tag62.xml"/><Relationship Id="rId64" Type="http://schemas.openxmlformats.org/officeDocument/2006/relationships/tags" Target="../tags/tag70.xml"/><Relationship Id="rId69" Type="http://schemas.openxmlformats.org/officeDocument/2006/relationships/image" Target="../media/image1.jpeg"/><Relationship Id="rId8" Type="http://schemas.openxmlformats.org/officeDocument/2006/relationships/tags" Target="../tags/tag14.xml"/><Relationship Id="rId51" Type="http://schemas.openxmlformats.org/officeDocument/2006/relationships/tags" Target="../tags/tag57.xml"/><Relationship Id="rId3" Type="http://schemas.openxmlformats.org/officeDocument/2006/relationships/tags" Target="../tags/tag9.xml"/><Relationship Id="rId12" Type="http://schemas.openxmlformats.org/officeDocument/2006/relationships/tags" Target="../tags/tag18.xml"/><Relationship Id="rId17" Type="http://schemas.openxmlformats.org/officeDocument/2006/relationships/tags" Target="../tags/tag23.xml"/><Relationship Id="rId25" Type="http://schemas.openxmlformats.org/officeDocument/2006/relationships/tags" Target="../tags/tag31.xml"/><Relationship Id="rId33" Type="http://schemas.openxmlformats.org/officeDocument/2006/relationships/tags" Target="../tags/tag39.xml"/><Relationship Id="rId38" Type="http://schemas.openxmlformats.org/officeDocument/2006/relationships/tags" Target="../tags/tag44.xml"/><Relationship Id="rId46" Type="http://schemas.openxmlformats.org/officeDocument/2006/relationships/tags" Target="../tags/tag52.xml"/><Relationship Id="rId59" Type="http://schemas.openxmlformats.org/officeDocument/2006/relationships/tags" Target="../tags/tag65.xml"/><Relationship Id="rId67" Type="http://schemas.openxmlformats.org/officeDocument/2006/relationships/tags" Target="../tags/tag73.xml"/><Relationship Id="rId20" Type="http://schemas.openxmlformats.org/officeDocument/2006/relationships/tags" Target="../tags/tag26.xml"/><Relationship Id="rId41" Type="http://schemas.openxmlformats.org/officeDocument/2006/relationships/tags" Target="../tags/tag47.xml"/><Relationship Id="rId54" Type="http://schemas.openxmlformats.org/officeDocument/2006/relationships/tags" Target="../tags/tag60.xml"/><Relationship Id="rId62" Type="http://schemas.openxmlformats.org/officeDocument/2006/relationships/tags" Target="../tags/tag68.xml"/><Relationship Id="rId1" Type="http://schemas.openxmlformats.org/officeDocument/2006/relationships/tags" Target="../tags/tag7.xml"/><Relationship Id="rId6" Type="http://schemas.openxmlformats.org/officeDocument/2006/relationships/tags" Target="../tags/tag12.xml"/><Relationship Id="rId15" Type="http://schemas.openxmlformats.org/officeDocument/2006/relationships/tags" Target="../tags/tag21.xml"/><Relationship Id="rId23" Type="http://schemas.openxmlformats.org/officeDocument/2006/relationships/tags" Target="../tags/tag29.xml"/><Relationship Id="rId28" Type="http://schemas.openxmlformats.org/officeDocument/2006/relationships/tags" Target="../tags/tag34.xml"/><Relationship Id="rId36" Type="http://schemas.openxmlformats.org/officeDocument/2006/relationships/tags" Target="../tags/tag42.xml"/><Relationship Id="rId49" Type="http://schemas.openxmlformats.org/officeDocument/2006/relationships/tags" Target="../tags/tag55.xml"/><Relationship Id="rId57" Type="http://schemas.openxmlformats.org/officeDocument/2006/relationships/tags" Target="../tags/tag63.xml"/><Relationship Id="rId10" Type="http://schemas.openxmlformats.org/officeDocument/2006/relationships/tags" Target="../tags/tag16.xml"/><Relationship Id="rId31" Type="http://schemas.openxmlformats.org/officeDocument/2006/relationships/tags" Target="../tags/tag37.xml"/><Relationship Id="rId44" Type="http://schemas.openxmlformats.org/officeDocument/2006/relationships/tags" Target="../tags/tag50.xml"/><Relationship Id="rId52" Type="http://schemas.openxmlformats.org/officeDocument/2006/relationships/tags" Target="../tags/tag58.xml"/><Relationship Id="rId60" Type="http://schemas.openxmlformats.org/officeDocument/2006/relationships/tags" Target="../tags/tag66.xml"/><Relationship Id="rId65" Type="http://schemas.openxmlformats.org/officeDocument/2006/relationships/tags" Target="../tags/tag71.xml"/><Relationship Id="rId4" Type="http://schemas.openxmlformats.org/officeDocument/2006/relationships/tags" Target="../tags/tag10.xml"/><Relationship Id="rId9" Type="http://schemas.openxmlformats.org/officeDocument/2006/relationships/tags" Target="../tags/tag15.xml"/><Relationship Id="rId13" Type="http://schemas.openxmlformats.org/officeDocument/2006/relationships/tags" Target="../tags/tag19.xml"/><Relationship Id="rId18" Type="http://schemas.openxmlformats.org/officeDocument/2006/relationships/tags" Target="../tags/tag24.xml"/><Relationship Id="rId39" Type="http://schemas.openxmlformats.org/officeDocument/2006/relationships/tags" Target="../tags/tag45.xml"/><Relationship Id="rId34" Type="http://schemas.openxmlformats.org/officeDocument/2006/relationships/tags" Target="../tags/tag40.xml"/><Relationship Id="rId50" Type="http://schemas.openxmlformats.org/officeDocument/2006/relationships/tags" Target="../tags/tag56.xml"/><Relationship Id="rId55" Type="http://schemas.openxmlformats.org/officeDocument/2006/relationships/tags" Target="../tags/tag6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76.xml"/><Relationship Id="rId7" Type="http://schemas.openxmlformats.org/officeDocument/2006/relationships/slideMaster" Target="../slideMasters/slideMaster1.xml"/><Relationship Id="rId2" Type="http://schemas.openxmlformats.org/officeDocument/2006/relationships/tags" Target="../tags/tag75.xml"/><Relationship Id="rId1" Type="http://schemas.openxmlformats.org/officeDocument/2006/relationships/tags" Target="../tags/tag74.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87.xml"/><Relationship Id="rId3" Type="http://schemas.openxmlformats.org/officeDocument/2006/relationships/tags" Target="../tags/tag82.xml"/><Relationship Id="rId7" Type="http://schemas.openxmlformats.org/officeDocument/2006/relationships/tags" Target="../tags/tag86.xml"/><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tags" Target="../tags/tag85.xml"/><Relationship Id="rId5" Type="http://schemas.openxmlformats.org/officeDocument/2006/relationships/tags" Target="../tags/tag84.xml"/><Relationship Id="rId4" Type="http://schemas.openxmlformats.org/officeDocument/2006/relationships/tags" Target="../tags/tag83.xml"/><Relationship Id="rId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90.xml"/><Relationship Id="rId7" Type="http://schemas.openxmlformats.org/officeDocument/2006/relationships/tags" Target="../tags/tag94.xml"/><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tags" Target="../tags/tag93.xml"/><Relationship Id="rId5" Type="http://schemas.openxmlformats.org/officeDocument/2006/relationships/tags" Target="../tags/tag92.xml"/><Relationship Id="rId4" Type="http://schemas.openxmlformats.org/officeDocument/2006/relationships/tags" Target="../tags/tag91.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102.xml"/><Relationship Id="rId3" Type="http://schemas.openxmlformats.org/officeDocument/2006/relationships/tags" Target="../tags/tag97.xml"/><Relationship Id="rId7" Type="http://schemas.openxmlformats.org/officeDocument/2006/relationships/tags" Target="../tags/tag101.xml"/><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tags" Target="../tags/tag100.xml"/><Relationship Id="rId5" Type="http://schemas.openxmlformats.org/officeDocument/2006/relationships/tags" Target="../tags/tag99.xml"/><Relationship Id="rId10" Type="http://schemas.openxmlformats.org/officeDocument/2006/relationships/slideMaster" Target="../slideMasters/slideMaster1.xml"/><Relationship Id="rId4" Type="http://schemas.openxmlformats.org/officeDocument/2006/relationships/tags" Target="../tags/tag98.xml"/><Relationship Id="rId9" Type="http://schemas.openxmlformats.org/officeDocument/2006/relationships/tags" Target="../tags/tag103.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slideMaster" Target="../slideMasters/slideMaster1.xml"/><Relationship Id="rId5" Type="http://schemas.openxmlformats.org/officeDocument/2006/relationships/tags" Target="../tags/tag108.xml"/><Relationship Id="rId4" Type="http://schemas.openxmlformats.org/officeDocument/2006/relationships/tags" Target="../tags/tag107.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tags" Target="../tags/tag109.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14.xml"/><Relationship Id="rId7" Type="http://schemas.openxmlformats.org/officeDocument/2006/relationships/tags" Target="../tags/tag118.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tags" Target="../tags/tag117.xml"/><Relationship Id="rId5" Type="http://schemas.openxmlformats.org/officeDocument/2006/relationships/tags" Target="../tags/tag116.xml"/><Relationship Id="rId4" Type="http://schemas.openxmlformats.org/officeDocument/2006/relationships/tags" Target="../tags/tag115.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121.xml"/><Relationship Id="rId7" Type="http://schemas.openxmlformats.org/officeDocument/2006/relationships/slideMaster" Target="../slideMasters/slideMaster1.xml"/><Relationship Id="rId2" Type="http://schemas.openxmlformats.org/officeDocument/2006/relationships/tags" Target="../tags/tag120.xml"/><Relationship Id="rId1" Type="http://schemas.openxmlformats.org/officeDocument/2006/relationships/tags" Target="../tags/tag119.xml"/><Relationship Id="rId6" Type="http://schemas.openxmlformats.org/officeDocument/2006/relationships/tags" Target="../tags/tag124.xml"/><Relationship Id="rId5" Type="http://schemas.openxmlformats.org/officeDocument/2006/relationships/tags" Target="../tags/tag123.xml"/><Relationship Id="rId4" Type="http://schemas.openxmlformats.org/officeDocument/2006/relationships/tags" Target="../tags/tag12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127.xml"/><Relationship Id="rId2" Type="http://schemas.openxmlformats.org/officeDocument/2006/relationships/tags" Target="../tags/tag126.xml"/><Relationship Id="rId1" Type="http://schemas.openxmlformats.org/officeDocument/2006/relationships/tags" Target="../tags/tag125.xml"/><Relationship Id="rId6" Type="http://schemas.openxmlformats.org/officeDocument/2006/relationships/slideMaster" Target="../slideMasters/slideMaster1.xml"/><Relationship Id="rId5" Type="http://schemas.openxmlformats.org/officeDocument/2006/relationships/tags" Target="../tags/tag129.xml"/><Relationship Id="rId4" Type="http://schemas.openxmlformats.org/officeDocument/2006/relationships/tags" Target="../tags/tag128.xml"/></Relationships>
</file>

<file path=ppt/slideLayouts/_rels/slideLayout11.xml.rels><?xml version="1.0" encoding="UTF-8" standalone="yes"?>
<Relationships xmlns="http://schemas.openxmlformats.org/package/2006/relationships"><Relationship Id="rId26" Type="http://schemas.openxmlformats.org/officeDocument/2006/relationships/tags" Target="../tags/tag155.xml"/><Relationship Id="rId21" Type="http://schemas.openxmlformats.org/officeDocument/2006/relationships/tags" Target="../tags/tag150.xml"/><Relationship Id="rId42" Type="http://schemas.openxmlformats.org/officeDocument/2006/relationships/tags" Target="../tags/tag171.xml"/><Relationship Id="rId47" Type="http://schemas.openxmlformats.org/officeDocument/2006/relationships/tags" Target="../tags/tag176.xml"/><Relationship Id="rId63" Type="http://schemas.openxmlformats.org/officeDocument/2006/relationships/tags" Target="../tags/tag192.xml"/><Relationship Id="rId68" Type="http://schemas.openxmlformats.org/officeDocument/2006/relationships/slideMaster" Target="../slideMasters/slideMaster1.xml"/><Relationship Id="rId7" Type="http://schemas.openxmlformats.org/officeDocument/2006/relationships/tags" Target="../tags/tag136.xml"/><Relationship Id="rId2" Type="http://schemas.openxmlformats.org/officeDocument/2006/relationships/tags" Target="../tags/tag131.xml"/><Relationship Id="rId16" Type="http://schemas.openxmlformats.org/officeDocument/2006/relationships/tags" Target="../tags/tag145.xml"/><Relationship Id="rId29" Type="http://schemas.openxmlformats.org/officeDocument/2006/relationships/tags" Target="../tags/tag158.xml"/><Relationship Id="rId11" Type="http://schemas.openxmlformats.org/officeDocument/2006/relationships/tags" Target="../tags/tag140.xml"/><Relationship Id="rId24" Type="http://schemas.openxmlformats.org/officeDocument/2006/relationships/tags" Target="../tags/tag153.xml"/><Relationship Id="rId32" Type="http://schemas.openxmlformats.org/officeDocument/2006/relationships/tags" Target="../tags/tag161.xml"/><Relationship Id="rId37" Type="http://schemas.openxmlformats.org/officeDocument/2006/relationships/tags" Target="../tags/tag166.xml"/><Relationship Id="rId40" Type="http://schemas.openxmlformats.org/officeDocument/2006/relationships/tags" Target="../tags/tag169.xml"/><Relationship Id="rId45" Type="http://schemas.openxmlformats.org/officeDocument/2006/relationships/tags" Target="../tags/tag174.xml"/><Relationship Id="rId53" Type="http://schemas.openxmlformats.org/officeDocument/2006/relationships/tags" Target="../tags/tag182.xml"/><Relationship Id="rId58" Type="http://schemas.openxmlformats.org/officeDocument/2006/relationships/tags" Target="../tags/tag187.xml"/><Relationship Id="rId66" Type="http://schemas.openxmlformats.org/officeDocument/2006/relationships/tags" Target="../tags/tag195.xml"/><Relationship Id="rId5" Type="http://schemas.openxmlformats.org/officeDocument/2006/relationships/tags" Target="../tags/tag134.xml"/><Relationship Id="rId61" Type="http://schemas.openxmlformats.org/officeDocument/2006/relationships/tags" Target="../tags/tag190.xml"/><Relationship Id="rId19" Type="http://schemas.openxmlformats.org/officeDocument/2006/relationships/tags" Target="../tags/tag148.xml"/><Relationship Id="rId14" Type="http://schemas.openxmlformats.org/officeDocument/2006/relationships/tags" Target="../tags/tag143.xml"/><Relationship Id="rId22" Type="http://schemas.openxmlformats.org/officeDocument/2006/relationships/tags" Target="../tags/tag151.xml"/><Relationship Id="rId27" Type="http://schemas.openxmlformats.org/officeDocument/2006/relationships/tags" Target="../tags/tag156.xml"/><Relationship Id="rId30" Type="http://schemas.openxmlformats.org/officeDocument/2006/relationships/tags" Target="../tags/tag159.xml"/><Relationship Id="rId35" Type="http://schemas.openxmlformats.org/officeDocument/2006/relationships/tags" Target="../tags/tag164.xml"/><Relationship Id="rId43" Type="http://schemas.openxmlformats.org/officeDocument/2006/relationships/tags" Target="../tags/tag172.xml"/><Relationship Id="rId48" Type="http://schemas.openxmlformats.org/officeDocument/2006/relationships/tags" Target="../tags/tag177.xml"/><Relationship Id="rId56" Type="http://schemas.openxmlformats.org/officeDocument/2006/relationships/tags" Target="../tags/tag185.xml"/><Relationship Id="rId64" Type="http://schemas.openxmlformats.org/officeDocument/2006/relationships/tags" Target="../tags/tag193.xml"/><Relationship Id="rId69" Type="http://schemas.openxmlformats.org/officeDocument/2006/relationships/image" Target="../media/image1.jpeg"/><Relationship Id="rId8" Type="http://schemas.openxmlformats.org/officeDocument/2006/relationships/tags" Target="../tags/tag137.xml"/><Relationship Id="rId51" Type="http://schemas.openxmlformats.org/officeDocument/2006/relationships/tags" Target="../tags/tag180.xml"/><Relationship Id="rId3" Type="http://schemas.openxmlformats.org/officeDocument/2006/relationships/tags" Target="../tags/tag132.xml"/><Relationship Id="rId12" Type="http://schemas.openxmlformats.org/officeDocument/2006/relationships/tags" Target="../tags/tag141.xml"/><Relationship Id="rId17" Type="http://schemas.openxmlformats.org/officeDocument/2006/relationships/tags" Target="../tags/tag146.xml"/><Relationship Id="rId25" Type="http://schemas.openxmlformats.org/officeDocument/2006/relationships/tags" Target="../tags/tag154.xml"/><Relationship Id="rId33" Type="http://schemas.openxmlformats.org/officeDocument/2006/relationships/tags" Target="../tags/tag162.xml"/><Relationship Id="rId38" Type="http://schemas.openxmlformats.org/officeDocument/2006/relationships/tags" Target="../tags/tag167.xml"/><Relationship Id="rId46" Type="http://schemas.openxmlformats.org/officeDocument/2006/relationships/tags" Target="../tags/tag175.xml"/><Relationship Id="rId59" Type="http://schemas.openxmlformats.org/officeDocument/2006/relationships/tags" Target="../tags/tag188.xml"/><Relationship Id="rId67" Type="http://schemas.openxmlformats.org/officeDocument/2006/relationships/tags" Target="../tags/tag196.xml"/><Relationship Id="rId20" Type="http://schemas.openxmlformats.org/officeDocument/2006/relationships/tags" Target="../tags/tag149.xml"/><Relationship Id="rId41" Type="http://schemas.openxmlformats.org/officeDocument/2006/relationships/tags" Target="../tags/tag170.xml"/><Relationship Id="rId54" Type="http://schemas.openxmlformats.org/officeDocument/2006/relationships/tags" Target="../tags/tag183.xml"/><Relationship Id="rId62" Type="http://schemas.openxmlformats.org/officeDocument/2006/relationships/tags" Target="../tags/tag191.xml"/><Relationship Id="rId70" Type="http://schemas.openxmlformats.org/officeDocument/2006/relationships/image" Target="../media/image2.jpeg"/><Relationship Id="rId1" Type="http://schemas.openxmlformats.org/officeDocument/2006/relationships/tags" Target="../tags/tag130.xml"/><Relationship Id="rId6" Type="http://schemas.openxmlformats.org/officeDocument/2006/relationships/tags" Target="../tags/tag135.xml"/><Relationship Id="rId15" Type="http://schemas.openxmlformats.org/officeDocument/2006/relationships/tags" Target="../tags/tag144.xml"/><Relationship Id="rId23" Type="http://schemas.openxmlformats.org/officeDocument/2006/relationships/tags" Target="../tags/tag152.xml"/><Relationship Id="rId28" Type="http://schemas.openxmlformats.org/officeDocument/2006/relationships/tags" Target="../tags/tag157.xml"/><Relationship Id="rId36" Type="http://schemas.openxmlformats.org/officeDocument/2006/relationships/tags" Target="../tags/tag165.xml"/><Relationship Id="rId49" Type="http://schemas.openxmlformats.org/officeDocument/2006/relationships/tags" Target="../tags/tag178.xml"/><Relationship Id="rId57" Type="http://schemas.openxmlformats.org/officeDocument/2006/relationships/tags" Target="../tags/tag186.xml"/><Relationship Id="rId10" Type="http://schemas.openxmlformats.org/officeDocument/2006/relationships/tags" Target="../tags/tag139.xml"/><Relationship Id="rId31" Type="http://schemas.openxmlformats.org/officeDocument/2006/relationships/tags" Target="../tags/tag160.xml"/><Relationship Id="rId44" Type="http://schemas.openxmlformats.org/officeDocument/2006/relationships/tags" Target="../tags/tag173.xml"/><Relationship Id="rId52" Type="http://schemas.openxmlformats.org/officeDocument/2006/relationships/tags" Target="../tags/tag181.xml"/><Relationship Id="rId60" Type="http://schemas.openxmlformats.org/officeDocument/2006/relationships/tags" Target="../tags/tag189.xml"/><Relationship Id="rId65" Type="http://schemas.openxmlformats.org/officeDocument/2006/relationships/tags" Target="../tags/tag194.xml"/><Relationship Id="rId4" Type="http://schemas.openxmlformats.org/officeDocument/2006/relationships/tags" Target="../tags/tag133.xml"/><Relationship Id="rId9" Type="http://schemas.openxmlformats.org/officeDocument/2006/relationships/tags" Target="../tags/tag138.xml"/><Relationship Id="rId13" Type="http://schemas.openxmlformats.org/officeDocument/2006/relationships/tags" Target="../tags/tag142.xml"/><Relationship Id="rId18" Type="http://schemas.openxmlformats.org/officeDocument/2006/relationships/tags" Target="../tags/tag147.xml"/><Relationship Id="rId39" Type="http://schemas.openxmlformats.org/officeDocument/2006/relationships/tags" Target="../tags/tag168.xml"/><Relationship Id="rId34" Type="http://schemas.openxmlformats.org/officeDocument/2006/relationships/tags" Target="../tags/tag163.xml"/><Relationship Id="rId50" Type="http://schemas.openxmlformats.org/officeDocument/2006/relationships/tags" Target="../tags/tag179.xml"/><Relationship Id="rId55" Type="http://schemas.openxmlformats.org/officeDocument/2006/relationships/tags" Target="../tags/tag184.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199.xml"/><Relationship Id="rId2" Type="http://schemas.openxmlformats.org/officeDocument/2006/relationships/tags" Target="../tags/tag198.xml"/><Relationship Id="rId1" Type="http://schemas.openxmlformats.org/officeDocument/2006/relationships/tags" Target="../tags/tag197.xml"/><Relationship Id="rId6" Type="http://schemas.openxmlformats.org/officeDocument/2006/relationships/slideMaster" Target="../slideMasters/slideMaster1.xml"/><Relationship Id="rId5" Type="http://schemas.openxmlformats.org/officeDocument/2006/relationships/tags" Target="../tags/tag201.xml"/><Relationship Id="rId4" Type="http://schemas.openxmlformats.org/officeDocument/2006/relationships/tags" Target="../tags/tag200.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204.xml"/><Relationship Id="rId7" Type="http://schemas.openxmlformats.org/officeDocument/2006/relationships/slideMaster" Target="../slideMasters/slideMaster1.xml"/><Relationship Id="rId2" Type="http://schemas.openxmlformats.org/officeDocument/2006/relationships/tags" Target="../tags/tag203.xml"/><Relationship Id="rId1" Type="http://schemas.openxmlformats.org/officeDocument/2006/relationships/tags" Target="../tags/tag202.xml"/><Relationship Id="rId6" Type="http://schemas.openxmlformats.org/officeDocument/2006/relationships/tags" Target="../tags/tag207.xml"/><Relationship Id="rId5" Type="http://schemas.openxmlformats.org/officeDocument/2006/relationships/tags" Target="../tags/tag206.xml"/><Relationship Id="rId4" Type="http://schemas.openxmlformats.org/officeDocument/2006/relationships/tags" Target="../tags/tag205.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215.xml"/><Relationship Id="rId3" Type="http://schemas.openxmlformats.org/officeDocument/2006/relationships/tags" Target="../tags/tag210.xml"/><Relationship Id="rId7" Type="http://schemas.openxmlformats.org/officeDocument/2006/relationships/tags" Target="../tags/tag214.xml"/><Relationship Id="rId2" Type="http://schemas.openxmlformats.org/officeDocument/2006/relationships/tags" Target="../tags/tag209.xml"/><Relationship Id="rId1" Type="http://schemas.openxmlformats.org/officeDocument/2006/relationships/tags" Target="../tags/tag208.xml"/><Relationship Id="rId6" Type="http://schemas.openxmlformats.org/officeDocument/2006/relationships/tags" Target="../tags/tag213.xml"/><Relationship Id="rId5" Type="http://schemas.openxmlformats.org/officeDocument/2006/relationships/tags" Target="../tags/tag212.xml"/><Relationship Id="rId10" Type="http://schemas.openxmlformats.org/officeDocument/2006/relationships/slideMaster" Target="../slideMasters/slideMaster1.xml"/><Relationship Id="rId4" Type="http://schemas.openxmlformats.org/officeDocument/2006/relationships/tags" Target="../tags/tag211.xml"/><Relationship Id="rId9" Type="http://schemas.openxmlformats.org/officeDocument/2006/relationships/tags" Target="../tags/tag216.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224.xml"/><Relationship Id="rId3" Type="http://schemas.openxmlformats.org/officeDocument/2006/relationships/tags" Target="../tags/tag219.xml"/><Relationship Id="rId7" Type="http://schemas.openxmlformats.org/officeDocument/2006/relationships/tags" Target="../tags/tag223.xml"/><Relationship Id="rId2" Type="http://schemas.openxmlformats.org/officeDocument/2006/relationships/tags" Target="../tags/tag218.xml"/><Relationship Id="rId1" Type="http://schemas.openxmlformats.org/officeDocument/2006/relationships/tags" Target="../tags/tag217.xml"/><Relationship Id="rId6" Type="http://schemas.openxmlformats.org/officeDocument/2006/relationships/tags" Target="../tags/tag222.xml"/><Relationship Id="rId5" Type="http://schemas.openxmlformats.org/officeDocument/2006/relationships/tags" Target="../tags/tag221.xml"/><Relationship Id="rId10" Type="http://schemas.openxmlformats.org/officeDocument/2006/relationships/slideMaster" Target="../slideMasters/slideMaster1.xml"/><Relationship Id="rId4" Type="http://schemas.openxmlformats.org/officeDocument/2006/relationships/tags" Target="../tags/tag220.xml"/><Relationship Id="rId9" Type="http://schemas.openxmlformats.org/officeDocument/2006/relationships/tags" Target="../tags/tag225.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233.xml"/><Relationship Id="rId3" Type="http://schemas.openxmlformats.org/officeDocument/2006/relationships/tags" Target="../tags/tag228.xml"/><Relationship Id="rId7" Type="http://schemas.openxmlformats.org/officeDocument/2006/relationships/tags" Target="../tags/tag232.xml"/><Relationship Id="rId2" Type="http://schemas.openxmlformats.org/officeDocument/2006/relationships/tags" Target="../tags/tag227.xml"/><Relationship Id="rId1" Type="http://schemas.openxmlformats.org/officeDocument/2006/relationships/tags" Target="../tags/tag226.xml"/><Relationship Id="rId6" Type="http://schemas.openxmlformats.org/officeDocument/2006/relationships/tags" Target="../tags/tag231.xml"/><Relationship Id="rId5" Type="http://schemas.openxmlformats.org/officeDocument/2006/relationships/tags" Target="../tags/tag230.xml"/><Relationship Id="rId4" Type="http://schemas.openxmlformats.org/officeDocument/2006/relationships/tags" Target="../tags/tag229.xml"/><Relationship Id="rId9"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241.xml"/><Relationship Id="rId3" Type="http://schemas.openxmlformats.org/officeDocument/2006/relationships/tags" Target="../tags/tag236.xml"/><Relationship Id="rId7" Type="http://schemas.openxmlformats.org/officeDocument/2006/relationships/tags" Target="../tags/tag240.xml"/><Relationship Id="rId2" Type="http://schemas.openxmlformats.org/officeDocument/2006/relationships/tags" Target="../tags/tag235.xml"/><Relationship Id="rId1" Type="http://schemas.openxmlformats.org/officeDocument/2006/relationships/tags" Target="../tags/tag234.xml"/><Relationship Id="rId6" Type="http://schemas.openxmlformats.org/officeDocument/2006/relationships/tags" Target="../tags/tag239.xml"/><Relationship Id="rId11" Type="http://schemas.openxmlformats.org/officeDocument/2006/relationships/slideMaster" Target="../slideMasters/slideMaster1.xml"/><Relationship Id="rId5" Type="http://schemas.openxmlformats.org/officeDocument/2006/relationships/tags" Target="../tags/tag238.xml"/><Relationship Id="rId10" Type="http://schemas.openxmlformats.org/officeDocument/2006/relationships/tags" Target="../tags/tag243.xml"/><Relationship Id="rId4" Type="http://schemas.openxmlformats.org/officeDocument/2006/relationships/tags" Target="../tags/tag237.xml"/><Relationship Id="rId9" Type="http://schemas.openxmlformats.org/officeDocument/2006/relationships/tags" Target="../tags/tag242.xm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251.xml"/><Relationship Id="rId3" Type="http://schemas.openxmlformats.org/officeDocument/2006/relationships/tags" Target="../tags/tag246.xml"/><Relationship Id="rId7" Type="http://schemas.openxmlformats.org/officeDocument/2006/relationships/tags" Target="../tags/tag250.xml"/><Relationship Id="rId2" Type="http://schemas.openxmlformats.org/officeDocument/2006/relationships/tags" Target="../tags/tag245.xml"/><Relationship Id="rId1" Type="http://schemas.openxmlformats.org/officeDocument/2006/relationships/tags" Target="../tags/tag244.xml"/><Relationship Id="rId6" Type="http://schemas.openxmlformats.org/officeDocument/2006/relationships/tags" Target="../tags/tag249.xml"/><Relationship Id="rId5" Type="http://schemas.openxmlformats.org/officeDocument/2006/relationships/tags" Target="../tags/tag248.xml"/><Relationship Id="rId4" Type="http://schemas.openxmlformats.org/officeDocument/2006/relationships/tags" Target="../tags/tag247.xml"/><Relationship Id="rId9"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pic>
        <p:nvPicPr>
          <p:cNvPr id="5" name="图片 4" descr="图片包含 动物&#10;&#10;已生成高可信度的说明"/>
          <p:cNvPicPr>
            <a:picLocks noChangeAspect="1"/>
          </p:cNvPicPr>
          <p:nvPr>
            <p:custDataLst>
              <p:tags r:id="rId1"/>
            </p:custDataLst>
          </p:nvPr>
        </p:nvPicPr>
        <p:blipFill rotWithShape="1">
          <a:blip r:embed="rId69"/>
          <a:srcRect/>
          <a:stretch>
            <a:fillRect/>
          </a:stretch>
        </p:blipFill>
        <p:spPr>
          <a:xfrm flipH="1">
            <a:off x="0" y="0"/>
            <a:ext cx="12188824" cy="6858000"/>
          </a:xfrm>
          <a:prstGeom prst="rect">
            <a:avLst/>
          </a:prstGeom>
        </p:spPr>
      </p:pic>
      <p:grpSp>
        <p:nvGrpSpPr>
          <p:cNvPr id="13" name="组合 12"/>
          <p:cNvGrpSpPr/>
          <p:nvPr>
            <p:custDataLst>
              <p:tags r:id="rId2"/>
            </p:custDataLst>
          </p:nvPr>
        </p:nvGrpSpPr>
        <p:grpSpPr>
          <a:xfrm>
            <a:off x="428513" y="419100"/>
            <a:ext cx="333288" cy="165100"/>
            <a:chOff x="428625" y="419100"/>
            <a:chExt cx="333375" cy="165100"/>
          </a:xfrm>
        </p:grpSpPr>
        <p:cxnSp>
          <p:nvCxnSpPr>
            <p:cNvPr id="7" name="直接连接符 6"/>
            <p:cNvCxnSpPr/>
            <p:nvPr userDrawn="1">
              <p:custDataLst>
                <p:tags r:id="rId65"/>
              </p:custDataLst>
            </p:nvPr>
          </p:nvCxnSpPr>
          <p:spPr>
            <a:xfrm>
              <a:off x="428625" y="419100"/>
              <a:ext cx="33337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userDrawn="1">
              <p:custDataLst>
                <p:tags r:id="rId66"/>
              </p:custDataLst>
            </p:nvPr>
          </p:nvCxnSpPr>
          <p:spPr>
            <a:xfrm>
              <a:off x="428625" y="501650"/>
              <a:ext cx="33337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userDrawn="1">
              <p:custDataLst>
                <p:tags r:id="rId67"/>
              </p:custDataLst>
            </p:nvPr>
          </p:nvCxnSpPr>
          <p:spPr>
            <a:xfrm>
              <a:off x="428625" y="584200"/>
              <a:ext cx="33337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14" name="直接连接符 13"/>
          <p:cNvCxnSpPr/>
          <p:nvPr>
            <p:custDataLst>
              <p:tags r:id="rId3"/>
            </p:custDataLst>
          </p:nvPr>
        </p:nvCxnSpPr>
        <p:spPr>
          <a:xfrm>
            <a:off x="7244861" y="6375400"/>
            <a:ext cx="3642174" cy="0"/>
          </a:xfrm>
          <a:prstGeom prst="line">
            <a:avLst/>
          </a:prstGeom>
          <a:ln w="3175">
            <a:solidFill>
              <a:schemeClr val="bg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149" name="组合 148"/>
          <p:cNvGrpSpPr/>
          <p:nvPr>
            <p:custDataLst>
              <p:tags r:id="rId4"/>
            </p:custDataLst>
          </p:nvPr>
        </p:nvGrpSpPr>
        <p:grpSpPr>
          <a:xfrm>
            <a:off x="910988" y="4845050"/>
            <a:ext cx="1807689" cy="319882"/>
            <a:chOff x="911225" y="4845050"/>
            <a:chExt cx="1808160" cy="319882"/>
          </a:xfrm>
          <a:solidFill>
            <a:schemeClr val="bg1"/>
          </a:solidFill>
        </p:grpSpPr>
        <p:sp>
          <p:nvSpPr>
            <p:cNvPr id="127" name="椭圆 126"/>
            <p:cNvSpPr/>
            <p:nvPr>
              <p:custDataLst>
                <p:tags r:id="rId43"/>
              </p:custDataLst>
            </p:nvPr>
          </p:nvSpPr>
          <p:spPr>
            <a:xfrm>
              <a:off x="911225"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椭圆 127"/>
            <p:cNvSpPr/>
            <p:nvPr>
              <p:custDataLst>
                <p:tags r:id="rId44"/>
              </p:custDataLst>
            </p:nvPr>
          </p:nvSpPr>
          <p:spPr>
            <a:xfrm>
              <a:off x="911225"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椭圆 128"/>
            <p:cNvSpPr/>
            <p:nvPr>
              <p:custDataLst>
                <p:tags r:id="rId45"/>
              </p:custDataLst>
            </p:nvPr>
          </p:nvSpPr>
          <p:spPr>
            <a:xfrm>
              <a:off x="1085056"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椭圆 129"/>
            <p:cNvSpPr/>
            <p:nvPr>
              <p:custDataLst>
                <p:tags r:id="rId46"/>
              </p:custDataLst>
            </p:nvPr>
          </p:nvSpPr>
          <p:spPr>
            <a:xfrm>
              <a:off x="1085056"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椭圆 130"/>
            <p:cNvSpPr/>
            <p:nvPr>
              <p:custDataLst>
                <p:tags r:id="rId47"/>
              </p:custDataLst>
            </p:nvPr>
          </p:nvSpPr>
          <p:spPr>
            <a:xfrm>
              <a:off x="1258887"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椭圆 131"/>
            <p:cNvSpPr/>
            <p:nvPr>
              <p:custDataLst>
                <p:tags r:id="rId48"/>
              </p:custDataLst>
            </p:nvPr>
          </p:nvSpPr>
          <p:spPr>
            <a:xfrm>
              <a:off x="1258887"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椭圆 132"/>
            <p:cNvSpPr/>
            <p:nvPr>
              <p:custDataLst>
                <p:tags r:id="rId49"/>
              </p:custDataLst>
            </p:nvPr>
          </p:nvSpPr>
          <p:spPr>
            <a:xfrm>
              <a:off x="1432718"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椭圆 133"/>
            <p:cNvSpPr/>
            <p:nvPr>
              <p:custDataLst>
                <p:tags r:id="rId50"/>
              </p:custDataLst>
            </p:nvPr>
          </p:nvSpPr>
          <p:spPr>
            <a:xfrm>
              <a:off x="1432718"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椭圆 134"/>
            <p:cNvSpPr/>
            <p:nvPr>
              <p:custDataLst>
                <p:tags r:id="rId51"/>
              </p:custDataLst>
            </p:nvPr>
          </p:nvSpPr>
          <p:spPr>
            <a:xfrm>
              <a:off x="1606549"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椭圆 135"/>
            <p:cNvSpPr/>
            <p:nvPr>
              <p:custDataLst>
                <p:tags r:id="rId52"/>
              </p:custDataLst>
            </p:nvPr>
          </p:nvSpPr>
          <p:spPr>
            <a:xfrm>
              <a:off x="1606549"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椭圆 136"/>
            <p:cNvSpPr/>
            <p:nvPr>
              <p:custDataLst>
                <p:tags r:id="rId53"/>
              </p:custDataLst>
            </p:nvPr>
          </p:nvSpPr>
          <p:spPr>
            <a:xfrm>
              <a:off x="1780380"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 name="椭圆 137"/>
            <p:cNvSpPr/>
            <p:nvPr>
              <p:custDataLst>
                <p:tags r:id="rId54"/>
              </p:custDataLst>
            </p:nvPr>
          </p:nvSpPr>
          <p:spPr>
            <a:xfrm>
              <a:off x="1780380"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椭圆 138"/>
            <p:cNvSpPr/>
            <p:nvPr>
              <p:custDataLst>
                <p:tags r:id="rId55"/>
              </p:custDataLst>
            </p:nvPr>
          </p:nvSpPr>
          <p:spPr>
            <a:xfrm>
              <a:off x="1954211"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椭圆 139"/>
            <p:cNvSpPr/>
            <p:nvPr>
              <p:custDataLst>
                <p:tags r:id="rId56"/>
              </p:custDataLst>
            </p:nvPr>
          </p:nvSpPr>
          <p:spPr>
            <a:xfrm>
              <a:off x="1954211"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椭圆 140"/>
            <p:cNvSpPr/>
            <p:nvPr>
              <p:custDataLst>
                <p:tags r:id="rId57"/>
              </p:custDataLst>
            </p:nvPr>
          </p:nvSpPr>
          <p:spPr>
            <a:xfrm>
              <a:off x="2128042"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椭圆 141"/>
            <p:cNvSpPr/>
            <p:nvPr>
              <p:custDataLst>
                <p:tags r:id="rId58"/>
              </p:custDataLst>
            </p:nvPr>
          </p:nvSpPr>
          <p:spPr>
            <a:xfrm>
              <a:off x="2128042"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椭圆 142"/>
            <p:cNvSpPr/>
            <p:nvPr>
              <p:custDataLst>
                <p:tags r:id="rId59"/>
              </p:custDataLst>
            </p:nvPr>
          </p:nvSpPr>
          <p:spPr>
            <a:xfrm>
              <a:off x="2301873"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椭圆 143"/>
            <p:cNvSpPr/>
            <p:nvPr>
              <p:custDataLst>
                <p:tags r:id="rId60"/>
              </p:custDataLst>
            </p:nvPr>
          </p:nvSpPr>
          <p:spPr>
            <a:xfrm>
              <a:off x="2301873"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5" name="椭圆 144"/>
            <p:cNvSpPr/>
            <p:nvPr>
              <p:custDataLst>
                <p:tags r:id="rId61"/>
              </p:custDataLst>
            </p:nvPr>
          </p:nvSpPr>
          <p:spPr>
            <a:xfrm>
              <a:off x="2475704"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椭圆 145"/>
            <p:cNvSpPr/>
            <p:nvPr>
              <p:custDataLst>
                <p:tags r:id="rId62"/>
              </p:custDataLst>
            </p:nvPr>
          </p:nvSpPr>
          <p:spPr>
            <a:xfrm>
              <a:off x="2475704"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椭圆 146"/>
            <p:cNvSpPr/>
            <p:nvPr>
              <p:custDataLst>
                <p:tags r:id="rId63"/>
              </p:custDataLst>
            </p:nvPr>
          </p:nvSpPr>
          <p:spPr>
            <a:xfrm>
              <a:off x="2649535"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椭圆 147"/>
            <p:cNvSpPr/>
            <p:nvPr>
              <p:custDataLst>
                <p:tags r:id="rId64"/>
              </p:custDataLst>
            </p:nvPr>
          </p:nvSpPr>
          <p:spPr>
            <a:xfrm>
              <a:off x="2649535"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9" name="组合 218"/>
          <p:cNvGrpSpPr/>
          <p:nvPr>
            <p:custDataLst>
              <p:tags r:id="rId5"/>
            </p:custDataLst>
          </p:nvPr>
        </p:nvGrpSpPr>
        <p:grpSpPr>
          <a:xfrm>
            <a:off x="10219095" y="488763"/>
            <a:ext cx="1286332" cy="891382"/>
            <a:chOff x="9265447" y="481778"/>
            <a:chExt cx="1286667" cy="891382"/>
          </a:xfrm>
          <a:solidFill>
            <a:schemeClr val="bg1"/>
          </a:solidFill>
        </p:grpSpPr>
        <p:sp>
          <p:nvSpPr>
            <p:cNvPr id="151" name="椭圆 150"/>
            <p:cNvSpPr/>
            <p:nvPr>
              <p:custDataLst>
                <p:tags r:id="rId11"/>
              </p:custDataLst>
            </p:nvPr>
          </p:nvSpPr>
          <p:spPr>
            <a:xfrm>
              <a:off x="9265447"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椭圆 151"/>
            <p:cNvSpPr/>
            <p:nvPr>
              <p:custDataLst>
                <p:tags r:id="rId12"/>
              </p:custDataLst>
            </p:nvPr>
          </p:nvSpPr>
          <p:spPr>
            <a:xfrm>
              <a:off x="9265447"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椭圆 152"/>
            <p:cNvSpPr/>
            <p:nvPr>
              <p:custDataLst>
                <p:tags r:id="rId13"/>
              </p:custDataLst>
            </p:nvPr>
          </p:nvSpPr>
          <p:spPr>
            <a:xfrm>
              <a:off x="9439278"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椭圆 153"/>
            <p:cNvSpPr/>
            <p:nvPr>
              <p:custDataLst>
                <p:tags r:id="rId14"/>
              </p:custDataLst>
            </p:nvPr>
          </p:nvSpPr>
          <p:spPr>
            <a:xfrm>
              <a:off x="9439278"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椭圆 154"/>
            <p:cNvSpPr/>
            <p:nvPr>
              <p:custDataLst>
                <p:tags r:id="rId15"/>
              </p:custDataLst>
            </p:nvPr>
          </p:nvSpPr>
          <p:spPr>
            <a:xfrm>
              <a:off x="9613109"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椭圆 155"/>
            <p:cNvSpPr/>
            <p:nvPr>
              <p:custDataLst>
                <p:tags r:id="rId16"/>
              </p:custDataLst>
            </p:nvPr>
          </p:nvSpPr>
          <p:spPr>
            <a:xfrm>
              <a:off x="9613109"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椭圆 156"/>
            <p:cNvSpPr/>
            <p:nvPr>
              <p:custDataLst>
                <p:tags r:id="rId17"/>
              </p:custDataLst>
            </p:nvPr>
          </p:nvSpPr>
          <p:spPr>
            <a:xfrm>
              <a:off x="9786940"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椭圆 157"/>
            <p:cNvSpPr/>
            <p:nvPr>
              <p:custDataLst>
                <p:tags r:id="rId18"/>
              </p:custDataLst>
            </p:nvPr>
          </p:nvSpPr>
          <p:spPr>
            <a:xfrm>
              <a:off x="9786940"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椭圆 158"/>
            <p:cNvSpPr/>
            <p:nvPr>
              <p:custDataLst>
                <p:tags r:id="rId19"/>
              </p:custDataLst>
            </p:nvPr>
          </p:nvSpPr>
          <p:spPr>
            <a:xfrm>
              <a:off x="9960771"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椭圆 159"/>
            <p:cNvSpPr/>
            <p:nvPr>
              <p:custDataLst>
                <p:tags r:id="rId20"/>
              </p:custDataLst>
            </p:nvPr>
          </p:nvSpPr>
          <p:spPr>
            <a:xfrm>
              <a:off x="9960771"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椭圆 160"/>
            <p:cNvSpPr/>
            <p:nvPr>
              <p:custDataLst>
                <p:tags r:id="rId21"/>
              </p:custDataLst>
            </p:nvPr>
          </p:nvSpPr>
          <p:spPr>
            <a:xfrm>
              <a:off x="10134602"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2" name="椭圆 161"/>
            <p:cNvSpPr/>
            <p:nvPr>
              <p:custDataLst>
                <p:tags r:id="rId22"/>
              </p:custDataLst>
            </p:nvPr>
          </p:nvSpPr>
          <p:spPr>
            <a:xfrm>
              <a:off x="10134602"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3" name="椭圆 162"/>
            <p:cNvSpPr/>
            <p:nvPr>
              <p:custDataLst>
                <p:tags r:id="rId23"/>
              </p:custDataLst>
            </p:nvPr>
          </p:nvSpPr>
          <p:spPr>
            <a:xfrm>
              <a:off x="10308433"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椭圆 163"/>
            <p:cNvSpPr/>
            <p:nvPr>
              <p:custDataLst>
                <p:tags r:id="rId24"/>
              </p:custDataLst>
            </p:nvPr>
          </p:nvSpPr>
          <p:spPr>
            <a:xfrm>
              <a:off x="10308433"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椭圆 164"/>
            <p:cNvSpPr/>
            <p:nvPr>
              <p:custDataLst>
                <p:tags r:id="rId25"/>
              </p:custDataLst>
            </p:nvPr>
          </p:nvSpPr>
          <p:spPr>
            <a:xfrm>
              <a:off x="10482264"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6" name="椭圆 165"/>
            <p:cNvSpPr/>
            <p:nvPr>
              <p:custDataLst>
                <p:tags r:id="rId26"/>
              </p:custDataLst>
            </p:nvPr>
          </p:nvSpPr>
          <p:spPr>
            <a:xfrm>
              <a:off x="10482264"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4" name="椭圆 173"/>
            <p:cNvSpPr/>
            <p:nvPr>
              <p:custDataLst>
                <p:tags r:id="rId27"/>
              </p:custDataLst>
            </p:nvPr>
          </p:nvSpPr>
          <p:spPr>
            <a:xfrm>
              <a:off x="9265447"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5" name="椭圆 174"/>
            <p:cNvSpPr/>
            <p:nvPr>
              <p:custDataLst>
                <p:tags r:id="rId28"/>
              </p:custDataLst>
            </p:nvPr>
          </p:nvSpPr>
          <p:spPr>
            <a:xfrm>
              <a:off x="9265447"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6" name="椭圆 175"/>
            <p:cNvSpPr/>
            <p:nvPr>
              <p:custDataLst>
                <p:tags r:id="rId29"/>
              </p:custDataLst>
            </p:nvPr>
          </p:nvSpPr>
          <p:spPr>
            <a:xfrm>
              <a:off x="9439278"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7" name="椭圆 176"/>
            <p:cNvSpPr/>
            <p:nvPr>
              <p:custDataLst>
                <p:tags r:id="rId30"/>
              </p:custDataLst>
            </p:nvPr>
          </p:nvSpPr>
          <p:spPr>
            <a:xfrm>
              <a:off x="9439278"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8" name="椭圆 177"/>
            <p:cNvSpPr/>
            <p:nvPr>
              <p:custDataLst>
                <p:tags r:id="rId31"/>
              </p:custDataLst>
            </p:nvPr>
          </p:nvSpPr>
          <p:spPr>
            <a:xfrm>
              <a:off x="9613109"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9" name="椭圆 178"/>
            <p:cNvSpPr/>
            <p:nvPr>
              <p:custDataLst>
                <p:tags r:id="rId32"/>
              </p:custDataLst>
            </p:nvPr>
          </p:nvSpPr>
          <p:spPr>
            <a:xfrm>
              <a:off x="9613109"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0" name="椭圆 179"/>
            <p:cNvSpPr/>
            <p:nvPr>
              <p:custDataLst>
                <p:tags r:id="rId33"/>
              </p:custDataLst>
            </p:nvPr>
          </p:nvSpPr>
          <p:spPr>
            <a:xfrm>
              <a:off x="9786940"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1" name="椭圆 180"/>
            <p:cNvSpPr/>
            <p:nvPr>
              <p:custDataLst>
                <p:tags r:id="rId34"/>
              </p:custDataLst>
            </p:nvPr>
          </p:nvSpPr>
          <p:spPr>
            <a:xfrm>
              <a:off x="9786940"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2" name="椭圆 181"/>
            <p:cNvSpPr/>
            <p:nvPr>
              <p:custDataLst>
                <p:tags r:id="rId35"/>
              </p:custDataLst>
            </p:nvPr>
          </p:nvSpPr>
          <p:spPr>
            <a:xfrm>
              <a:off x="9960771"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3" name="椭圆 182"/>
            <p:cNvSpPr/>
            <p:nvPr>
              <p:custDataLst>
                <p:tags r:id="rId36"/>
              </p:custDataLst>
            </p:nvPr>
          </p:nvSpPr>
          <p:spPr>
            <a:xfrm>
              <a:off x="9960771"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4" name="椭圆 183"/>
            <p:cNvSpPr/>
            <p:nvPr>
              <p:custDataLst>
                <p:tags r:id="rId37"/>
              </p:custDataLst>
            </p:nvPr>
          </p:nvSpPr>
          <p:spPr>
            <a:xfrm>
              <a:off x="10134602"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5" name="椭圆 184"/>
            <p:cNvSpPr/>
            <p:nvPr>
              <p:custDataLst>
                <p:tags r:id="rId38"/>
              </p:custDataLst>
            </p:nvPr>
          </p:nvSpPr>
          <p:spPr>
            <a:xfrm>
              <a:off x="10134602"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6" name="椭圆 185"/>
            <p:cNvSpPr/>
            <p:nvPr>
              <p:custDataLst>
                <p:tags r:id="rId39"/>
              </p:custDataLst>
            </p:nvPr>
          </p:nvSpPr>
          <p:spPr>
            <a:xfrm>
              <a:off x="10308433"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7" name="椭圆 186"/>
            <p:cNvSpPr/>
            <p:nvPr>
              <p:custDataLst>
                <p:tags r:id="rId40"/>
              </p:custDataLst>
            </p:nvPr>
          </p:nvSpPr>
          <p:spPr>
            <a:xfrm>
              <a:off x="10308433"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8" name="椭圆 187"/>
            <p:cNvSpPr/>
            <p:nvPr>
              <p:custDataLst>
                <p:tags r:id="rId41"/>
              </p:custDataLst>
            </p:nvPr>
          </p:nvSpPr>
          <p:spPr>
            <a:xfrm>
              <a:off x="10482264"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9" name="椭圆 188"/>
            <p:cNvSpPr/>
            <p:nvPr>
              <p:custDataLst>
                <p:tags r:id="rId42"/>
              </p:custDataLst>
            </p:nvPr>
          </p:nvSpPr>
          <p:spPr>
            <a:xfrm>
              <a:off x="10482264"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ctrTitle" hasCustomPrompt="1"/>
            <p:custDataLst>
              <p:tags r:id="rId6"/>
            </p:custDataLst>
          </p:nvPr>
        </p:nvSpPr>
        <p:spPr>
          <a:xfrm>
            <a:off x="669707" y="3182448"/>
            <a:ext cx="9435117" cy="1451463"/>
          </a:xfrm>
        </p:spPr>
        <p:txBody>
          <a:bodyPr lIns="90170" tIns="46990" rIns="36000" bIns="46990" anchor="t" anchorCtr="0">
            <a:normAutofit/>
          </a:bodyPr>
          <a:lstStyle>
            <a:lvl1pPr algn="dist">
              <a:defRPr sz="8000" spc="600" baseline="0">
                <a:solidFill>
                  <a:schemeClr val="bg1"/>
                </a:solidFill>
                <a:latin typeface="Arial" panose="020B0604020202020204" pitchFamily="34" charset="0"/>
                <a:ea typeface="汉仪旗黑-85S" panose="00020600040101010101" pitchFamily="18" charset="-122"/>
              </a:defRPr>
            </a:lvl1pPr>
          </a:lstStyle>
          <a:p>
            <a:r>
              <a:rPr lang="zh-CN" altLang="en-US" dirty="0"/>
              <a:t>单击此处编辑标题</a:t>
            </a:r>
          </a:p>
        </p:txBody>
      </p:sp>
      <p:sp>
        <p:nvSpPr>
          <p:cNvPr id="12" name="文本占位符 11"/>
          <p:cNvSpPr>
            <a:spLocks noGrp="1"/>
          </p:cNvSpPr>
          <p:nvPr>
            <p:ph type="body" sz="quarter" idx="13" hasCustomPrompt="1"/>
            <p:custDataLst>
              <p:tags r:id="rId7"/>
            </p:custDataLst>
          </p:nvPr>
        </p:nvSpPr>
        <p:spPr>
          <a:xfrm>
            <a:off x="669707" y="5315574"/>
            <a:ext cx="6456312" cy="503238"/>
          </a:xfrm>
        </p:spPr>
        <p:txBody>
          <a:bodyPr lIns="90000" tIns="46800" rIns="90000" bIns="46800" anchor="ctr" anchorCtr="0">
            <a:normAutofit/>
          </a:bodyPr>
          <a:lstStyle>
            <a:lvl1pPr marL="0" indent="0" algn="dist">
              <a:buNone/>
              <a:defRPr sz="2000" baseline="0">
                <a:solidFill>
                  <a:schemeClr val="bg1"/>
                </a:solidFill>
                <a:latin typeface="Arial" panose="020B0604020202020204" pitchFamily="34" charset="0"/>
              </a:defRPr>
            </a:lvl1pPr>
          </a:lstStyle>
          <a:p>
            <a:pPr lvl="0"/>
            <a:r>
              <a:rPr lang="zh-CN" altLang="en-US" dirty="0"/>
              <a:t>单击此处编辑文本</a:t>
            </a:r>
          </a:p>
        </p:txBody>
      </p:sp>
      <p:sp>
        <p:nvSpPr>
          <p:cNvPr id="16" name="日期占位符 15"/>
          <p:cNvSpPr>
            <a:spLocks noGrp="1"/>
          </p:cNvSpPr>
          <p:nvPr>
            <p:ph type="dt" sz="half" idx="10"/>
            <p:custDataLst>
              <p:tags r:id="rId8"/>
            </p:custDataLst>
          </p:nvPr>
        </p:nvSpPr>
        <p:spPr/>
        <p:txBody>
          <a:bodyPr/>
          <a:lstStyle/>
          <a:p>
            <a:fld id="{760FBDFE-C587-4B4C-A407-44438C67B59E}" type="datetimeFigureOut">
              <a:rPr lang="zh-CN" altLang="en-US" smtClean="0"/>
              <a:t>2022/5/15</a:t>
            </a:fld>
            <a:endParaRPr lang="zh-CN" altLang="en-US"/>
          </a:p>
        </p:txBody>
      </p:sp>
      <p:sp>
        <p:nvSpPr>
          <p:cNvPr id="17" name="页脚占位符 16"/>
          <p:cNvSpPr>
            <a:spLocks noGrp="1"/>
          </p:cNvSpPr>
          <p:nvPr>
            <p:ph type="ftr" sz="quarter" idx="11"/>
            <p:custDataLst>
              <p:tags r:id="rId9"/>
            </p:custDataLst>
          </p:nvPr>
        </p:nvSpPr>
        <p:spPr/>
        <p:txBody>
          <a:bodyPr/>
          <a:lstStyle/>
          <a:p>
            <a:endParaRPr lang="zh-CN" altLang="en-US" dirty="0"/>
          </a:p>
        </p:txBody>
      </p:sp>
      <p:sp>
        <p:nvSpPr>
          <p:cNvPr id="18" name="灯片编号占位符 17"/>
          <p:cNvSpPr>
            <a:spLocks noGrp="1"/>
          </p:cNvSpPr>
          <p:nvPr>
            <p:ph type="sldNum" sz="quarter" idx="12"/>
            <p:custDataLst>
              <p:tags r:id="rId10"/>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7" name="任意多边形: 形状 6"/>
          <p:cNvSpPr/>
          <p:nvPr>
            <p:custDataLst>
              <p:tags r:id="rId1"/>
            </p:custDataLst>
          </p:nvPr>
        </p:nvSpPr>
        <p:spPr>
          <a:xfrm>
            <a:off x="-6348" y="6341414"/>
            <a:ext cx="12207870" cy="535635"/>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标题 1"/>
          <p:cNvSpPr>
            <a:spLocks noGrp="1"/>
          </p:cNvSpPr>
          <p:nvPr>
            <p:ph type="title"/>
            <p:custDataLst>
              <p:tags r:id="rId2"/>
            </p:custDataLst>
          </p:nvPr>
        </p:nvSpPr>
        <p:spPr>
          <a:xfrm>
            <a:off x="669708" y="443234"/>
            <a:ext cx="10849411" cy="441964"/>
          </a:xfrm>
        </p:spPr>
        <p:txBody>
          <a:bodyPr vert="horz" lIns="90170" tIns="46990" rIns="90170" bIns="46990" rtlCol="0" anchor="t" anchorCtr="0">
            <a:norm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gradFill>
                  <a:gsLst>
                    <a:gs pos="0">
                      <a:schemeClr val="accent3"/>
                    </a:gs>
                    <a:gs pos="100000">
                      <a:schemeClr val="accent1"/>
                    </a:gs>
                  </a:gsLst>
                  <a:lin ang="6599999" scaled="0"/>
                </a:gra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3"/>
            </p:custDataLst>
          </p:nvPr>
        </p:nvSpPr>
        <p:spPr>
          <a:xfrm>
            <a:off x="669708" y="952508"/>
            <a:ext cx="10849411"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599565"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t>2022/5/15</a:t>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grpSp>
        <p:nvGrpSpPr>
          <p:cNvPr id="9" name="组合 8"/>
          <p:cNvGrpSpPr/>
          <p:nvPr>
            <p:custDataLst>
              <p:tags r:id="rId1"/>
            </p:custDataLst>
          </p:nvPr>
        </p:nvGrpSpPr>
        <p:grpSpPr>
          <a:xfrm>
            <a:off x="-6348" y="-15240"/>
            <a:ext cx="12207870" cy="6892290"/>
            <a:chOff x="-6350" y="-15240"/>
            <a:chExt cx="12211050" cy="6892290"/>
          </a:xfrm>
        </p:grpSpPr>
        <p:sp>
          <p:nvSpPr>
            <p:cNvPr id="7" name="任意多边形: 形状 6"/>
            <p:cNvSpPr/>
            <p:nvPr userDrawn="1">
              <p:custDataLst>
                <p:tags r:id="rId7"/>
              </p:custDataLst>
            </p:nvPr>
          </p:nvSpPr>
          <p:spPr>
            <a:xfrm>
              <a:off x="-6350" y="6184900"/>
              <a:ext cx="12211050" cy="692150"/>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p:cNvSpPr/>
            <p:nvPr userDrawn="1">
              <p:custDataLst>
                <p:tags r:id="rId8"/>
              </p:custDataLst>
            </p:nvPr>
          </p:nvSpPr>
          <p:spPr>
            <a:xfrm flipH="1" flipV="1">
              <a:off x="-6350" y="-15240"/>
              <a:ext cx="12211050" cy="574040"/>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904">
                  <a:moveTo>
                    <a:pt x="5020" y="0"/>
                  </a:moveTo>
                  <a:cubicBezTo>
                    <a:pt x="7413" y="0"/>
                    <a:pt x="11370" y="660"/>
                    <a:pt x="13300" y="680"/>
                  </a:cubicBezTo>
                  <a:cubicBezTo>
                    <a:pt x="15230" y="700"/>
                    <a:pt x="15387" y="187"/>
                    <a:pt x="16600" y="120"/>
                  </a:cubicBezTo>
                  <a:cubicBezTo>
                    <a:pt x="17605" y="65"/>
                    <a:pt x="18616" y="275"/>
                    <a:pt x="19198" y="466"/>
                  </a:cubicBezTo>
                  <a:lnTo>
                    <a:pt x="19230" y="477"/>
                  </a:lnTo>
                  <a:lnTo>
                    <a:pt x="19230" y="904"/>
                  </a:lnTo>
                  <a:lnTo>
                    <a:pt x="0" y="904"/>
                  </a:lnTo>
                  <a:lnTo>
                    <a:pt x="0" y="609"/>
                  </a:lnTo>
                  <a:lnTo>
                    <a:pt x="22" y="605"/>
                  </a:lnTo>
                  <a:cubicBezTo>
                    <a:pt x="1094" y="416"/>
                    <a:pt x="2982" y="0"/>
                    <a:pt x="502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sp>
        <p:nvSpPr>
          <p:cNvPr id="2" name="标题 1"/>
          <p:cNvSpPr>
            <a:spLocks noGrp="1"/>
          </p:cNvSpPr>
          <p:nvPr>
            <p:ph type="title" hasCustomPrompt="1"/>
            <p:custDataLst>
              <p:tags r:id="rId2"/>
            </p:custDataLst>
          </p:nvPr>
        </p:nvSpPr>
        <p:spPr>
          <a:xfrm>
            <a:off x="5304433" y="2554514"/>
            <a:ext cx="4896453" cy="808744"/>
          </a:xfrm>
        </p:spPr>
        <p:txBody>
          <a:bodyPr lIns="90000" tIns="46800" rIns="90000" bIns="46800" anchor="b" anchorCtr="0">
            <a:normAutofit/>
          </a:bodyPr>
          <a:lstStyle>
            <a:lvl1pPr>
              <a:defRPr sz="4000" u="none" strike="noStrike" kern="1200" cap="none" spc="300" normalizeH="0" baseline="0">
                <a:gradFill flip="none" rotWithShape="1">
                  <a:gsLst>
                    <a:gs pos="0">
                      <a:schemeClr val="accent3"/>
                    </a:gs>
                    <a:gs pos="100000">
                      <a:schemeClr val="accent1"/>
                    </a:gs>
                  </a:gsLst>
                  <a:path path="circle">
                    <a:fillToRect l="100000" t="100000"/>
                  </a:path>
                  <a:tileRect r="-100000" b="-100000"/>
                </a:gradFill>
                <a:uFillTx/>
                <a:latin typeface="Arial" panose="020B0604020202020204" pitchFamily="34" charset="0"/>
                <a:ea typeface="汉仪旗黑-85S" panose="00020600040101010101" pitchFamily="18" charset="-122"/>
              </a:defRPr>
            </a:lvl1pPr>
          </a:lstStyle>
          <a:p>
            <a:r>
              <a:rPr lang="zh-CN" altLang="en-US" dirty="0"/>
              <a:t>单击此处编辑标题</a:t>
            </a:r>
          </a:p>
        </p:txBody>
      </p:sp>
      <p:sp>
        <p:nvSpPr>
          <p:cNvPr id="3" name="文本占位符 2"/>
          <p:cNvSpPr>
            <a:spLocks noGrp="1"/>
          </p:cNvSpPr>
          <p:nvPr>
            <p:ph type="body" idx="1"/>
            <p:custDataLst>
              <p:tags r:id="rId3"/>
            </p:custDataLst>
          </p:nvPr>
        </p:nvSpPr>
        <p:spPr>
          <a:xfrm>
            <a:off x="5304678" y="3425190"/>
            <a:ext cx="4896480" cy="1579245"/>
          </a:xfrm>
        </p:spPr>
        <p:txBody>
          <a:bodyPr lIns="90000" tIns="46800" rIns="90000" bIns="46800">
            <a:normAutofit/>
          </a:bodyPr>
          <a:lstStyle>
            <a:lvl1pPr marL="0" indent="0" eaLnBrk="1" fontAlgn="auto" latinLnBrk="0" hangingPunct="1">
              <a:buNone/>
              <a:defRPr kumimoji="0" lang="zh-CN" altLang="en-US" sz="2000" b="0" i="0" u="none" strike="noStrike" kern="1200" cap="none" spc="150" normalizeH="0" baseline="0" noProof="1">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0965" indent="0">
              <a:buNone/>
              <a:defRPr sz="1600">
                <a:solidFill>
                  <a:schemeClr val="tx1">
                    <a:tint val="75000"/>
                  </a:schemeClr>
                </a:solidFill>
              </a:defRPr>
            </a:lvl4pPr>
            <a:lvl5pPr marL="1828165" indent="0">
              <a:buNone/>
              <a:defRPr sz="1600">
                <a:solidFill>
                  <a:schemeClr val="tx1">
                    <a:tint val="75000"/>
                  </a:schemeClr>
                </a:solidFill>
              </a:defRPr>
            </a:lvl5pPr>
            <a:lvl6pPr marL="2285365" indent="0">
              <a:buNone/>
              <a:defRPr sz="1600">
                <a:solidFill>
                  <a:schemeClr val="tx1">
                    <a:tint val="75000"/>
                  </a:schemeClr>
                </a:solidFill>
              </a:defRPr>
            </a:lvl6pPr>
            <a:lvl7pPr marL="2742565" indent="0">
              <a:buNone/>
              <a:defRPr sz="1600">
                <a:solidFill>
                  <a:schemeClr val="tx1">
                    <a:tint val="75000"/>
                  </a:schemeClr>
                </a:solidFill>
              </a:defRPr>
            </a:lvl7pPr>
            <a:lvl8pPr marL="3199765" indent="0">
              <a:buNone/>
              <a:defRPr sz="1600">
                <a:solidFill>
                  <a:schemeClr val="tx1">
                    <a:tint val="75000"/>
                  </a:schemeClr>
                </a:solidFill>
              </a:defRPr>
            </a:lvl8pPr>
            <a:lvl9pPr marL="3656965"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t>2022/5/15</a:t>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9" name="任意多边形: 形状 8"/>
          <p:cNvSpPr/>
          <p:nvPr>
            <p:custDataLst>
              <p:tags r:id="rId1"/>
            </p:custDataLst>
          </p:nvPr>
        </p:nvSpPr>
        <p:spPr>
          <a:xfrm>
            <a:off x="-6348" y="6341414"/>
            <a:ext cx="12207870" cy="535635"/>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标题 1"/>
          <p:cNvSpPr>
            <a:spLocks noGrp="1"/>
          </p:cNvSpPr>
          <p:nvPr>
            <p:ph type="title"/>
            <p:custDataLst>
              <p:tags r:id="rId2"/>
            </p:custDataLst>
          </p:nvPr>
        </p:nvSpPr>
        <p:spPr>
          <a:xfrm>
            <a:off x="669708" y="443234"/>
            <a:ext cx="10849411" cy="441964"/>
          </a:xfrm>
        </p:spPr>
        <p:txBody>
          <a:bodyPr vert="horz" lIns="90170" tIns="46990" rIns="90170" bIns="4699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gradFill>
                  <a:gsLst>
                    <a:gs pos="0">
                      <a:schemeClr val="accent3"/>
                    </a:gs>
                    <a:gs pos="100000">
                      <a:schemeClr val="accent1"/>
                    </a:gs>
                  </a:gsLst>
                  <a:lin ang="6599999" scaled="0"/>
                </a:gra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p>
        </p:txBody>
      </p:sp>
      <p:sp>
        <p:nvSpPr>
          <p:cNvPr id="3" name="内容占位符 2"/>
          <p:cNvSpPr>
            <a:spLocks noGrp="1"/>
          </p:cNvSpPr>
          <p:nvPr>
            <p:ph sz="half" idx="1"/>
            <p:custDataLst>
              <p:tags r:id="rId3"/>
            </p:custDataLst>
          </p:nvPr>
        </p:nvSpPr>
        <p:spPr>
          <a:xfrm>
            <a:off x="669756" y="952508"/>
            <a:ext cx="5281866"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599565"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4"/>
            </p:custDataLst>
          </p:nvPr>
        </p:nvSpPr>
        <p:spPr>
          <a:xfrm>
            <a:off x="6237252" y="952508"/>
            <a:ext cx="5281866" cy="5388907"/>
          </a:xfrm>
        </p:spPr>
        <p:txBody>
          <a:bodyPr lIns="90170" tIns="46990" rIns="90170" bIns="46990">
            <a:normAutofit/>
          </a:bodyPr>
          <a:lstStyle>
            <a:lvl1pPr>
              <a:defRPr sz="160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1pPr>
            <a:lvl2pPr>
              <a:defRPr sz="160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2pPr>
            <a:lvl3pPr>
              <a:defRPr sz="160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3pPr>
            <a:lvl4pPr>
              <a:defRPr sz="160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4pPr>
            <a:lvl5pPr>
              <a:defRPr sz="160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t>2022/5/15</a:t>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10" name="任意多边形: 形状 9"/>
          <p:cNvSpPr/>
          <p:nvPr>
            <p:custDataLst>
              <p:tags r:id="rId1"/>
            </p:custDataLst>
          </p:nvPr>
        </p:nvSpPr>
        <p:spPr>
          <a:xfrm>
            <a:off x="-6348" y="6341414"/>
            <a:ext cx="12207870" cy="535635"/>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标题 1"/>
          <p:cNvSpPr>
            <a:spLocks noGrp="1"/>
          </p:cNvSpPr>
          <p:nvPr>
            <p:ph type="title"/>
            <p:custDataLst>
              <p:tags r:id="rId2"/>
            </p:custDataLst>
          </p:nvPr>
        </p:nvSpPr>
        <p:spPr>
          <a:xfrm>
            <a:off x="669708" y="443234"/>
            <a:ext cx="10849411" cy="441964"/>
          </a:xfrm>
        </p:spPr>
        <p:txBody>
          <a:bodyPr vert="horz" lIns="90170" tIns="46990" rIns="90170" bIns="4699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gradFill>
                  <a:gsLst>
                    <a:gs pos="0">
                      <a:schemeClr val="accent3"/>
                    </a:gs>
                    <a:gs pos="100000">
                      <a:schemeClr val="accent1"/>
                    </a:gs>
                  </a:gsLst>
                  <a:lin ang="6599999" scaled="0"/>
                </a:gra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3"/>
            </p:custDataLst>
          </p:nvPr>
        </p:nvSpPr>
        <p:spPr>
          <a:xfrm>
            <a:off x="669756" y="952508"/>
            <a:ext cx="5281866" cy="381003"/>
          </a:xfrm>
        </p:spPr>
        <p:txBody>
          <a:bodyPr lIns="90170" tIns="46990" rIns="90170" bIns="46990" anchor="t" anchorCtr="0">
            <a:norm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0965" indent="0">
              <a:buNone/>
              <a:defRPr sz="1600" b="1"/>
            </a:lvl4pPr>
            <a:lvl5pPr marL="1828165" indent="0">
              <a:buNone/>
              <a:defRPr sz="1600" b="1"/>
            </a:lvl5pPr>
            <a:lvl6pPr marL="2285365" indent="0">
              <a:buNone/>
              <a:defRPr sz="1600" b="1"/>
            </a:lvl6pPr>
            <a:lvl7pPr marL="2742565" indent="0">
              <a:buNone/>
              <a:defRPr sz="1600" b="1"/>
            </a:lvl7pPr>
            <a:lvl8pPr marL="3199765" indent="0">
              <a:buNone/>
              <a:defRPr sz="1600" b="1"/>
            </a:lvl8pPr>
            <a:lvl9pPr marL="3656965" indent="0">
              <a:buNone/>
              <a:defRPr sz="1600" b="1"/>
            </a:lvl9pPr>
          </a:lstStyle>
          <a:p>
            <a:pPr lvl="0"/>
            <a:r>
              <a:rPr lang="zh-CN" altLang="en-US" dirty="0"/>
              <a:t>单击此处编辑文本</a:t>
            </a:r>
          </a:p>
        </p:txBody>
      </p:sp>
      <p:sp>
        <p:nvSpPr>
          <p:cNvPr id="4" name="内容占位符 3"/>
          <p:cNvSpPr>
            <a:spLocks noGrp="1"/>
          </p:cNvSpPr>
          <p:nvPr>
            <p:ph sz="half" idx="2"/>
            <p:custDataLst>
              <p:tags r:id="rId4"/>
            </p:custDataLst>
          </p:nvPr>
        </p:nvSpPr>
        <p:spPr>
          <a:xfrm>
            <a:off x="669751" y="1406525"/>
            <a:ext cx="5281824"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599565"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5"/>
            </p:custDataLst>
          </p:nvPr>
        </p:nvSpPr>
        <p:spPr>
          <a:xfrm>
            <a:off x="6234126" y="952508"/>
            <a:ext cx="5281866" cy="381003"/>
          </a:xfrm>
        </p:spPr>
        <p:txBody>
          <a:bodyPr vert="horz" lIns="90170" tIns="46990" rIns="90170" bIns="4699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0965" indent="0">
              <a:buNone/>
              <a:defRPr sz="1600" b="1"/>
            </a:lvl4pPr>
            <a:lvl5pPr marL="1828165" indent="0">
              <a:buNone/>
              <a:defRPr sz="1600" b="1"/>
            </a:lvl5pPr>
            <a:lvl6pPr marL="2285365" indent="0">
              <a:buNone/>
              <a:defRPr sz="1600" b="1"/>
            </a:lvl6pPr>
            <a:lvl7pPr marL="2742565" indent="0">
              <a:buNone/>
              <a:defRPr sz="1600" b="1"/>
            </a:lvl7pPr>
            <a:lvl8pPr marL="3199765" indent="0">
              <a:buNone/>
              <a:defRPr sz="1600" b="1"/>
            </a:lvl8pPr>
            <a:lvl9pPr marL="3656965" indent="0">
              <a:buNone/>
              <a:defRPr sz="1600" b="1"/>
            </a:lvl9pPr>
          </a:lstStyle>
          <a:p>
            <a:pPr lvl="0"/>
            <a:r>
              <a:rPr>
                <a:sym typeface="+mn-ea"/>
              </a:rPr>
              <a:t>单击此处编辑文本</a:t>
            </a:r>
          </a:p>
        </p:txBody>
      </p:sp>
      <p:sp>
        <p:nvSpPr>
          <p:cNvPr id="6" name="内容占位符 5"/>
          <p:cNvSpPr>
            <a:spLocks noGrp="1"/>
          </p:cNvSpPr>
          <p:nvPr>
            <p:ph sz="quarter" idx="4"/>
            <p:custDataLst>
              <p:tags r:id="rId6"/>
            </p:custDataLst>
          </p:nvPr>
        </p:nvSpPr>
        <p:spPr>
          <a:xfrm>
            <a:off x="6234126" y="1406525"/>
            <a:ext cx="5281866"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599565"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t>2022/5/15</a:t>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9" name="任意多边形: 形状 6"/>
          <p:cNvSpPr/>
          <p:nvPr>
            <p:custDataLst>
              <p:tags r:id="rId1"/>
            </p:custDataLst>
          </p:nvPr>
        </p:nvSpPr>
        <p:spPr>
          <a:xfrm>
            <a:off x="-6348" y="6184900"/>
            <a:ext cx="12207870" cy="692150"/>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标题 1"/>
          <p:cNvSpPr>
            <a:spLocks noGrp="1"/>
          </p:cNvSpPr>
          <p:nvPr>
            <p:ph type="title"/>
            <p:custDataLst>
              <p:tags r:id="rId2"/>
            </p:custDataLst>
          </p:nvPr>
        </p:nvSpPr>
        <p:spPr/>
        <p:txBody>
          <a:bodyPr vert="horz" lIns="90170" tIns="46990" rIns="90170" bIns="4699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gradFill>
                  <a:gsLst>
                    <a:gs pos="0">
                      <a:schemeClr val="accent3"/>
                    </a:gs>
                    <a:gs pos="100000">
                      <a:schemeClr val="accent1"/>
                    </a:gs>
                  </a:gsLst>
                  <a:lin ang="6599999" scaled="0"/>
                </a:gra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t>2022/5/15</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2022/5/15</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8" name="任意多边形: 形状 7"/>
          <p:cNvSpPr/>
          <p:nvPr>
            <p:custDataLst>
              <p:tags r:id="rId1"/>
            </p:custDataLst>
          </p:nvPr>
        </p:nvSpPr>
        <p:spPr>
          <a:xfrm>
            <a:off x="-6348" y="6341414"/>
            <a:ext cx="12207870" cy="535635"/>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标题 1"/>
          <p:cNvSpPr>
            <a:spLocks noGrp="1"/>
          </p:cNvSpPr>
          <p:nvPr>
            <p:ph type="title"/>
            <p:custDataLst>
              <p:tags r:id="rId2"/>
            </p:custDataLst>
          </p:nvPr>
        </p:nvSpPr>
        <p:spPr>
          <a:xfrm>
            <a:off x="669756" y="443234"/>
            <a:ext cx="10849411" cy="441964"/>
          </a:xfrm>
        </p:spPr>
        <p:txBody>
          <a:bodyPr vert="horz" lIns="90170" tIns="46990" rIns="90170" bIns="4699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gradFill>
                  <a:gsLst>
                    <a:gs pos="0">
                      <a:schemeClr val="accent3"/>
                    </a:gs>
                    <a:gs pos="100000">
                      <a:schemeClr val="accent1"/>
                    </a:gs>
                  </a:gsLst>
                  <a:lin ang="6599999" scaled="0"/>
                </a:gra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3"/>
            </p:custDataLst>
          </p:nvPr>
        </p:nvSpPr>
        <p:spPr>
          <a:xfrm>
            <a:off x="669756" y="952508"/>
            <a:ext cx="5281866"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599565"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6237300" y="952508"/>
            <a:ext cx="5281866"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5"/>
            </p:custDataLst>
          </p:nvPr>
        </p:nvSpPr>
        <p:spPr/>
        <p:txBody>
          <a:bodyPr/>
          <a:lstStyle/>
          <a:p>
            <a:fld id="{9EFD9D74-47D9-4702-A33C-335B63B48DBF}" type="datetimeFigureOut">
              <a:rPr lang="zh-CN" altLang="en-US" smtClean="0"/>
              <a:t>2022/5/15</a:t>
            </a:fld>
            <a:endParaRPr lang="zh-CN" altLang="en-US" dirty="0"/>
          </a:p>
        </p:txBody>
      </p:sp>
      <p:sp>
        <p:nvSpPr>
          <p:cNvPr id="6" name="页脚占位符 5"/>
          <p:cNvSpPr>
            <a:spLocks noGrp="1"/>
          </p:cNvSpPr>
          <p:nvPr>
            <p:ph type="ftr" sz="quarter" idx="11"/>
            <p:custDataLst>
              <p:tags r:id="rId6"/>
            </p:custDataLst>
          </p:nvPr>
        </p:nvSpPr>
        <p:spPr/>
        <p:txBody>
          <a:bodyPr/>
          <a:lstStyle/>
          <a:p>
            <a:endParaRPr lang="zh-CN" altLang="en-US" dirty="0"/>
          </a:p>
        </p:txBody>
      </p:sp>
      <p:sp>
        <p:nvSpPr>
          <p:cNvPr id="7" name="灯片编号占位符 6"/>
          <p:cNvSpPr>
            <a:spLocks noGrp="1"/>
          </p:cNvSpPr>
          <p:nvPr>
            <p:ph type="sldNum" sz="quarter" idx="12"/>
            <p:custDataLst>
              <p:tags r:id="rId7"/>
            </p:custDataLst>
          </p:nvPr>
        </p:nvSpPr>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gradFill>
          <a:gsLst>
            <a:gs pos="0">
              <a:schemeClr val="accent3"/>
            </a:gs>
            <a:gs pos="100000">
              <a:schemeClr val="accent1"/>
            </a:gs>
          </a:gsLst>
          <a:lin ang="6599999" scaled="0"/>
        </a:gradFill>
        <a:effectLst/>
      </p:bgPr>
    </p:bg>
    <p:spTree>
      <p:nvGrpSpPr>
        <p:cNvPr id="1" name=""/>
        <p:cNvGrpSpPr/>
        <p:nvPr/>
      </p:nvGrpSpPr>
      <p:grpSpPr>
        <a:xfrm>
          <a:off x="0" y="0"/>
          <a:ext cx="0" cy="0"/>
          <a:chOff x="0" y="0"/>
          <a:chExt cx="0" cy="0"/>
        </a:xfrm>
      </p:grpSpPr>
      <p:sp>
        <p:nvSpPr>
          <p:cNvPr id="7" name="矩形 6"/>
          <p:cNvSpPr/>
          <p:nvPr>
            <p:custDataLst>
              <p:tags r:id="rId1"/>
            </p:custDataLst>
          </p:nvPr>
        </p:nvSpPr>
        <p:spPr>
          <a:xfrm>
            <a:off x="292724" y="304200"/>
            <a:ext cx="11603378"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竖排标题 1"/>
          <p:cNvSpPr>
            <a:spLocks noGrp="1"/>
          </p:cNvSpPr>
          <p:nvPr>
            <p:ph type="title" orient="vert"/>
            <p:custDataLst>
              <p:tags r:id="rId2"/>
            </p:custDataLst>
          </p:nvPr>
        </p:nvSpPr>
        <p:spPr>
          <a:xfrm>
            <a:off x="10568382" y="952508"/>
            <a:ext cx="950736" cy="5388907"/>
          </a:xfrm>
        </p:spPr>
        <p:txBody>
          <a:bodyPr vert="eaVert"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gradFill>
                  <a:gsLst>
                    <a:gs pos="0">
                      <a:schemeClr val="accent3"/>
                    </a:gs>
                    <a:gs pos="100000">
                      <a:schemeClr val="accent1"/>
                    </a:gs>
                  </a:gsLst>
                  <a:lin ang="6599999" scaled="0"/>
                </a:gra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3"/>
            </p:custDataLst>
          </p:nvPr>
        </p:nvSpPr>
        <p:spPr>
          <a:xfrm>
            <a:off x="669751" y="952500"/>
            <a:ext cx="9825542" cy="5388907"/>
          </a:xfrm>
        </p:spPr>
        <p:txBody>
          <a:bodyPr vert="eaVert" lIns="90170" tIns="46990" rIns="90170" bIns="46990">
            <a:normAutofit/>
          </a:bodyPr>
          <a:lstStyle>
            <a:lvl1pPr indent="0" eaLnBrk="1" fontAlgn="auto" latinLnBrk="0" hangingPunct="1">
              <a:defRPr u="none" strike="noStrike" kern="1200" cap="none" spc="200" normalizeH="0">
                <a:solidFill>
                  <a:schemeClr val="tx1">
                    <a:lumMod val="85000"/>
                    <a:lumOff val="15000"/>
                  </a:schemeClr>
                </a:solidFill>
                <a:uFillTx/>
                <a:latin typeface="Arial" panose="020B0604020202020204" pitchFamily="34" charset="0"/>
                <a:ea typeface="微软雅黑" panose="020B0503020204020204" charset="-122"/>
              </a:defRPr>
            </a:lvl1pPr>
            <a:lvl2pPr indent="0" eaLnBrk="1" fontAlgn="auto" latinLnBrk="0" hangingPunct="1">
              <a:defRPr u="none" strike="noStrike" kern="1200" cap="none" spc="200" normalizeH="0">
                <a:solidFill>
                  <a:schemeClr val="tx1">
                    <a:lumMod val="85000"/>
                    <a:lumOff val="15000"/>
                  </a:schemeClr>
                </a:solidFill>
                <a:uFillTx/>
                <a:latin typeface="Arial" panose="020B0604020202020204" pitchFamily="34" charset="0"/>
                <a:ea typeface="微软雅黑" panose="020B0503020204020204" charset="-122"/>
              </a:defRPr>
            </a:lvl2pPr>
            <a:lvl3pPr indent="0" eaLnBrk="1" fontAlgn="auto" latinLnBrk="0" hangingPunct="1">
              <a:defRPr u="none" strike="noStrike" kern="1200" cap="none" spc="200" normalizeH="0">
                <a:solidFill>
                  <a:schemeClr val="tx1">
                    <a:lumMod val="85000"/>
                    <a:lumOff val="15000"/>
                  </a:schemeClr>
                </a:solidFill>
                <a:uFillTx/>
                <a:latin typeface="Arial" panose="020B0604020202020204" pitchFamily="34" charset="0"/>
                <a:ea typeface="微软雅黑" panose="020B0503020204020204" charset="-122"/>
              </a:defRPr>
            </a:lvl3pPr>
            <a:lvl4pPr indent="0" eaLnBrk="1" fontAlgn="auto" latinLnBrk="0" hangingPunct="1">
              <a:defRPr u="none" strike="noStrike" kern="1200" cap="none" spc="200" normalizeH="0">
                <a:solidFill>
                  <a:schemeClr val="tx1">
                    <a:lumMod val="85000"/>
                    <a:lumOff val="15000"/>
                  </a:schemeClr>
                </a:solidFill>
                <a:uFillTx/>
                <a:latin typeface="Arial" panose="020B0604020202020204" pitchFamily="34" charset="0"/>
                <a:ea typeface="微软雅黑" panose="020B0503020204020204" charset="-122"/>
              </a:defRPr>
            </a:lvl4pPr>
            <a:lvl5pPr indent="0" eaLnBrk="1" fontAlgn="auto" latinLnBrk="0" hangingPunct="1">
              <a:defRPr u="none" strike="noStrike" kern="1200" cap="none" spc="200" normalizeH="0">
                <a:solidFill>
                  <a:schemeClr val="tx1">
                    <a:lumMod val="85000"/>
                    <a:lumOff val="15000"/>
                  </a:schemeClr>
                </a:solidFill>
                <a:uFillTx/>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t>2022/5/15</a:t>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gradFill>
          <a:gsLst>
            <a:gs pos="0">
              <a:schemeClr val="accent3"/>
            </a:gs>
            <a:gs pos="100000">
              <a:schemeClr val="accent1"/>
            </a:gs>
          </a:gsLst>
          <a:lin ang="6599999" scaled="0"/>
        </a:gradFill>
        <a:effectLst/>
      </p:bgPr>
    </p:bg>
    <p:spTree>
      <p:nvGrpSpPr>
        <p:cNvPr id="1" name=""/>
        <p:cNvGrpSpPr/>
        <p:nvPr/>
      </p:nvGrpSpPr>
      <p:grpSpPr>
        <a:xfrm>
          <a:off x="0" y="0"/>
          <a:ext cx="0" cy="0"/>
          <a:chOff x="0" y="0"/>
          <a:chExt cx="0" cy="0"/>
        </a:xfrm>
      </p:grpSpPr>
      <p:sp>
        <p:nvSpPr>
          <p:cNvPr id="6" name="矩形 5"/>
          <p:cNvSpPr/>
          <p:nvPr>
            <p:custDataLst>
              <p:tags r:id="rId1"/>
            </p:custDataLst>
          </p:nvPr>
        </p:nvSpPr>
        <p:spPr>
          <a:xfrm>
            <a:off x="292724" y="304200"/>
            <a:ext cx="11603378"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2022/5/15</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5"/>
            </p:custDataLst>
          </p:nvPr>
        </p:nvSpPr>
        <p:spPr>
          <a:xfrm>
            <a:off x="669756" y="952508"/>
            <a:ext cx="10849411" cy="5388907"/>
          </a:xfrm>
        </p:spPr>
        <p:txBody>
          <a:bodyPr/>
          <a:lstStyle>
            <a:lvl1pPr>
              <a:defRPr>
                <a:solidFill>
                  <a:schemeClr val="tx1">
                    <a:lumMod val="85000"/>
                    <a:lumOff val="15000"/>
                  </a:schemeClr>
                </a:solidFill>
              </a:defRPr>
            </a:lvl1pPr>
            <a:lvl2pPr>
              <a:defRPr>
                <a:solidFill>
                  <a:schemeClr val="tx1">
                    <a:lumMod val="85000"/>
                    <a:lumOff val="15000"/>
                  </a:schemeClr>
                </a:solidFill>
              </a:defRPr>
            </a:lvl2pPr>
            <a:lvl3pPr>
              <a:defRPr>
                <a:solidFill>
                  <a:schemeClr val="tx1">
                    <a:lumMod val="85000"/>
                    <a:lumOff val="15000"/>
                  </a:schemeClr>
                </a:solidFill>
              </a:defRPr>
            </a:lvl3pPr>
            <a:lvl4pPr>
              <a:defRPr>
                <a:solidFill>
                  <a:schemeClr val="tx1">
                    <a:lumMod val="85000"/>
                    <a:lumOff val="15000"/>
                  </a:schemeClr>
                </a:solidFill>
              </a:defRPr>
            </a:lvl4pPr>
            <a:lvl5pPr>
              <a:defRPr>
                <a:solidFill>
                  <a:schemeClr val="tx1">
                    <a:lumMod val="85000"/>
                    <a:lumOff val="1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pic>
        <p:nvPicPr>
          <p:cNvPr id="70" name="图片 69" descr="图片包含 动物&#10;&#10;已生成高可信度的说明"/>
          <p:cNvPicPr>
            <a:picLocks noChangeAspect="1"/>
          </p:cNvPicPr>
          <p:nvPr>
            <p:custDataLst>
              <p:tags r:id="rId1"/>
            </p:custDataLst>
          </p:nvPr>
        </p:nvPicPr>
        <p:blipFill rotWithShape="1">
          <a:blip r:embed="rId69"/>
          <a:srcRect/>
          <a:stretch>
            <a:fillRect/>
          </a:stretch>
        </p:blipFill>
        <p:spPr>
          <a:xfrm flipH="1">
            <a:off x="0" y="0"/>
            <a:ext cx="12188824" cy="6858000"/>
          </a:xfrm>
          <a:prstGeom prst="rect">
            <a:avLst/>
          </a:prstGeom>
        </p:spPr>
      </p:pic>
      <p:pic>
        <p:nvPicPr>
          <p:cNvPr id="7" name="图片 6" descr="图片包含 动物&#10;&#10;已生成高可信度的说明" hidden="1"/>
          <p:cNvPicPr>
            <a:picLocks noChangeAspect="1"/>
          </p:cNvPicPr>
          <p:nvPr>
            <p:custDataLst>
              <p:tags r:id="rId2"/>
            </p:custDataLst>
          </p:nvPr>
        </p:nvPicPr>
        <p:blipFill rotWithShape="1">
          <a:blip r:embed="rId70"/>
          <a:srcRect/>
          <a:stretch>
            <a:fillRect/>
          </a:stretch>
        </p:blipFill>
        <p:spPr>
          <a:xfrm flipH="1">
            <a:off x="0" y="0"/>
            <a:ext cx="12188824" cy="6858000"/>
          </a:xfrm>
          <a:prstGeom prst="rect">
            <a:avLst/>
          </a:prstGeom>
        </p:spPr>
      </p:pic>
      <p:cxnSp>
        <p:nvCxnSpPr>
          <p:cNvPr id="8" name="直接连接符 7"/>
          <p:cNvCxnSpPr/>
          <p:nvPr>
            <p:custDataLst>
              <p:tags r:id="rId3"/>
            </p:custDataLst>
          </p:nvPr>
        </p:nvCxnSpPr>
        <p:spPr>
          <a:xfrm>
            <a:off x="428513" y="419100"/>
            <a:ext cx="333288"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4"/>
            </p:custDataLst>
          </p:nvPr>
        </p:nvCxnSpPr>
        <p:spPr>
          <a:xfrm>
            <a:off x="428513" y="501650"/>
            <a:ext cx="333288"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5"/>
            </p:custDataLst>
          </p:nvPr>
        </p:nvCxnSpPr>
        <p:spPr>
          <a:xfrm>
            <a:off x="428513" y="584200"/>
            <a:ext cx="333288"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7244861" y="6375400"/>
            <a:ext cx="3642174" cy="0"/>
          </a:xfrm>
          <a:prstGeom prst="line">
            <a:avLst/>
          </a:prstGeom>
          <a:ln w="3175">
            <a:solidFill>
              <a:schemeClr val="bg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14" name="组合 13"/>
          <p:cNvGrpSpPr/>
          <p:nvPr>
            <p:custDataLst>
              <p:tags r:id="rId7"/>
            </p:custDataLst>
          </p:nvPr>
        </p:nvGrpSpPr>
        <p:grpSpPr>
          <a:xfrm>
            <a:off x="910988" y="4672608"/>
            <a:ext cx="1807689" cy="319882"/>
            <a:chOff x="911225" y="4845050"/>
            <a:chExt cx="1808160" cy="319882"/>
          </a:xfrm>
          <a:solidFill>
            <a:schemeClr val="bg1"/>
          </a:solidFill>
        </p:grpSpPr>
        <p:sp>
          <p:nvSpPr>
            <p:cNvPr id="15" name="椭圆 14"/>
            <p:cNvSpPr/>
            <p:nvPr>
              <p:custDataLst>
                <p:tags r:id="rId46"/>
              </p:custDataLst>
            </p:nvPr>
          </p:nvSpPr>
          <p:spPr>
            <a:xfrm>
              <a:off x="911225"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6" name="椭圆 15"/>
            <p:cNvSpPr/>
            <p:nvPr>
              <p:custDataLst>
                <p:tags r:id="rId47"/>
              </p:custDataLst>
            </p:nvPr>
          </p:nvSpPr>
          <p:spPr>
            <a:xfrm>
              <a:off x="911225"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7" name="椭圆 16"/>
            <p:cNvSpPr/>
            <p:nvPr>
              <p:custDataLst>
                <p:tags r:id="rId48"/>
              </p:custDataLst>
            </p:nvPr>
          </p:nvSpPr>
          <p:spPr>
            <a:xfrm>
              <a:off x="1085056"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8" name="椭圆 17"/>
            <p:cNvSpPr/>
            <p:nvPr>
              <p:custDataLst>
                <p:tags r:id="rId49"/>
              </p:custDataLst>
            </p:nvPr>
          </p:nvSpPr>
          <p:spPr>
            <a:xfrm>
              <a:off x="1085056"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9" name="椭圆 18"/>
            <p:cNvSpPr/>
            <p:nvPr>
              <p:custDataLst>
                <p:tags r:id="rId50"/>
              </p:custDataLst>
            </p:nvPr>
          </p:nvSpPr>
          <p:spPr>
            <a:xfrm>
              <a:off x="1258887"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0" name="椭圆 19"/>
            <p:cNvSpPr/>
            <p:nvPr>
              <p:custDataLst>
                <p:tags r:id="rId51"/>
              </p:custDataLst>
            </p:nvPr>
          </p:nvSpPr>
          <p:spPr>
            <a:xfrm>
              <a:off x="1258887"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1" name="椭圆 20"/>
            <p:cNvSpPr/>
            <p:nvPr>
              <p:custDataLst>
                <p:tags r:id="rId52"/>
              </p:custDataLst>
            </p:nvPr>
          </p:nvSpPr>
          <p:spPr>
            <a:xfrm>
              <a:off x="1432718"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2" name="椭圆 21"/>
            <p:cNvSpPr/>
            <p:nvPr>
              <p:custDataLst>
                <p:tags r:id="rId53"/>
              </p:custDataLst>
            </p:nvPr>
          </p:nvSpPr>
          <p:spPr>
            <a:xfrm>
              <a:off x="1432718"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3" name="椭圆 22"/>
            <p:cNvSpPr/>
            <p:nvPr>
              <p:custDataLst>
                <p:tags r:id="rId54"/>
              </p:custDataLst>
            </p:nvPr>
          </p:nvSpPr>
          <p:spPr>
            <a:xfrm>
              <a:off x="1606549"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4" name="椭圆 23"/>
            <p:cNvSpPr/>
            <p:nvPr>
              <p:custDataLst>
                <p:tags r:id="rId55"/>
              </p:custDataLst>
            </p:nvPr>
          </p:nvSpPr>
          <p:spPr>
            <a:xfrm>
              <a:off x="1606549"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5" name="椭圆 24"/>
            <p:cNvSpPr/>
            <p:nvPr>
              <p:custDataLst>
                <p:tags r:id="rId56"/>
              </p:custDataLst>
            </p:nvPr>
          </p:nvSpPr>
          <p:spPr>
            <a:xfrm>
              <a:off x="1780380"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6" name="椭圆 25"/>
            <p:cNvSpPr/>
            <p:nvPr>
              <p:custDataLst>
                <p:tags r:id="rId57"/>
              </p:custDataLst>
            </p:nvPr>
          </p:nvSpPr>
          <p:spPr>
            <a:xfrm>
              <a:off x="1780380"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7" name="椭圆 26"/>
            <p:cNvSpPr/>
            <p:nvPr>
              <p:custDataLst>
                <p:tags r:id="rId58"/>
              </p:custDataLst>
            </p:nvPr>
          </p:nvSpPr>
          <p:spPr>
            <a:xfrm>
              <a:off x="1954211"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8" name="椭圆 27"/>
            <p:cNvSpPr/>
            <p:nvPr>
              <p:custDataLst>
                <p:tags r:id="rId59"/>
              </p:custDataLst>
            </p:nvPr>
          </p:nvSpPr>
          <p:spPr>
            <a:xfrm>
              <a:off x="1954211"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9" name="椭圆 28"/>
            <p:cNvSpPr/>
            <p:nvPr>
              <p:custDataLst>
                <p:tags r:id="rId60"/>
              </p:custDataLst>
            </p:nvPr>
          </p:nvSpPr>
          <p:spPr>
            <a:xfrm>
              <a:off x="2128042"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0" name="椭圆 29"/>
            <p:cNvSpPr/>
            <p:nvPr>
              <p:custDataLst>
                <p:tags r:id="rId61"/>
              </p:custDataLst>
            </p:nvPr>
          </p:nvSpPr>
          <p:spPr>
            <a:xfrm>
              <a:off x="2128042"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1" name="椭圆 30"/>
            <p:cNvSpPr/>
            <p:nvPr>
              <p:custDataLst>
                <p:tags r:id="rId62"/>
              </p:custDataLst>
            </p:nvPr>
          </p:nvSpPr>
          <p:spPr>
            <a:xfrm>
              <a:off x="2301873"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2" name="椭圆 31"/>
            <p:cNvSpPr/>
            <p:nvPr>
              <p:custDataLst>
                <p:tags r:id="rId63"/>
              </p:custDataLst>
            </p:nvPr>
          </p:nvSpPr>
          <p:spPr>
            <a:xfrm>
              <a:off x="2301873"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3" name="椭圆 32"/>
            <p:cNvSpPr/>
            <p:nvPr>
              <p:custDataLst>
                <p:tags r:id="rId64"/>
              </p:custDataLst>
            </p:nvPr>
          </p:nvSpPr>
          <p:spPr>
            <a:xfrm>
              <a:off x="2475704"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4" name="椭圆 33"/>
            <p:cNvSpPr/>
            <p:nvPr>
              <p:custDataLst>
                <p:tags r:id="rId65"/>
              </p:custDataLst>
            </p:nvPr>
          </p:nvSpPr>
          <p:spPr>
            <a:xfrm>
              <a:off x="2475704"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5" name="椭圆 34"/>
            <p:cNvSpPr/>
            <p:nvPr>
              <p:custDataLst>
                <p:tags r:id="rId66"/>
              </p:custDataLst>
            </p:nvPr>
          </p:nvSpPr>
          <p:spPr>
            <a:xfrm>
              <a:off x="2649535"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6" name="椭圆 35"/>
            <p:cNvSpPr/>
            <p:nvPr>
              <p:custDataLst>
                <p:tags r:id="rId67"/>
              </p:custDataLst>
            </p:nvPr>
          </p:nvSpPr>
          <p:spPr>
            <a:xfrm>
              <a:off x="2649535"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grpSp>
      <p:grpSp>
        <p:nvGrpSpPr>
          <p:cNvPr id="37" name="组合 36"/>
          <p:cNvGrpSpPr/>
          <p:nvPr>
            <p:custDataLst>
              <p:tags r:id="rId8"/>
            </p:custDataLst>
          </p:nvPr>
        </p:nvGrpSpPr>
        <p:grpSpPr>
          <a:xfrm>
            <a:off x="9958006" y="482599"/>
            <a:ext cx="1286332" cy="891382"/>
            <a:chOff x="9265447" y="481778"/>
            <a:chExt cx="1286667" cy="891382"/>
          </a:xfrm>
          <a:solidFill>
            <a:schemeClr val="bg1"/>
          </a:solidFill>
        </p:grpSpPr>
        <p:sp>
          <p:nvSpPr>
            <p:cNvPr id="38" name="椭圆 37"/>
            <p:cNvSpPr/>
            <p:nvPr>
              <p:custDataLst>
                <p:tags r:id="rId14"/>
              </p:custDataLst>
            </p:nvPr>
          </p:nvSpPr>
          <p:spPr>
            <a:xfrm>
              <a:off x="9265447"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custDataLst>
                <p:tags r:id="rId15"/>
              </p:custDataLst>
            </p:nvPr>
          </p:nvSpPr>
          <p:spPr>
            <a:xfrm>
              <a:off x="9265447"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custDataLst>
                <p:tags r:id="rId16"/>
              </p:custDataLst>
            </p:nvPr>
          </p:nvSpPr>
          <p:spPr>
            <a:xfrm>
              <a:off x="9439278"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custDataLst>
                <p:tags r:id="rId17"/>
              </p:custDataLst>
            </p:nvPr>
          </p:nvSpPr>
          <p:spPr>
            <a:xfrm>
              <a:off x="9439278"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custDataLst>
                <p:tags r:id="rId18"/>
              </p:custDataLst>
            </p:nvPr>
          </p:nvSpPr>
          <p:spPr>
            <a:xfrm>
              <a:off x="9613109"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p:custDataLst>
                <p:tags r:id="rId19"/>
              </p:custDataLst>
            </p:nvPr>
          </p:nvSpPr>
          <p:spPr>
            <a:xfrm>
              <a:off x="9613109"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custDataLst>
                <p:tags r:id="rId20"/>
              </p:custDataLst>
            </p:nvPr>
          </p:nvSpPr>
          <p:spPr>
            <a:xfrm>
              <a:off x="9786940"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custDataLst>
                <p:tags r:id="rId21"/>
              </p:custDataLst>
            </p:nvPr>
          </p:nvSpPr>
          <p:spPr>
            <a:xfrm>
              <a:off x="9786940"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custDataLst>
                <p:tags r:id="rId22"/>
              </p:custDataLst>
            </p:nvPr>
          </p:nvSpPr>
          <p:spPr>
            <a:xfrm>
              <a:off x="9960771"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custDataLst>
                <p:tags r:id="rId23"/>
              </p:custDataLst>
            </p:nvPr>
          </p:nvSpPr>
          <p:spPr>
            <a:xfrm>
              <a:off x="9960771"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custDataLst>
                <p:tags r:id="rId24"/>
              </p:custDataLst>
            </p:nvPr>
          </p:nvSpPr>
          <p:spPr>
            <a:xfrm>
              <a:off x="10134602"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custDataLst>
                <p:tags r:id="rId25"/>
              </p:custDataLst>
            </p:nvPr>
          </p:nvSpPr>
          <p:spPr>
            <a:xfrm>
              <a:off x="10134602"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custDataLst>
                <p:tags r:id="rId26"/>
              </p:custDataLst>
            </p:nvPr>
          </p:nvSpPr>
          <p:spPr>
            <a:xfrm>
              <a:off x="10308433"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custDataLst>
                <p:tags r:id="rId27"/>
              </p:custDataLst>
            </p:nvPr>
          </p:nvSpPr>
          <p:spPr>
            <a:xfrm>
              <a:off x="10308433"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custDataLst>
                <p:tags r:id="rId28"/>
              </p:custDataLst>
            </p:nvPr>
          </p:nvSpPr>
          <p:spPr>
            <a:xfrm>
              <a:off x="10482264"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custDataLst>
                <p:tags r:id="rId29"/>
              </p:custDataLst>
            </p:nvPr>
          </p:nvSpPr>
          <p:spPr>
            <a:xfrm>
              <a:off x="10482264"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custDataLst>
                <p:tags r:id="rId30"/>
              </p:custDataLst>
            </p:nvPr>
          </p:nvSpPr>
          <p:spPr>
            <a:xfrm>
              <a:off x="9265447"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custDataLst>
                <p:tags r:id="rId31"/>
              </p:custDataLst>
            </p:nvPr>
          </p:nvSpPr>
          <p:spPr>
            <a:xfrm>
              <a:off x="9265447"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custDataLst>
                <p:tags r:id="rId32"/>
              </p:custDataLst>
            </p:nvPr>
          </p:nvSpPr>
          <p:spPr>
            <a:xfrm>
              <a:off x="9439278"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custDataLst>
                <p:tags r:id="rId33"/>
              </p:custDataLst>
            </p:nvPr>
          </p:nvSpPr>
          <p:spPr>
            <a:xfrm>
              <a:off x="9439278"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custDataLst>
                <p:tags r:id="rId34"/>
              </p:custDataLst>
            </p:nvPr>
          </p:nvSpPr>
          <p:spPr>
            <a:xfrm>
              <a:off x="9613109"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custDataLst>
                <p:tags r:id="rId35"/>
              </p:custDataLst>
            </p:nvPr>
          </p:nvSpPr>
          <p:spPr>
            <a:xfrm>
              <a:off x="9613109"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custDataLst>
                <p:tags r:id="rId36"/>
              </p:custDataLst>
            </p:nvPr>
          </p:nvSpPr>
          <p:spPr>
            <a:xfrm>
              <a:off x="9786940"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p:nvPr>
              <p:custDataLst>
                <p:tags r:id="rId37"/>
              </p:custDataLst>
            </p:nvPr>
          </p:nvSpPr>
          <p:spPr>
            <a:xfrm>
              <a:off x="9786940"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p:cNvSpPr/>
            <p:nvPr>
              <p:custDataLst>
                <p:tags r:id="rId38"/>
              </p:custDataLst>
            </p:nvPr>
          </p:nvSpPr>
          <p:spPr>
            <a:xfrm>
              <a:off x="9960771"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p:cNvSpPr/>
            <p:nvPr>
              <p:custDataLst>
                <p:tags r:id="rId39"/>
              </p:custDataLst>
            </p:nvPr>
          </p:nvSpPr>
          <p:spPr>
            <a:xfrm>
              <a:off x="9960771"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p:cNvSpPr/>
            <p:nvPr>
              <p:custDataLst>
                <p:tags r:id="rId40"/>
              </p:custDataLst>
            </p:nvPr>
          </p:nvSpPr>
          <p:spPr>
            <a:xfrm>
              <a:off x="10134602"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p:nvPr>
              <p:custDataLst>
                <p:tags r:id="rId41"/>
              </p:custDataLst>
            </p:nvPr>
          </p:nvSpPr>
          <p:spPr>
            <a:xfrm>
              <a:off x="10134602"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custDataLst>
                <p:tags r:id="rId42"/>
              </p:custDataLst>
            </p:nvPr>
          </p:nvSpPr>
          <p:spPr>
            <a:xfrm>
              <a:off x="10308433"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custDataLst>
                <p:tags r:id="rId43"/>
              </p:custDataLst>
            </p:nvPr>
          </p:nvSpPr>
          <p:spPr>
            <a:xfrm>
              <a:off x="10308433"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p:cNvSpPr/>
            <p:nvPr>
              <p:custDataLst>
                <p:tags r:id="rId44"/>
              </p:custDataLst>
            </p:nvPr>
          </p:nvSpPr>
          <p:spPr>
            <a:xfrm>
              <a:off x="10482264"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p:cNvSpPr/>
            <p:nvPr>
              <p:custDataLst>
                <p:tags r:id="rId45"/>
              </p:custDataLst>
            </p:nvPr>
          </p:nvSpPr>
          <p:spPr>
            <a:xfrm>
              <a:off x="10482264"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hasCustomPrompt="1"/>
            <p:custDataLst>
              <p:tags r:id="rId9"/>
            </p:custDataLst>
          </p:nvPr>
        </p:nvSpPr>
        <p:spPr>
          <a:xfrm>
            <a:off x="761802" y="2050908"/>
            <a:ext cx="7001319" cy="1950414"/>
          </a:xfrm>
        </p:spPr>
        <p:txBody>
          <a:bodyPr vert="horz" lIns="90170" tIns="46990" rIns="90170" bIns="46990" rtlCol="0" anchor="b" anchorCtr="0">
            <a:normAutofit/>
          </a:bodyPr>
          <a:lstStyle>
            <a:lvl1pPr marL="0" marR="0" algn="l" defTabSz="914400" rtl="0" eaLnBrk="1" fontAlgn="auto" latinLnBrk="0" hangingPunct="1">
              <a:lnSpc>
                <a:spcPct val="100000"/>
              </a:lnSpc>
              <a:buNone/>
              <a:defRPr kumimoji="0" lang="zh-CN" altLang="en-US" sz="11495" b="1" i="0" u="none" strike="noStrike" kern="1200" cap="none" spc="600" normalizeH="0" baseline="0" noProof="1" dirty="0">
                <a:solidFill>
                  <a:schemeClr val="bg1"/>
                </a:solidFill>
                <a:uFillTx/>
                <a:latin typeface="Arial" panose="020B0604020202020204" pitchFamily="34" charset="0"/>
                <a:ea typeface="汉仪旗黑-85S" panose="00020600040101010101" pitchFamily="18" charset="-122"/>
                <a:cs typeface="+mj-cs"/>
                <a:sym typeface="+mn-ea"/>
              </a:defRPr>
            </a:lvl1pPr>
          </a:lstStyle>
          <a:p>
            <a:pPr lvl="0"/>
            <a:r>
              <a:rPr dirty="0">
                <a:sym typeface="+mn-ea"/>
              </a:rPr>
              <a:t>编辑标题</a:t>
            </a:r>
          </a:p>
        </p:txBody>
      </p:sp>
      <p:sp>
        <p:nvSpPr>
          <p:cNvPr id="72" name="文本占位符 71"/>
          <p:cNvSpPr>
            <a:spLocks noGrp="1"/>
          </p:cNvSpPr>
          <p:nvPr>
            <p:ph type="body" sz="quarter" idx="13" hasCustomPrompt="1"/>
            <p:custDataLst>
              <p:tags r:id="rId10"/>
            </p:custDataLst>
          </p:nvPr>
        </p:nvSpPr>
        <p:spPr>
          <a:xfrm>
            <a:off x="761802" y="5172672"/>
            <a:ext cx="6454364" cy="543560"/>
          </a:xfrm>
        </p:spPr>
        <p:txBody>
          <a:bodyPr lIns="90170" tIns="46990" rIns="90170" bIns="46990">
            <a:normAutofit/>
          </a:bodyPr>
          <a:lstStyle>
            <a:lvl1pPr marL="0" indent="0" algn="dist">
              <a:buNone/>
              <a:defRPr sz="2000" baseline="0">
                <a:solidFill>
                  <a:schemeClr val="bg1"/>
                </a:solidFill>
                <a:latin typeface="Arial" panose="020B0604020202020204" pitchFamily="34" charset="0"/>
              </a:defRPr>
            </a:lvl1pPr>
          </a:lstStyle>
          <a:p>
            <a:pPr lvl="0"/>
            <a:r>
              <a:rPr lang="zh-CN" altLang="en-US" dirty="0"/>
              <a:t>单击此处编辑文本</a:t>
            </a:r>
          </a:p>
        </p:txBody>
      </p:sp>
      <p:sp>
        <p:nvSpPr>
          <p:cNvPr id="3" name="日期占位符 2"/>
          <p:cNvSpPr>
            <a:spLocks noGrp="1"/>
          </p:cNvSpPr>
          <p:nvPr>
            <p:ph type="dt" sz="half" idx="10"/>
            <p:custDataLst>
              <p:tags r:id="rId11"/>
            </p:custDataLst>
          </p:nvPr>
        </p:nvSpPr>
        <p:spPr/>
        <p:txBody>
          <a:bodyPr/>
          <a:lstStyle/>
          <a:p>
            <a:fld id="{760FBDFE-C587-4B4C-A407-44438C67B59E}" type="datetimeFigureOut">
              <a:rPr lang="zh-CN" altLang="en-US" smtClean="0"/>
              <a:t>2022/5/15</a:t>
            </a:fld>
            <a:endParaRPr lang="zh-CN" altLang="en-US"/>
          </a:p>
        </p:txBody>
      </p:sp>
      <p:sp>
        <p:nvSpPr>
          <p:cNvPr id="4" name="页脚占位符 3"/>
          <p:cNvSpPr>
            <a:spLocks noGrp="1"/>
          </p:cNvSpPr>
          <p:nvPr>
            <p:ph type="ftr" sz="quarter" idx="11"/>
            <p:custDataLst>
              <p:tags r:id="rId12"/>
            </p:custDataLst>
          </p:nvPr>
        </p:nvSpPr>
        <p:spPr/>
        <p:txBody>
          <a:bodyPr/>
          <a:lstStyle/>
          <a:p>
            <a:endParaRPr lang="zh-CN" altLang="en-US" dirty="0"/>
          </a:p>
        </p:txBody>
      </p:sp>
      <p:sp>
        <p:nvSpPr>
          <p:cNvPr id="5" name="灯片编号占位符 4"/>
          <p:cNvSpPr>
            <a:spLocks noGrp="1"/>
          </p:cNvSpPr>
          <p:nvPr>
            <p:ph type="sldNum" sz="quarter" idx="12"/>
            <p:custDataLst>
              <p:tags r:id="rId1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13" name="任意多边形: 形状 12"/>
          <p:cNvSpPr/>
          <p:nvPr>
            <p:custDataLst>
              <p:tags r:id="rId1"/>
            </p:custDataLst>
          </p:nvPr>
        </p:nvSpPr>
        <p:spPr>
          <a:xfrm>
            <a:off x="-6348" y="6341414"/>
            <a:ext cx="12207870" cy="535635"/>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标题 1"/>
          <p:cNvSpPr>
            <a:spLocks noGrp="1"/>
          </p:cNvSpPr>
          <p:nvPr>
            <p:ph type="title"/>
            <p:custDataLst>
              <p:tags r:id="rId2"/>
            </p:custDataLst>
          </p:nvPr>
        </p:nvSpPr>
        <p:spPr/>
        <p:txBody>
          <a:bodyPr/>
          <a:lstStyle>
            <a:lvl1pPr>
              <a:defRPr baseline="0">
                <a:gradFill>
                  <a:gsLst>
                    <a:gs pos="0">
                      <a:schemeClr val="accent3"/>
                    </a:gs>
                    <a:gs pos="100000">
                      <a:schemeClr val="accent1"/>
                    </a:gs>
                  </a:gsLst>
                  <a:lin ang="6599999" scaled="0"/>
                </a:gra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t>2022/5/15</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bg>
      <p:bgPr>
        <a:gradFill>
          <a:gsLst>
            <a:gs pos="0">
              <a:schemeClr val="accent3"/>
            </a:gs>
            <a:gs pos="100000">
              <a:schemeClr val="accent1"/>
            </a:gs>
          </a:gsLst>
          <a:lin ang="6599999" scaled="0"/>
        </a:gradFill>
        <a:effectLst/>
      </p:bgPr>
    </p:bg>
    <p:spTree>
      <p:nvGrpSpPr>
        <p:cNvPr id="1" name=""/>
        <p:cNvGrpSpPr/>
        <p:nvPr/>
      </p:nvGrpSpPr>
      <p:grpSpPr>
        <a:xfrm>
          <a:off x="0" y="0"/>
          <a:ext cx="0" cy="0"/>
          <a:chOff x="0" y="0"/>
          <a:chExt cx="0" cy="0"/>
        </a:xfrm>
      </p:grpSpPr>
      <p:sp>
        <p:nvSpPr>
          <p:cNvPr id="8" name="矩形 7"/>
          <p:cNvSpPr/>
          <p:nvPr>
            <p:custDataLst>
              <p:tags r:id="rId1"/>
            </p:custDataLst>
          </p:nvPr>
        </p:nvSpPr>
        <p:spPr>
          <a:xfrm>
            <a:off x="292724" y="304200"/>
            <a:ext cx="11603378"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custDataLst>
              <p:tags r:id="rId2"/>
            </p:custDataLst>
          </p:nvPr>
        </p:nvSpPr>
        <p:spPr>
          <a:xfrm>
            <a:off x="1281266" y="1249200"/>
            <a:ext cx="9623893" cy="723600"/>
          </a:xfrm>
        </p:spPr>
        <p:txBody>
          <a:bodyPr anchor="ctr"/>
          <a:lstStyle>
            <a:lvl1pPr>
              <a:defRPr sz="3200" baseline="0">
                <a:gradFill>
                  <a:gsLst>
                    <a:gs pos="0">
                      <a:schemeClr val="accent3"/>
                    </a:gs>
                    <a:gs pos="100000">
                      <a:schemeClr val="accent1"/>
                    </a:gs>
                  </a:gsLst>
                  <a:lin ang="6599999" scaled="0"/>
                </a:gradFill>
                <a:latin typeface="Arial" panose="020B0604020202020204" pitchFamily="34" charset="0"/>
                <a:ea typeface="微软雅黑" panose="020B0503020204020204" charset="-122"/>
              </a:defRPr>
            </a:lvl1pPr>
          </a:lstStyle>
          <a:p>
            <a:r>
              <a:rPr lang="zh-CN" altLang="en-US" dirty="0"/>
              <a:t>单击此处编辑标题</a:t>
            </a:r>
          </a:p>
        </p:txBody>
      </p:sp>
      <p:sp>
        <p:nvSpPr>
          <p:cNvPr id="7" name="内容占位符 6"/>
          <p:cNvSpPr>
            <a:spLocks noGrp="1"/>
          </p:cNvSpPr>
          <p:nvPr>
            <p:ph sz="quarter" idx="13"/>
            <p:custDataLst>
              <p:tags r:id="rId3"/>
            </p:custDataLst>
          </p:nvPr>
        </p:nvSpPr>
        <p:spPr>
          <a:xfrm>
            <a:off x="1280779" y="2163600"/>
            <a:ext cx="9624093" cy="34452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2022/5/15</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p:custDataLst>
              <p:tags r:id="rId1"/>
            </p:custDataLst>
          </p:nvPr>
        </p:nvSpPr>
        <p:spPr>
          <a:xfrm>
            <a:off x="0" y="0"/>
            <a:ext cx="4822204"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sp>
        <p:nvSpPr>
          <p:cNvPr id="19" name="任意多边形: 形状 18"/>
          <p:cNvSpPr/>
          <p:nvPr>
            <p:custDataLst>
              <p:tags r:id="rId2"/>
            </p:custDataLst>
          </p:nvPr>
        </p:nvSpPr>
        <p:spPr>
          <a:xfrm rot="16200000">
            <a:off x="8567093" y="3243580"/>
            <a:ext cx="6882242" cy="361950"/>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 name="矩形: 圆角 5"/>
          <p:cNvSpPr/>
          <p:nvPr>
            <p:custDataLst>
              <p:tags r:id="rId3"/>
            </p:custDataLst>
          </p:nvPr>
        </p:nvSpPr>
        <p:spPr>
          <a:xfrm rot="2955020">
            <a:off x="-241237" y="-112395"/>
            <a:ext cx="1013831" cy="747395"/>
          </a:xfrm>
          <a:prstGeom prst="roundRect">
            <a:avLst>
              <a:gd name="adj" fmla="val 50000"/>
            </a:avLst>
          </a:pr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2" name="标题 1"/>
          <p:cNvSpPr>
            <a:spLocks noGrp="1"/>
          </p:cNvSpPr>
          <p:nvPr>
            <p:ph type="title" hasCustomPrompt="1"/>
            <p:custDataLst>
              <p:tags r:id="rId4"/>
            </p:custDataLst>
          </p:nvPr>
        </p:nvSpPr>
        <p:spPr>
          <a:xfrm>
            <a:off x="583048" y="770400"/>
            <a:ext cx="3958969" cy="882000"/>
          </a:xfrm>
        </p:spPr>
        <p:txBody>
          <a:bodyPr anchor="ctr"/>
          <a:lstStyle>
            <a:lvl1pPr>
              <a:defRPr sz="3600" baseline="0">
                <a:gradFill>
                  <a:gsLst>
                    <a:gs pos="0">
                      <a:schemeClr val="accent1"/>
                    </a:gs>
                    <a:gs pos="100000">
                      <a:schemeClr val="accent3"/>
                    </a:gs>
                  </a:gsLst>
                  <a:path path="circle">
                    <a:fillToRect t="100000" r="100000"/>
                  </a:path>
                </a:gradFill>
                <a:latin typeface="Arial" panose="020B0604020202020204" pitchFamily="34" charset="0"/>
                <a:ea typeface="微软雅黑" panose="020B0503020204020204" charset="-122"/>
              </a:defRPr>
            </a:lvl1pPr>
          </a:lstStyle>
          <a:p>
            <a:r>
              <a:rPr lang="zh-CN" altLang="en-US" dirty="0"/>
              <a:t>单击编辑标题</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2022/5/15</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586647" y="1764000"/>
            <a:ext cx="3955370" cy="40932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5099872" y="769938"/>
            <a:ext cx="6478313" cy="5087937"/>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p:custDataLst>
              <p:tags r:id="rId1"/>
            </p:custDataLst>
          </p:nvPr>
        </p:nvSpPr>
        <p:spPr>
          <a:xfrm>
            <a:off x="0" y="0"/>
            <a:ext cx="12188825"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32" name="矩形: 圆角 31"/>
          <p:cNvSpPr/>
          <p:nvPr>
            <p:custDataLst>
              <p:tags r:id="rId2"/>
            </p:custDataLst>
          </p:nvPr>
        </p:nvSpPr>
        <p:spPr>
          <a:xfrm rot="2955020">
            <a:off x="-241470" y="-112084"/>
            <a:ext cx="1014111" cy="747174"/>
          </a:xfrm>
          <a:prstGeom prst="roundRect">
            <a:avLst>
              <a:gd name="adj" fmla="val 50000"/>
            </a:avLst>
          </a:pr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31" name="任意多边形: 形状 30"/>
          <p:cNvSpPr/>
          <p:nvPr>
            <p:custDataLst>
              <p:tags r:id="rId3"/>
            </p:custDataLst>
          </p:nvPr>
        </p:nvSpPr>
        <p:spPr>
          <a:xfrm>
            <a:off x="-6348" y="6341414"/>
            <a:ext cx="12207870" cy="535635"/>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标题 1"/>
          <p:cNvSpPr>
            <a:spLocks noGrp="1"/>
          </p:cNvSpPr>
          <p:nvPr>
            <p:ph type="title"/>
            <p:custDataLst>
              <p:tags r:id="rId4"/>
            </p:custDataLst>
          </p:nvPr>
        </p:nvSpPr>
        <p:spPr>
          <a:xfrm>
            <a:off x="611841" y="781200"/>
            <a:ext cx="10973542" cy="626400"/>
          </a:xfrm>
        </p:spPr>
        <p:txBody>
          <a:bodyPr anchor="ctr"/>
          <a:lstStyle>
            <a:lvl1pPr algn="ctr">
              <a:defRPr sz="3600" baseline="0">
                <a:gradFill>
                  <a:gsLst>
                    <a:gs pos="0">
                      <a:schemeClr val="accent1"/>
                    </a:gs>
                    <a:gs pos="99000">
                      <a:schemeClr val="accent3"/>
                    </a:gs>
                  </a:gsLst>
                  <a:path path="circle">
                    <a:fillToRect t="100000" r="100000"/>
                  </a:path>
                </a:gradFill>
                <a:latin typeface="Arial" panose="020B0604020202020204" pitchFamily="34" charset="0"/>
                <a:ea typeface="微软雅黑" panose="020B0503020204020204" charset="-122"/>
              </a:defRPr>
            </a:lvl1pPr>
          </a:lstStyle>
          <a:p>
            <a:r>
              <a:rPr lang="zh-CN" altLang="en-US"/>
              <a:t>单击此处编辑母版标题样式</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2022/5/15</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1841" y="1659600"/>
            <a:ext cx="10973117" cy="828000"/>
          </a:xfrm>
        </p:spPr>
        <p:txBody>
          <a:bodyPr/>
          <a:lstStyle>
            <a:lvl1pPr algn="ct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615" y="2808000"/>
            <a:ext cx="10962744" cy="34308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p:custDataLst>
              <p:tags r:id="rId1"/>
            </p:custDataLst>
          </p:nvPr>
        </p:nvSpPr>
        <p:spPr>
          <a:xfrm>
            <a:off x="0" y="5029201"/>
            <a:ext cx="12188825"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2"/>
              </a:solidFill>
              <a:sym typeface="+mn-ea"/>
            </a:endParaRPr>
          </a:p>
        </p:txBody>
      </p:sp>
      <p:sp>
        <p:nvSpPr>
          <p:cNvPr id="2" name="标题 1"/>
          <p:cNvSpPr>
            <a:spLocks noGrp="1"/>
          </p:cNvSpPr>
          <p:nvPr>
            <p:ph type="title"/>
            <p:custDataLst>
              <p:tags r:id="rId2"/>
            </p:custDataLst>
          </p:nvPr>
        </p:nvSpPr>
        <p:spPr>
          <a:xfrm>
            <a:off x="604643" y="669600"/>
            <a:ext cx="10973542" cy="565200"/>
          </a:xfrm>
        </p:spPr>
        <p:txBody>
          <a:bodyPr anchor="ctr"/>
          <a:lstStyle>
            <a:lvl1pPr algn="ctr">
              <a:defRPr sz="3200" baseline="0">
                <a:gradFill>
                  <a:gsLst>
                    <a:gs pos="0">
                      <a:schemeClr val="accent1"/>
                    </a:gs>
                    <a:gs pos="99000">
                      <a:schemeClr val="accent3"/>
                    </a:gs>
                  </a:gsLst>
                  <a:path path="circle">
                    <a:fillToRect t="100000" r="100000"/>
                  </a:path>
                </a:gra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t>2022/5/15</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6"/>
            </p:custDataLst>
          </p:nvPr>
        </p:nvSpPr>
        <p:spPr>
          <a:xfrm>
            <a:off x="604679" y="1681200"/>
            <a:ext cx="10987938" cy="32112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7"/>
            </p:custDataLst>
          </p:nvPr>
        </p:nvSpPr>
        <p:spPr>
          <a:xfrm>
            <a:off x="593845" y="5180400"/>
            <a:ext cx="10998735" cy="10116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22" name="任意多边形: 形状 21"/>
          <p:cNvSpPr/>
          <p:nvPr>
            <p:custDataLst>
              <p:tags r:id="rId8"/>
            </p:custDataLst>
          </p:nvPr>
        </p:nvSpPr>
        <p:spPr>
          <a:xfrm flipH="1" flipV="1">
            <a:off x="-6348" y="-15240"/>
            <a:ext cx="12207870" cy="493473"/>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904">
                <a:moveTo>
                  <a:pt x="5020" y="0"/>
                </a:moveTo>
                <a:cubicBezTo>
                  <a:pt x="7413" y="0"/>
                  <a:pt x="11370" y="660"/>
                  <a:pt x="13300" y="680"/>
                </a:cubicBezTo>
                <a:cubicBezTo>
                  <a:pt x="15230" y="700"/>
                  <a:pt x="15387" y="187"/>
                  <a:pt x="16600" y="120"/>
                </a:cubicBezTo>
                <a:cubicBezTo>
                  <a:pt x="17605" y="65"/>
                  <a:pt x="18616" y="275"/>
                  <a:pt x="19198" y="466"/>
                </a:cubicBezTo>
                <a:lnTo>
                  <a:pt x="19230" y="477"/>
                </a:lnTo>
                <a:lnTo>
                  <a:pt x="19230" y="904"/>
                </a:lnTo>
                <a:lnTo>
                  <a:pt x="0" y="904"/>
                </a:lnTo>
                <a:lnTo>
                  <a:pt x="0" y="609"/>
                </a:lnTo>
                <a:lnTo>
                  <a:pt x="22" y="605"/>
                </a:lnTo>
                <a:cubicBezTo>
                  <a:pt x="1094" y="416"/>
                  <a:pt x="2982" y="0"/>
                  <a:pt x="502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22" name="任意多边形: 形状 21"/>
          <p:cNvSpPr/>
          <p:nvPr>
            <p:custDataLst>
              <p:tags r:id="rId1"/>
            </p:custDataLst>
          </p:nvPr>
        </p:nvSpPr>
        <p:spPr>
          <a:xfrm>
            <a:off x="-6348" y="6341414"/>
            <a:ext cx="12207870" cy="535635"/>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矩形 9"/>
          <p:cNvSpPr/>
          <p:nvPr>
            <p:custDataLst>
              <p:tags r:id="rId2"/>
            </p:custDataLst>
          </p:nvPr>
        </p:nvSpPr>
        <p:spPr>
          <a:xfrm>
            <a:off x="0" y="0"/>
            <a:ext cx="12188825"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3"/>
            </p:custDataLst>
          </p:nvPr>
        </p:nvSpPr>
        <p:spPr>
          <a:xfrm>
            <a:off x="579449" y="237600"/>
            <a:ext cx="11034726" cy="441964"/>
          </a:xfrm>
        </p:spPr>
        <p:txBody>
          <a:bodyPr>
            <a:noAutofit/>
          </a:bodyPr>
          <a:lstStyle>
            <a:lvl1pPr>
              <a:defRPr sz="2400" baseline="0">
                <a:gradFill>
                  <a:gsLst>
                    <a:gs pos="0">
                      <a:schemeClr val="accent1"/>
                    </a:gs>
                    <a:gs pos="99000">
                      <a:schemeClr val="accent3"/>
                    </a:gs>
                  </a:gsLst>
                  <a:path path="circle">
                    <a:fillToRect t="100000" r="100000"/>
                  </a:path>
                </a:gra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2022/5/15</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579449" y="1663200"/>
            <a:ext cx="5341009" cy="28944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6240774" y="1663200"/>
            <a:ext cx="5366202" cy="28944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9"/>
            </p:custDataLst>
          </p:nvPr>
        </p:nvSpPr>
        <p:spPr>
          <a:xfrm>
            <a:off x="572251" y="4816800"/>
            <a:ext cx="5341009" cy="7812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0"/>
            </p:custDataLst>
          </p:nvPr>
        </p:nvSpPr>
        <p:spPr>
          <a:xfrm>
            <a:off x="6251572" y="4813200"/>
            <a:ext cx="5366202" cy="7812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p:custDataLst>
              <p:tags r:id="rId1"/>
            </p:custDataLst>
          </p:nvPr>
        </p:nvSpPr>
        <p:spPr>
          <a:xfrm>
            <a:off x="-1270" y="959224"/>
            <a:ext cx="12188825"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9" name="任意多边形: 形状 28"/>
          <p:cNvSpPr/>
          <p:nvPr>
            <p:custDataLst>
              <p:tags r:id="rId2"/>
            </p:custDataLst>
          </p:nvPr>
        </p:nvSpPr>
        <p:spPr>
          <a:xfrm>
            <a:off x="-6348" y="6184900"/>
            <a:ext cx="12207870" cy="692150"/>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0" name="任意多边形: 形状 29"/>
          <p:cNvSpPr/>
          <p:nvPr>
            <p:custDataLst>
              <p:tags r:id="rId3"/>
            </p:custDataLst>
          </p:nvPr>
        </p:nvSpPr>
        <p:spPr>
          <a:xfrm flipH="1" flipV="1">
            <a:off x="-6348" y="-15240"/>
            <a:ext cx="12207870" cy="574040"/>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904">
                <a:moveTo>
                  <a:pt x="5020" y="0"/>
                </a:moveTo>
                <a:cubicBezTo>
                  <a:pt x="7413" y="0"/>
                  <a:pt x="11370" y="660"/>
                  <a:pt x="13300" y="680"/>
                </a:cubicBezTo>
                <a:cubicBezTo>
                  <a:pt x="15230" y="700"/>
                  <a:pt x="15387" y="187"/>
                  <a:pt x="16600" y="120"/>
                </a:cubicBezTo>
                <a:cubicBezTo>
                  <a:pt x="17605" y="65"/>
                  <a:pt x="18616" y="275"/>
                  <a:pt x="19198" y="466"/>
                </a:cubicBezTo>
                <a:lnTo>
                  <a:pt x="19230" y="477"/>
                </a:lnTo>
                <a:lnTo>
                  <a:pt x="19230" y="904"/>
                </a:lnTo>
                <a:lnTo>
                  <a:pt x="0" y="904"/>
                </a:lnTo>
                <a:lnTo>
                  <a:pt x="0" y="609"/>
                </a:lnTo>
                <a:lnTo>
                  <a:pt x="22" y="605"/>
                </a:lnTo>
                <a:cubicBezTo>
                  <a:pt x="1094" y="416"/>
                  <a:pt x="2982" y="0"/>
                  <a:pt x="502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 name="标题 1"/>
          <p:cNvSpPr>
            <a:spLocks noGrp="1"/>
          </p:cNvSpPr>
          <p:nvPr>
            <p:ph type="title" hasCustomPrompt="1"/>
            <p:custDataLst>
              <p:tags r:id="rId4"/>
            </p:custDataLst>
          </p:nvPr>
        </p:nvSpPr>
        <p:spPr>
          <a:xfrm>
            <a:off x="1522403" y="1339200"/>
            <a:ext cx="9141619" cy="2386800"/>
          </a:xfrm>
        </p:spPr>
        <p:txBody>
          <a:bodyPr anchor="b"/>
          <a:lstStyle>
            <a:lvl1pPr algn="ctr">
              <a:defRPr sz="6000" baseline="0">
                <a:gradFill flip="none" rotWithShape="1">
                  <a:gsLst>
                    <a:gs pos="100000">
                      <a:schemeClr val="accent1"/>
                    </a:gs>
                    <a:gs pos="0">
                      <a:schemeClr val="accent3"/>
                    </a:gs>
                  </a:gsLst>
                  <a:path path="circle">
                    <a:fillToRect l="100000" t="100000"/>
                  </a:path>
                  <a:tileRect r="-100000" b="-100000"/>
                </a:gradFill>
                <a:latin typeface="Arial" panose="020B0604020202020204" pitchFamily="34" charset="0"/>
                <a:ea typeface="微软雅黑" panose="020B0503020204020204"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2022/5/15</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522017" y="3862800"/>
            <a:ext cx="9141619" cy="1656000"/>
          </a:xfrm>
        </p:spPr>
        <p:txBody>
          <a:bodyPr/>
          <a:lstStyle>
            <a:lvl1pPr algn="ctr">
              <a:defRPr baseline="0">
                <a:solidFill>
                  <a:schemeClr val="bg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2022/5/15</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2022/5/15</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ags" Target="../tags/tag5.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4.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3.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2.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1.xml"/><Relationship Id="rId27" Type="http://schemas.openxmlformats.org/officeDocument/2006/relationships/tags" Target="../tags/tag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2"/>
            </p:custDataLst>
          </p:nvPr>
        </p:nvSpPr>
        <p:spPr>
          <a:xfrm>
            <a:off x="669708" y="443230"/>
            <a:ext cx="10849411" cy="441964"/>
          </a:xfrm>
          <a:prstGeom prst="rect">
            <a:avLst/>
          </a:prstGeom>
        </p:spPr>
        <p:txBody>
          <a:bodyPr vert="horz" lIns="90170" tIns="46990" rIns="90170" bIns="46990" rtlCol="0" anchor="t" anchorCtr="0">
            <a:normAutofit/>
          </a:bodyPr>
          <a:lstStyle/>
          <a:p>
            <a:r>
              <a:rPr lang="zh-CN" altLang="en-US" dirty="0"/>
              <a:t>单击此处编辑母版标题样式</a:t>
            </a:r>
          </a:p>
        </p:txBody>
      </p:sp>
      <p:sp>
        <p:nvSpPr>
          <p:cNvPr id="3" name="文本占位符 2"/>
          <p:cNvSpPr>
            <a:spLocks noGrp="1"/>
          </p:cNvSpPr>
          <p:nvPr>
            <p:ph type="body" idx="1"/>
            <p:custDataLst>
              <p:tags r:id="rId23"/>
            </p:custDataLst>
          </p:nvPr>
        </p:nvSpPr>
        <p:spPr>
          <a:xfrm>
            <a:off x="669708" y="952508"/>
            <a:ext cx="10849411" cy="5388907"/>
          </a:xfrm>
          <a:prstGeom prst="rect">
            <a:avLst/>
          </a:prstGeom>
        </p:spPr>
        <p:txBody>
          <a:bodyPr vert="horz" lIns="90170" tIns="46990" rIns="90170" bIns="46990" rtlCol="0" anchor="t" anchorCtr="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4"/>
            </p:custDataLst>
          </p:nvPr>
        </p:nvSpPr>
        <p:spPr>
          <a:xfrm>
            <a:off x="879513" y="6349833"/>
            <a:ext cx="2699297"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2022/5/15</a:t>
            </a:fld>
            <a:endParaRPr lang="zh-CN" altLang="en-US"/>
          </a:p>
        </p:txBody>
      </p:sp>
      <p:sp>
        <p:nvSpPr>
          <p:cNvPr id="5" name="页脚占位符 4"/>
          <p:cNvSpPr>
            <a:spLocks noGrp="1"/>
          </p:cNvSpPr>
          <p:nvPr>
            <p:ph type="ftr" sz="quarter" idx="3"/>
            <p:custDataLst>
              <p:tags r:id="rId25"/>
            </p:custDataLst>
          </p:nvPr>
        </p:nvSpPr>
        <p:spPr>
          <a:xfrm>
            <a:off x="4114928" y="6349833"/>
            <a:ext cx="3958969"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6"/>
            </p:custDataLst>
          </p:nvPr>
        </p:nvSpPr>
        <p:spPr>
          <a:xfrm>
            <a:off x="8608358" y="6349833"/>
            <a:ext cx="2699297"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p:custDataLst>
              <p:tags r:id="rId2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txStyles>
    <p:titleStyle>
      <a:lvl1pPr algn="l" defTabSz="914400" rtl="0" eaLnBrk="1" fontAlgn="auto" latinLnBrk="0" hangingPunct="1">
        <a:lnSpc>
          <a:spcPct val="100000"/>
        </a:lnSpc>
        <a:spcBef>
          <a:spcPct val="0"/>
        </a:spcBef>
        <a:buNone/>
        <a:defRPr sz="2400" b="1" u="none" strike="noStrike" kern="1200" cap="none" spc="100" normalizeH="0">
          <a:solidFill>
            <a:schemeClr val="tx1"/>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00" normalizeH="0" baseline="0">
          <a:solidFill>
            <a:schemeClr val="tx1"/>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090" algn="l"/>
        </a:tabLst>
        <a:defRPr sz="1600" u="none" strike="noStrike" kern="1200" cap="none" spc="100" normalizeH="0" baseline="0">
          <a:solidFill>
            <a:schemeClr val="tx1"/>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00" normalizeH="0" baseline="0">
          <a:solidFill>
            <a:schemeClr val="tx1"/>
          </a:solidFill>
          <a:uFillTx/>
          <a:latin typeface="Arial" panose="020B0604020202020204" pitchFamily="34" charset="0"/>
          <a:ea typeface="微软雅黑" panose="020B0503020204020204" charset="-122"/>
          <a:cs typeface="+mn-cs"/>
        </a:defRPr>
      </a:lvl3pPr>
      <a:lvl4pPr marL="15995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00" normalizeH="0" baseline="0">
          <a:solidFill>
            <a:schemeClr val="tx1"/>
          </a:solidFill>
          <a:uFillTx/>
          <a:latin typeface="Arial" panose="020B0604020202020204" pitchFamily="34" charset="0"/>
          <a:ea typeface="微软雅黑" panose="020B0503020204020204" charset="-122"/>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00" normalizeH="0" baseline="0">
          <a:solidFill>
            <a:schemeClr val="tx1"/>
          </a:solidFill>
          <a:uFillTx/>
          <a:latin typeface="Arial" panose="020B0604020202020204" pitchFamily="34" charset="0"/>
          <a:ea typeface="微软雅黑" panose="020B0503020204020204" charset="-122"/>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0965" algn="l" defTabSz="914400" rtl="0" eaLnBrk="1" latinLnBrk="0" hangingPunct="1">
        <a:defRPr sz="1800" kern="1200">
          <a:solidFill>
            <a:schemeClr val="tx1"/>
          </a:solidFill>
          <a:latin typeface="+mn-lt"/>
          <a:ea typeface="+mn-ea"/>
          <a:cs typeface="+mn-cs"/>
        </a:defRPr>
      </a:lvl4pPr>
      <a:lvl5pPr marL="1828165"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5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6.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8.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9.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0.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3.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4.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5.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6.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8.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9.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0.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1.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3.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4.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5.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6.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7.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8.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9.xml"/></Relationships>
</file>

<file path=ppt/slides/_rels/slide2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tags" Target="../tags/tag280.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281.xml"/></Relationships>
</file>

<file path=ppt/slides/_rels/slide31.xml.rels><?xml version="1.0" encoding="UTF-8" standalone="yes"?>
<Relationships xmlns="http://schemas.openxmlformats.org/package/2006/relationships"><Relationship Id="rId3" Type="http://schemas.openxmlformats.org/officeDocument/2006/relationships/tags" Target="../tags/tag284.xml"/><Relationship Id="rId2" Type="http://schemas.openxmlformats.org/officeDocument/2006/relationships/tags" Target="../tags/tag283.xml"/><Relationship Id="rId1" Type="http://schemas.openxmlformats.org/officeDocument/2006/relationships/tags" Target="../tags/tag282.xml"/><Relationship Id="rId5" Type="http://schemas.openxmlformats.org/officeDocument/2006/relationships/notesSlide" Target="../notesSlides/notesSlide2.xml"/><Relationship Id="rId4"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69925" y="3182620"/>
            <a:ext cx="10711180" cy="1451610"/>
          </a:xfrm>
        </p:spPr>
        <p:txBody>
          <a:bodyPr rtlCol="0">
            <a:normAutofit fontScale="90000"/>
          </a:bodyPr>
          <a:lstStyle/>
          <a:p>
            <a:pPr rtl="0"/>
            <a:r>
              <a:rPr sz="6600" cap="none" dirty="0">
                <a:latin typeface="方正姚体" panose="02010601030101010101" pitchFamily="2" charset="-122"/>
                <a:ea typeface="方正姚体" panose="02010601030101010101" pitchFamily="2" charset="-122"/>
              </a:rPr>
              <a:t>OpenCV计算机视觉基础教程</a:t>
            </a:r>
          </a:p>
        </p:txBody>
      </p:sp>
      <p:sp>
        <p:nvSpPr>
          <p:cNvPr id="3" name="文本占位符 2"/>
          <p:cNvSpPr>
            <a:spLocks noGrp="1"/>
          </p:cNvSpPr>
          <p:nvPr>
            <p:ph type="body" sz="quarter" idx="13"/>
          </p:nvPr>
        </p:nvSpPr>
        <p:spPr>
          <a:xfrm>
            <a:off x="4342130" y="4725670"/>
            <a:ext cx="3504565" cy="503555"/>
          </a:xfrm>
        </p:spPr>
        <p:txBody>
          <a:bodyPr rtlCol="0">
            <a:normAutofit fontScale="70000"/>
          </a:bodyPr>
          <a:lstStyle/>
          <a:p>
            <a:pPr algn="ctr" rtl="0"/>
            <a:r>
              <a:rPr lang="en-US" altLang="zh-CN" sz="2800" dirty="0">
                <a:solidFill>
                  <a:schemeClr val="bg1"/>
                </a:solidFill>
                <a:latin typeface="方正姚体" panose="02010601030101010101" pitchFamily="2" charset="-122"/>
                <a:ea typeface="方正姚体" panose="02010601030101010101" pitchFamily="2" charset="-122"/>
              </a:rPr>
              <a:t>Python</a:t>
            </a:r>
            <a:r>
              <a:rPr lang="zh-CN" altLang="en-US" sz="2800" dirty="0">
                <a:solidFill>
                  <a:schemeClr val="bg1"/>
                </a:solidFill>
                <a:latin typeface="方正姚体" panose="02010601030101010101" pitchFamily="2" charset="-122"/>
                <a:ea typeface="方正姚体" panose="02010601030101010101" pitchFamily="2" charset="-122"/>
              </a:rPr>
              <a:t>版 慕课版</a:t>
            </a:r>
          </a:p>
        </p:txBody>
      </p:sp>
      <p:sp>
        <p:nvSpPr>
          <p:cNvPr id="4" name="文本占位符 2"/>
          <p:cNvSpPr>
            <a:spLocks noGrp="1"/>
          </p:cNvSpPr>
          <p:nvPr/>
        </p:nvSpPr>
        <p:spPr>
          <a:xfrm>
            <a:off x="7318375" y="5876925"/>
            <a:ext cx="3504565" cy="503555"/>
          </a:xfrm>
          <a:prstGeom prst="rect">
            <a:avLst/>
          </a:prstGeom>
        </p:spPr>
        <p:txBody>
          <a:bodyPr vert="horz" lIns="90000" tIns="46800" rIns="90000" bIns="46800" rtlCol="0" anchor="ctr" anchorCtr="0">
            <a:normAutofit fontScale="70000"/>
          </a:bodyPr>
          <a:lstStyle>
            <a:lvl1pPr marL="0" indent="0" algn="dist" defTabSz="914400" rtl="0" eaLnBrk="1" fontAlgn="auto" latinLnBrk="0" hangingPunct="1">
              <a:lnSpc>
                <a:spcPct val="130000"/>
              </a:lnSpc>
              <a:spcBef>
                <a:spcPts val="0"/>
              </a:spcBef>
              <a:spcAft>
                <a:spcPts val="1000"/>
              </a:spcAft>
              <a:buFont typeface="Arial" panose="020B0604020202020204" pitchFamily="34" charset="0"/>
              <a:buNone/>
              <a:defRPr sz="2000" u="none" strike="noStrike" kern="1200" cap="none" spc="100" normalizeH="0" baseline="0">
                <a:solidFill>
                  <a:schemeClr val="bg1"/>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090" algn="l"/>
              </a:tabLst>
              <a:defRPr sz="1600" u="none" strike="noStrike" kern="1200" cap="none" spc="100" normalizeH="0" baseline="0">
                <a:solidFill>
                  <a:schemeClr val="tx1"/>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00" normalizeH="0" baseline="0">
                <a:solidFill>
                  <a:schemeClr val="tx1"/>
                </a:solidFill>
                <a:uFillTx/>
                <a:latin typeface="Arial" panose="020B0604020202020204" pitchFamily="34" charset="0"/>
                <a:ea typeface="微软雅黑" panose="020B0503020204020204" charset="-122"/>
                <a:cs typeface="+mn-cs"/>
              </a:defRPr>
            </a:lvl3pPr>
            <a:lvl4pPr marL="15995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00" normalizeH="0" baseline="0">
                <a:solidFill>
                  <a:schemeClr val="tx1"/>
                </a:solidFill>
                <a:uFillTx/>
                <a:latin typeface="Arial" panose="020B0604020202020204" pitchFamily="34" charset="0"/>
                <a:ea typeface="微软雅黑" panose="020B0503020204020204" charset="-122"/>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00" normalizeH="0" baseline="0">
                <a:solidFill>
                  <a:schemeClr val="tx1"/>
                </a:solidFill>
                <a:uFillTx/>
                <a:latin typeface="Arial" panose="020B0604020202020204" pitchFamily="34" charset="0"/>
                <a:ea typeface="微软雅黑" panose="020B0503020204020204" charset="-122"/>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rtl="0"/>
            <a:r>
              <a:rPr lang="zh-CN" altLang="en-US" sz="2800" dirty="0">
                <a:solidFill>
                  <a:schemeClr val="bg1"/>
                </a:solidFill>
                <a:latin typeface="方正姚体" panose="02010601030101010101" pitchFamily="2" charset="-122"/>
                <a:ea typeface="方正姚体" panose="02010601030101010101" pitchFamily="2" charset="-122"/>
              </a:rPr>
              <a:t>主讲教师：</a:t>
            </a:r>
            <a:r>
              <a:rPr lang="en-US" altLang="zh-CN" sz="2800" dirty="0">
                <a:solidFill>
                  <a:schemeClr val="bg1"/>
                </a:solidFill>
                <a:latin typeface="方正姚体" panose="02010601030101010101" pitchFamily="2" charset="-122"/>
                <a:ea typeface="方正姚体" panose="02010601030101010101" pitchFamily="2" charset="-122"/>
              </a:rPr>
              <a:t>***</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latin typeface="方正姚体" panose="02010601030101010101" pitchFamily="2" charset="-122"/>
                <a:ea typeface="方正姚体" panose="02010601030101010101" pitchFamily="2" charset="-122"/>
              </a:rPr>
              <a:t>第</a:t>
            </a:r>
            <a:r>
              <a:rPr lang="en-US" altLang="zh-CN" dirty="0">
                <a:latin typeface="方正姚体" panose="02010601030101010101" pitchFamily="2" charset="-122"/>
                <a:ea typeface="方正姚体" panose="02010601030101010101" pitchFamily="2" charset="-122"/>
              </a:rPr>
              <a:t>8</a:t>
            </a:r>
            <a:r>
              <a:rPr lang="zh-CN" altLang="en-US" dirty="0">
                <a:latin typeface="方正姚体" panose="02010601030101010101" pitchFamily="2" charset="-122"/>
                <a:ea typeface="方正姚体" panose="02010601030101010101" pitchFamily="2" charset="-122"/>
              </a:rPr>
              <a:t>章 </a:t>
            </a:r>
            <a:r>
              <a:rPr lang="en-US" altLang="zh-CN" dirty="0">
                <a:latin typeface="方正姚体" panose="02010601030101010101" pitchFamily="2" charset="-122"/>
                <a:ea typeface="方正姚体" panose="02010601030101010101" pitchFamily="2" charset="-122"/>
              </a:rPr>
              <a:t> 特征检测 </a:t>
            </a:r>
            <a:endParaRPr lang="zh-CN" altLang="en-US" dirty="0">
              <a:latin typeface="方正姚体" panose="02010601030101010101" pitchFamily="2" charset="-122"/>
              <a:ea typeface="方正姚体" panose="02010601030101010101" pitchFamily="2" charset="-122"/>
            </a:endParaRPr>
          </a:p>
        </p:txBody>
      </p:sp>
      <p:sp>
        <p:nvSpPr>
          <p:cNvPr id="3" name="内容占位符 2"/>
          <p:cNvSpPr>
            <a:spLocks noGrp="1"/>
          </p:cNvSpPr>
          <p:nvPr>
            <p:ph idx="1"/>
          </p:nvPr>
        </p:nvSpPr>
        <p:spPr/>
        <p:txBody>
          <a:bodyPr>
            <a:normAutofit/>
          </a:bodyPr>
          <a:lstStyle/>
          <a:p>
            <a:pPr marL="0" indent="0">
              <a:buNone/>
            </a:pPr>
            <a:r>
              <a:rPr lang="zh-CN" altLang="en-US" dirty="0">
                <a:latin typeface="方正姚体" panose="02010601030101010101" pitchFamily="2" charset="-122"/>
                <a:ea typeface="方正姚体" panose="02010601030101010101" pitchFamily="2" charset="-122"/>
              </a:rPr>
              <a:t>图像的特征是指图像中具有独特性和易于识别性的区域，角、边缘等都属于有意义的特征。OpenCV可以检测并提取图像的特征，并对其进行描述，以便用于图像匹配和搜索。</a:t>
            </a:r>
          </a:p>
          <a:p>
            <a:pPr marL="0" indent="0">
              <a:buNone/>
            </a:pPr>
            <a:r>
              <a:rPr lang="zh-CN" altLang="en-US" dirty="0">
                <a:latin typeface="方正姚体" panose="02010601030101010101" pitchFamily="2" charset="-122"/>
                <a:ea typeface="方正姚体" panose="02010601030101010101" pitchFamily="2" charset="-122"/>
              </a:rPr>
              <a:t>本章主要内容：</a:t>
            </a:r>
            <a:endParaRPr lang="en-US" altLang="zh-CN" dirty="0">
              <a:latin typeface="方正姚体" panose="02010601030101010101" pitchFamily="2" charset="-122"/>
              <a:ea typeface="方正姚体" panose="02010601030101010101" pitchFamily="2" charset="-122"/>
            </a:endParaRPr>
          </a:p>
          <a:p>
            <a:r>
              <a:rPr lang="zh-CN" altLang="en-US" dirty="0">
                <a:latin typeface="方正姚体" panose="02010601030101010101" pitchFamily="2" charset="-122"/>
                <a:ea typeface="方正姚体" panose="02010601030101010101" pitchFamily="2" charset="-122"/>
              </a:rPr>
              <a:t>角检测</a:t>
            </a:r>
          </a:p>
          <a:p>
            <a:r>
              <a:rPr lang="zh-CN" altLang="en-US" dirty="0">
                <a:latin typeface="方正姚体" panose="02010601030101010101" pitchFamily="2" charset="-122"/>
                <a:ea typeface="方正姚体" panose="02010601030101010101" pitchFamily="2" charset="-122"/>
              </a:rPr>
              <a:t>特征点检测</a:t>
            </a:r>
          </a:p>
          <a:p>
            <a:r>
              <a:rPr lang="zh-CN" altLang="en-US" dirty="0">
                <a:latin typeface="方正姚体" panose="02010601030101010101" pitchFamily="2" charset="-122"/>
                <a:ea typeface="方正姚体" panose="02010601030101010101" pitchFamily="2" charset="-122"/>
              </a:rPr>
              <a:t>对象查找</a:t>
            </a:r>
          </a:p>
          <a:p>
            <a:r>
              <a:rPr lang="zh-CN" altLang="en-US" dirty="0">
                <a:latin typeface="方正姚体" panose="02010601030101010101" pitchFamily="2" charset="-122"/>
                <a:ea typeface="方正姚体" panose="02010601030101010101" pitchFamily="2" charset="-122"/>
              </a:rPr>
              <a:t>实验</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方正姚体" panose="02010601030101010101" pitchFamily="2" charset="-122"/>
                <a:ea typeface="方正姚体" panose="02010601030101010101" pitchFamily="2" charset="-122"/>
              </a:rPr>
              <a:t>8.1 </a:t>
            </a:r>
            <a:r>
              <a:rPr dirty="0">
                <a:latin typeface="方正姚体" panose="02010601030101010101" pitchFamily="2" charset="-122"/>
                <a:ea typeface="方正姚体" panose="02010601030101010101" pitchFamily="2" charset="-122"/>
              </a:rPr>
              <a:t>角检测</a:t>
            </a:r>
          </a:p>
        </p:txBody>
      </p:sp>
      <p:sp>
        <p:nvSpPr>
          <p:cNvPr id="3" name="内容占位符 2"/>
          <p:cNvSpPr>
            <a:spLocks noGrp="1"/>
          </p:cNvSpPr>
          <p:nvPr>
            <p:ph idx="1"/>
          </p:nvPr>
        </p:nvSpPr>
        <p:spPr/>
        <p:txBody>
          <a:bodyPr>
            <a:normAutofit/>
          </a:bodyPr>
          <a:lstStyle/>
          <a:p>
            <a:pPr marL="0" indent="0">
              <a:buNone/>
            </a:pPr>
            <a:r>
              <a:rPr lang="zh-CN" altLang="en-US" dirty="0">
                <a:latin typeface="方正姚体" panose="02010601030101010101" pitchFamily="2" charset="-122"/>
                <a:ea typeface="方正姚体" panose="02010601030101010101" pitchFamily="2" charset="-122"/>
              </a:rPr>
              <a:t>角是两条边的交点，也可称为角点或拐角，它是图像中各个方向上强度变化最大的区域。OpenCV的cv2.cornerHarris()、cv2.cornerSubPix()和cv2.goodFeaturesToTrack()函数用于角检测。</a:t>
            </a:r>
          </a:p>
          <a:p>
            <a:pPr marL="0" indent="0">
              <a:buNone/>
            </a:pPr>
            <a:r>
              <a:rPr lang="zh-CN" altLang="en-US" dirty="0">
                <a:latin typeface="方正姚体" panose="02010601030101010101" pitchFamily="2" charset="-122"/>
                <a:ea typeface="方正姚体" panose="02010601030101010101" pitchFamily="2" charset="-122"/>
              </a:rPr>
              <a:t>本节主要内容：</a:t>
            </a:r>
            <a:endParaRPr lang="en-US" altLang="zh-CN" dirty="0">
              <a:latin typeface="方正姚体" panose="02010601030101010101" pitchFamily="2" charset="-122"/>
              <a:ea typeface="方正姚体" panose="02010601030101010101" pitchFamily="2" charset="-122"/>
            </a:endParaRPr>
          </a:p>
          <a:p>
            <a:r>
              <a:rPr lang="zh-CN" altLang="en-US" dirty="0">
                <a:latin typeface="方正姚体" panose="02010601030101010101" pitchFamily="2" charset="-122"/>
                <a:ea typeface="方正姚体" panose="02010601030101010101" pitchFamily="2" charset="-122"/>
              </a:rPr>
              <a:t>哈里斯角检测</a:t>
            </a:r>
          </a:p>
          <a:p>
            <a:r>
              <a:rPr lang="zh-CN" altLang="en-US" dirty="0">
                <a:latin typeface="方正姚体" panose="02010601030101010101" pitchFamily="2" charset="-122"/>
                <a:ea typeface="方正姚体" panose="02010601030101010101" pitchFamily="2" charset="-122"/>
              </a:rPr>
              <a:t>优化哈里斯角</a:t>
            </a:r>
          </a:p>
          <a:p>
            <a:r>
              <a:rPr lang="zh-CN" altLang="en-US" dirty="0">
                <a:latin typeface="方正姚体" panose="02010601030101010101" pitchFamily="2" charset="-122"/>
                <a:ea typeface="方正姚体" panose="02010601030101010101" pitchFamily="2" charset="-122"/>
              </a:rPr>
              <a:t>Shi-Tomasi角检测</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a:t>8.1.1  哈里斯角检测</a:t>
            </a:r>
          </a:p>
        </p:txBody>
      </p:sp>
      <p:sp>
        <p:nvSpPr>
          <p:cNvPr id="3" name="内容占位符 2"/>
          <p:cNvSpPr>
            <a:spLocks noGrp="1"/>
          </p:cNvSpPr>
          <p:nvPr>
            <p:ph idx="1"/>
          </p:nvPr>
        </p:nvSpPr>
        <p:spPr/>
        <p:txBody>
          <a:bodyPr/>
          <a:lstStyle/>
          <a:p>
            <a:pPr marL="0" indent="0">
              <a:buNone/>
            </a:pPr>
            <a:r>
              <a:rPr lang="zh-CN" altLang="en-US"/>
              <a:t>哈里斯角检测是克里斯·哈里斯（Chris Harris）和迈克·斯蒂芬斯（Mike Stephens）在他们论文中提出的一种角检测方法。</a:t>
            </a:r>
          </a:p>
          <a:p>
            <a:pPr marL="0" indent="0">
              <a:buNone/>
            </a:pPr>
            <a:r>
              <a:rPr lang="zh-CN" altLang="en-US"/>
              <a:t>cv2.cornerHarris()函数根据哈里斯角检测器算法检测图像中的角，其基本格式如下。</a:t>
            </a:r>
          </a:p>
          <a:p>
            <a:pPr marL="0" indent="0">
              <a:buNone/>
            </a:pPr>
            <a:r>
              <a:rPr lang="zh-CN" altLang="en-US"/>
              <a:t>dst=cv2.cornerHarris(src,blockSize,ksize,k)</a:t>
            </a:r>
          </a:p>
          <a:p>
            <a:pPr marL="0" indent="0">
              <a:buNone/>
            </a:pPr>
            <a:r>
              <a:rPr lang="zh-CN" altLang="en-US"/>
              <a:t>参数说明如下。</a:t>
            </a:r>
          </a:p>
          <a:p>
            <a:r>
              <a:rPr lang="zh-CN" altLang="en-US"/>
              <a:t>dst为返回结果，它是一个numpy.ndarray对象，大小和src相同，每一个数组元素对应一个像素点，其值越大，对应像素点是角的概率越高。</a:t>
            </a:r>
          </a:p>
          <a:p>
            <a:r>
              <a:rPr lang="zh-CN" altLang="en-US"/>
              <a:t>src为8位单通道或浮点值图像。</a:t>
            </a:r>
          </a:p>
          <a:p>
            <a:r>
              <a:rPr lang="zh-CN" altLang="en-US"/>
              <a:t>blockSize为邻域大小，值越大，检测出的角占的区域越大。</a:t>
            </a:r>
          </a:p>
          <a:p>
            <a:r>
              <a:rPr lang="zh-CN" altLang="en-US"/>
              <a:t>ksize为哈里斯角检测器使用的Sobel算子的中孔参数。</a:t>
            </a:r>
          </a:p>
          <a:p>
            <a:r>
              <a:rPr lang="zh-CN" altLang="en-US"/>
              <a:t>k为哈里斯角检测器的自由参数。ksize和k影响检测的敏感度，值越小，检测出的角越多，但准确率越低。</a:t>
            </a: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buNone/>
            </a:pPr>
            <a:r>
              <a:rPr lang="zh-CN" altLang="en-US"/>
              <a:t>示例代码如下。</a:t>
            </a:r>
          </a:p>
          <a:p>
            <a:pPr marL="0" indent="0">
              <a:buNone/>
            </a:pPr>
            <a:r>
              <a:rPr lang="zh-CN" altLang="en-US"/>
              <a:t>#test8-1.py：哈里斯角检测</a:t>
            </a:r>
          </a:p>
          <a:p>
            <a:pPr marL="0" indent="0">
              <a:buNone/>
            </a:pPr>
            <a:r>
              <a:rPr lang="zh-CN" altLang="en-US"/>
              <a:t>import cv2</a:t>
            </a:r>
          </a:p>
          <a:p>
            <a:pPr marL="0" indent="0">
              <a:buNone/>
            </a:pPr>
            <a:r>
              <a:rPr lang="zh-CN" altLang="en-US"/>
              <a:t>import numpy as np</a:t>
            </a:r>
          </a:p>
          <a:p>
            <a:pPr marL="0" indent="0">
              <a:buNone/>
            </a:pPr>
            <a:r>
              <a:rPr lang="zh-CN" altLang="en-US"/>
              <a:t>img=cv2.imread('cube.jpg')                         		#打开输入图像</a:t>
            </a:r>
          </a:p>
          <a:p>
            <a:pPr marL="0" indent="0">
              <a:buNone/>
            </a:pPr>
            <a:r>
              <a:rPr lang="zh-CN" altLang="en-US"/>
              <a:t>gray = cv2.cvtColor(img,cv2.COLOR_BGR2GRAY)        </a:t>
            </a:r>
            <a:r>
              <a:rPr lang="en-US" altLang="zh-CN"/>
              <a:t>	</a:t>
            </a:r>
            <a:r>
              <a:rPr lang="zh-CN" altLang="en-US"/>
              <a:t>#转换为灰度图像</a:t>
            </a:r>
          </a:p>
          <a:p>
            <a:pPr marL="0" indent="0">
              <a:buNone/>
            </a:pPr>
            <a:r>
              <a:rPr lang="zh-CN" altLang="en-US"/>
              <a:t>gray = np.float32(gray)                                	</a:t>
            </a:r>
            <a:r>
              <a:rPr lang="en-US" altLang="zh-CN"/>
              <a:t>	</a:t>
            </a:r>
            <a:r>
              <a:rPr lang="zh-CN" altLang="en-US"/>
              <a:t>#转换为浮点类型</a:t>
            </a:r>
          </a:p>
          <a:p>
            <a:pPr marL="0" indent="0">
              <a:buNone/>
            </a:pPr>
            <a:r>
              <a:rPr lang="zh-CN" altLang="en-US"/>
              <a:t>dst = cv2.cornerHarris(gray,8,7,0.01)                   	#执行角检测</a:t>
            </a:r>
          </a:p>
          <a:p>
            <a:pPr marL="0" indent="0">
              <a:buNone/>
            </a:pPr>
            <a:r>
              <a:rPr lang="zh-CN" altLang="en-US"/>
              <a:t>#将检测结果中值大于“最大值*0.02”对应的像素设置为红色</a:t>
            </a:r>
          </a:p>
          <a:p>
            <a:pPr marL="0" indent="0">
              <a:buNone/>
            </a:pPr>
            <a:r>
              <a:rPr lang="zh-CN" altLang="en-US"/>
              <a:t>img[dst&gt;0.02*dst.max()]=[0,0,255]                        	</a:t>
            </a:r>
          </a:p>
          <a:p>
            <a:pPr marL="0" indent="0">
              <a:buNone/>
            </a:pPr>
            <a:r>
              <a:rPr lang="zh-CN" altLang="en-US"/>
              <a:t>cv2.imshow('dst',img)                                   	</a:t>
            </a:r>
            <a:r>
              <a:rPr lang="en-US" altLang="zh-CN"/>
              <a:t>	</a:t>
            </a:r>
            <a:r>
              <a:rPr lang="zh-CN" altLang="en-US"/>
              <a:t>#显示检测结果</a:t>
            </a:r>
          </a:p>
          <a:p>
            <a:pPr marL="0" indent="0">
              <a:buNone/>
            </a:pPr>
            <a:r>
              <a:rPr lang="zh-CN" altLang="en-US"/>
              <a:t>cv2.waitKey(0)</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a:sym typeface="+mn-ea"/>
              </a:rPr>
              <a:t>8.1.2  优化哈里斯角</a:t>
            </a:r>
            <a:br>
              <a:rPr lang="zh-CN" altLang="en-US"/>
            </a:br>
            <a:endParaRPr lang="zh-CN" altLang="en-US"/>
          </a:p>
        </p:txBody>
      </p:sp>
      <p:sp>
        <p:nvSpPr>
          <p:cNvPr id="3" name="内容占位符 2"/>
          <p:cNvSpPr>
            <a:spLocks noGrp="1"/>
          </p:cNvSpPr>
          <p:nvPr>
            <p:ph idx="1"/>
          </p:nvPr>
        </p:nvSpPr>
        <p:spPr/>
        <p:txBody>
          <a:bodyPr/>
          <a:lstStyle/>
          <a:p>
            <a:pPr marL="0" indent="0">
              <a:buNone/>
            </a:pPr>
            <a:r>
              <a:rPr lang="zh-CN" altLang="en-US"/>
              <a:t>使用cv2.cornerHarris()函数检测出的角称为哈里斯角，它包含了一定数量的像素。有时，可能需要对哈里斯角进行进一步处理，找出角的更精确位置。</a:t>
            </a:r>
          </a:p>
          <a:p>
            <a:pPr marL="0" indent="0">
              <a:buNone/>
            </a:pPr>
            <a:r>
              <a:rPr lang="zh-CN" altLang="en-US"/>
              <a:t>cv2.cornerSubPix()函数用于对哈里斯角进行优化，找出更准确的角的位置，其基本格式如下。</a:t>
            </a:r>
          </a:p>
          <a:p>
            <a:pPr marL="0" indent="0">
              <a:buNone/>
            </a:pPr>
            <a:r>
              <a:rPr lang="zh-CN" altLang="en-US"/>
              <a:t>dst=cv2.cornerSubPix(src,corners, winSize, zeroZone, criteria)</a:t>
            </a:r>
          </a:p>
          <a:p>
            <a:pPr marL="0" indent="0">
              <a:buNone/>
            </a:pPr>
            <a:r>
              <a:rPr lang="zh-CN" altLang="en-US"/>
              <a:t>参数说明如下。</a:t>
            </a:r>
          </a:p>
          <a:p>
            <a:pPr marL="0" indent="0">
              <a:buNone/>
            </a:pPr>
            <a:r>
              <a:rPr lang="zh-CN" altLang="en-US"/>
              <a:t>	dst为返回结果，存储优化后的角信息。</a:t>
            </a:r>
          </a:p>
          <a:p>
            <a:pPr marL="0" indent="0">
              <a:buNone/>
            </a:pPr>
            <a:r>
              <a:rPr lang="zh-CN" altLang="en-US"/>
              <a:t>	src为8位单通道或浮点值图像。</a:t>
            </a:r>
          </a:p>
          <a:p>
            <a:pPr marL="0" indent="0">
              <a:buNone/>
            </a:pPr>
            <a:r>
              <a:rPr lang="zh-CN" altLang="en-US"/>
              <a:t>	corners为哈里斯角的质心坐标。</a:t>
            </a:r>
          </a:p>
          <a:p>
            <a:pPr marL="0" indent="0">
              <a:buNone/>
            </a:pPr>
            <a:r>
              <a:rPr lang="zh-CN" altLang="en-US"/>
              <a:t>	winSize为搜索窗口边长的一半。</a:t>
            </a:r>
          </a:p>
          <a:p>
            <a:pPr marL="0" indent="0">
              <a:buNone/>
            </a:pPr>
            <a:r>
              <a:rPr lang="zh-CN" altLang="en-US"/>
              <a:t>	zeroZone为零值边长的一半。</a:t>
            </a:r>
          </a:p>
          <a:p>
            <a:pPr marL="0" indent="0">
              <a:buNone/>
            </a:pPr>
            <a:r>
              <a:rPr lang="zh-CN" altLang="en-US"/>
              <a:t>	criteria为优化查找的终止条件。</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85000"/>
          </a:bodyPr>
          <a:lstStyle/>
          <a:p>
            <a:pPr marL="0" indent="0">
              <a:lnSpc>
                <a:spcPct val="100000"/>
              </a:lnSpc>
              <a:spcAft>
                <a:spcPts val="0"/>
              </a:spcAft>
              <a:buNone/>
            </a:pPr>
            <a:r>
              <a:rPr lang="zh-CN" altLang="en-US"/>
              <a:t>示例代码如下。</a:t>
            </a:r>
          </a:p>
          <a:p>
            <a:pPr marL="0" indent="0">
              <a:lnSpc>
                <a:spcPct val="100000"/>
              </a:lnSpc>
              <a:spcAft>
                <a:spcPts val="0"/>
              </a:spcAft>
              <a:buNone/>
            </a:pPr>
            <a:r>
              <a:rPr lang="zh-CN" altLang="en-US"/>
              <a:t>#test8-2.py：优化哈里斯角</a:t>
            </a:r>
          </a:p>
          <a:p>
            <a:pPr marL="0" indent="0">
              <a:lnSpc>
                <a:spcPct val="100000"/>
              </a:lnSpc>
              <a:spcAft>
                <a:spcPts val="0"/>
              </a:spcAft>
              <a:buNone/>
            </a:pPr>
            <a:r>
              <a:rPr lang="zh-CN" altLang="en-US"/>
              <a:t>import cv2</a:t>
            </a:r>
          </a:p>
          <a:p>
            <a:pPr marL="0" indent="0">
              <a:lnSpc>
                <a:spcPct val="100000"/>
              </a:lnSpc>
              <a:spcAft>
                <a:spcPts val="0"/>
              </a:spcAft>
              <a:buNone/>
            </a:pPr>
            <a:r>
              <a:rPr lang="zh-CN" altLang="en-US"/>
              <a:t>import numpy as np</a:t>
            </a:r>
          </a:p>
          <a:p>
            <a:pPr marL="0" indent="0">
              <a:lnSpc>
                <a:spcPct val="100000"/>
              </a:lnSpc>
              <a:spcAft>
                <a:spcPts val="0"/>
              </a:spcAft>
              <a:buNone/>
            </a:pPr>
            <a:r>
              <a:rPr lang="zh-CN" altLang="en-US"/>
              <a:t>import matplotlib.pyplot as plt</a:t>
            </a:r>
          </a:p>
          <a:p>
            <a:pPr marL="0" indent="0">
              <a:lnSpc>
                <a:spcPct val="100000"/>
              </a:lnSpc>
              <a:spcAft>
                <a:spcPts val="0"/>
              </a:spcAft>
              <a:buNone/>
            </a:pPr>
            <a:r>
              <a:rPr lang="zh-CN" altLang="en-US"/>
              <a:t>img = cv2.imread('cube.jpg')                			#打开图像，默认为BGR格式</a:t>
            </a:r>
          </a:p>
          <a:p>
            <a:pPr marL="0" indent="0">
              <a:lnSpc>
                <a:spcPct val="100000"/>
              </a:lnSpc>
              <a:spcAft>
                <a:spcPts val="0"/>
              </a:spcAft>
              <a:buNone/>
            </a:pPr>
            <a:r>
              <a:rPr lang="zh-CN" altLang="en-US"/>
              <a:t>gray = cv2.cvtColor(img,cv2.COLOR_BGR2GRAY)  		#转换为灰度图像</a:t>
            </a:r>
          </a:p>
          <a:p>
            <a:pPr marL="0" indent="0">
              <a:lnSpc>
                <a:spcPct val="100000"/>
              </a:lnSpc>
              <a:spcAft>
                <a:spcPts val="0"/>
              </a:spcAft>
              <a:buNone/>
            </a:pPr>
            <a:r>
              <a:rPr lang="zh-CN" altLang="en-US"/>
              <a:t>gray = np.float32(gray)                     			#转换为浮点类型</a:t>
            </a:r>
          </a:p>
          <a:p>
            <a:pPr marL="0" indent="0">
              <a:lnSpc>
                <a:spcPct val="100000"/>
              </a:lnSpc>
              <a:spcAft>
                <a:spcPts val="0"/>
              </a:spcAft>
              <a:buNone/>
            </a:pPr>
            <a:r>
              <a:rPr lang="zh-CN" altLang="en-US"/>
              <a:t>dst = cv2.cornerHarris(gray,8,7,0.04)       			#查找哈里斯角</a:t>
            </a:r>
          </a:p>
          <a:p>
            <a:pPr marL="0" indent="0">
              <a:lnSpc>
                <a:spcPct val="100000"/>
              </a:lnSpc>
              <a:spcAft>
                <a:spcPts val="0"/>
              </a:spcAft>
              <a:buNone/>
            </a:pPr>
            <a:r>
              <a:rPr lang="zh-CN" altLang="en-US"/>
              <a:t>r, dst = cv2.threshold(dst,0.01*dst.max(),255,0)		#二值化阈值处理</a:t>
            </a:r>
          </a:p>
          <a:p>
            <a:pPr marL="0" indent="0">
              <a:lnSpc>
                <a:spcPct val="100000"/>
              </a:lnSpc>
              <a:spcAft>
                <a:spcPts val="0"/>
              </a:spcAft>
              <a:buNone/>
            </a:pPr>
            <a:r>
              <a:rPr lang="zh-CN" altLang="en-US"/>
              <a:t>dst = np.uint8(dst)                         			#转换为整型</a:t>
            </a:r>
          </a:p>
          <a:p>
            <a:pPr marL="0" indent="0">
              <a:lnSpc>
                <a:spcPct val="100000"/>
              </a:lnSpc>
              <a:spcAft>
                <a:spcPts val="0"/>
              </a:spcAft>
              <a:buNone/>
            </a:pPr>
            <a:r>
              <a:rPr lang="zh-CN" altLang="en-US"/>
              <a:t>r,l,s,cxys = cv2.connectedComponentsWithStats(dst)		#查找质点坐标</a:t>
            </a:r>
          </a:p>
          <a:p>
            <a:pPr marL="0" indent="0">
              <a:lnSpc>
                <a:spcPct val="100000"/>
              </a:lnSpc>
              <a:spcAft>
                <a:spcPts val="0"/>
              </a:spcAft>
              <a:buNone/>
            </a:pPr>
            <a:r>
              <a:rPr lang="zh-CN" altLang="en-US"/>
              <a:t>cif = (cv2.TERM_CRITERIA_EPS + </a:t>
            </a:r>
          </a:p>
          <a:p>
            <a:pPr marL="0" indent="0">
              <a:lnSpc>
                <a:spcPct val="100000"/>
              </a:lnSpc>
              <a:spcAft>
                <a:spcPts val="0"/>
              </a:spcAft>
              <a:buNone/>
            </a:pPr>
            <a:r>
              <a:rPr lang="zh-CN" altLang="en-US"/>
              <a:t>              cv2.TERM_CRITERIA_MAX_ITER, 100, 0.001)	#定义优化查找条件</a:t>
            </a:r>
          </a:p>
          <a:p>
            <a:pPr marL="0" indent="0">
              <a:lnSpc>
                <a:spcPct val="100000"/>
              </a:lnSpc>
              <a:spcAft>
                <a:spcPts val="0"/>
              </a:spcAft>
              <a:buNone/>
            </a:pPr>
            <a:r>
              <a:rPr lang="zh-CN" altLang="en-US"/>
              <a:t>corners = cv2.cornerSubPix(gray,</a:t>
            </a:r>
          </a:p>
          <a:p>
            <a:pPr marL="0" indent="0">
              <a:lnSpc>
                <a:spcPct val="100000"/>
              </a:lnSpc>
              <a:spcAft>
                <a:spcPts val="0"/>
              </a:spcAft>
              <a:buNone/>
            </a:pPr>
            <a:r>
              <a:rPr lang="zh-CN" altLang="en-US"/>
              <a:t>             np.float32(cxys),(5,5),(-1,-1),cif)		</a:t>
            </a:r>
            <a:r>
              <a:rPr lang="en-US" altLang="zh-CN"/>
              <a:t>	</a:t>
            </a:r>
            <a:r>
              <a:rPr lang="zh-CN" altLang="en-US"/>
              <a:t>#执行优化查找</a:t>
            </a:r>
          </a:p>
          <a:p>
            <a:pPr marL="0" indent="0">
              <a:lnSpc>
                <a:spcPct val="100000"/>
              </a:lnSpc>
              <a:spcAft>
                <a:spcPts val="0"/>
              </a:spcAft>
              <a:buNone/>
            </a:pPr>
            <a:r>
              <a:rPr lang="zh-CN" altLang="en-US"/>
              <a:t>res = np.hstack((cxys,corners))                 		</a:t>
            </a:r>
            <a:r>
              <a:rPr lang="en-US" altLang="zh-CN"/>
              <a:t>	</a:t>
            </a:r>
            <a:r>
              <a:rPr lang="zh-CN" altLang="en-US"/>
              <a:t>#堆叠构造新数组，便于标注角</a:t>
            </a:r>
          </a:p>
          <a:p>
            <a:pPr marL="0" indent="0">
              <a:lnSpc>
                <a:spcPct val="100000"/>
              </a:lnSpc>
              <a:spcAft>
                <a:spcPts val="0"/>
              </a:spcAft>
              <a:buNone/>
            </a:pPr>
            <a:r>
              <a:rPr lang="zh-CN" altLang="en-US"/>
              <a:t>res = np.int0(res)                              			#转换为整型</a:t>
            </a:r>
          </a:p>
          <a:p>
            <a:pPr marL="0" indent="0">
              <a:lnSpc>
                <a:spcPct val="100000"/>
              </a:lnSpc>
              <a:spcAft>
                <a:spcPts val="0"/>
              </a:spcAft>
              <a:buNone/>
            </a:pPr>
            <a:r>
              <a:rPr lang="zh-CN" altLang="en-US"/>
              <a:t>img[res[:,1],res[:,0]]=[0,0,255]                		</a:t>
            </a:r>
            <a:r>
              <a:rPr lang="en-US" altLang="zh-CN"/>
              <a:t>	</a:t>
            </a:r>
            <a:r>
              <a:rPr lang="zh-CN" altLang="en-US"/>
              <a:t>#将哈里斯角对应像素设置为红色</a:t>
            </a:r>
          </a:p>
          <a:p>
            <a:pPr marL="0" indent="0">
              <a:lnSpc>
                <a:spcPct val="100000"/>
              </a:lnSpc>
              <a:spcAft>
                <a:spcPts val="0"/>
              </a:spcAft>
              <a:buNone/>
            </a:pPr>
            <a:r>
              <a:rPr lang="zh-CN" altLang="en-US"/>
              <a:t>img[res[:,3],res[:,2]] = [0,255,0]              		</a:t>
            </a:r>
            <a:r>
              <a:rPr lang="en-US" altLang="zh-CN"/>
              <a:t>	</a:t>
            </a:r>
            <a:r>
              <a:rPr lang="zh-CN" altLang="en-US"/>
              <a:t>#将优化结果像素设置为绿色</a:t>
            </a:r>
          </a:p>
          <a:p>
            <a:pPr marL="0" indent="0">
              <a:lnSpc>
                <a:spcPct val="100000"/>
              </a:lnSpc>
              <a:spcAft>
                <a:spcPts val="0"/>
              </a:spcAft>
              <a:buNone/>
            </a:pPr>
            <a:r>
              <a:rPr lang="zh-CN" altLang="en-US"/>
              <a:t>img = cv2.cvtColor(img,cv2.COLOR_BGR2RGB)   		#转换为RGB格式</a:t>
            </a:r>
          </a:p>
          <a:p>
            <a:pPr marL="0" indent="0">
              <a:lnSpc>
                <a:spcPct val="100000"/>
              </a:lnSpc>
              <a:spcAft>
                <a:spcPts val="0"/>
              </a:spcAft>
              <a:buNone/>
            </a:pPr>
            <a:r>
              <a:rPr lang="zh-CN" altLang="en-US"/>
              <a:t>plt.imshow(img)</a:t>
            </a:r>
          </a:p>
          <a:p>
            <a:pPr marL="0" indent="0">
              <a:lnSpc>
                <a:spcPct val="100000"/>
              </a:lnSpc>
              <a:spcAft>
                <a:spcPts val="0"/>
              </a:spcAft>
              <a:buNone/>
            </a:pPr>
            <a:r>
              <a:rPr lang="zh-CN" altLang="en-US"/>
              <a:t>plt.axis('off')</a:t>
            </a:r>
          </a:p>
          <a:p>
            <a:pPr marL="0" indent="0">
              <a:lnSpc>
                <a:spcPct val="100000"/>
              </a:lnSpc>
              <a:spcAft>
                <a:spcPts val="0"/>
              </a:spcAft>
              <a:buNone/>
            </a:pPr>
            <a:r>
              <a:rPr lang="zh-CN" altLang="en-US"/>
              <a:t>plt.show()                                      			#显示检测结果</a:t>
            </a: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a:sym typeface="+mn-ea"/>
              </a:rPr>
              <a:t>8.1.3  Shi-Tomasi角检测</a:t>
            </a:r>
            <a:br>
              <a:rPr lang="zh-CN" altLang="en-US"/>
            </a:br>
            <a:endParaRPr lang="zh-CN" altLang="en-US"/>
          </a:p>
        </p:txBody>
      </p:sp>
      <p:sp>
        <p:nvSpPr>
          <p:cNvPr id="3" name="内容占位符 2"/>
          <p:cNvSpPr>
            <a:spLocks noGrp="1"/>
          </p:cNvSpPr>
          <p:nvPr>
            <p:ph idx="1"/>
          </p:nvPr>
        </p:nvSpPr>
        <p:spPr/>
        <p:txBody>
          <a:bodyPr/>
          <a:lstStyle/>
          <a:p>
            <a:pPr marL="0" indent="0">
              <a:buNone/>
            </a:pPr>
            <a:r>
              <a:rPr lang="zh-CN" altLang="en-US"/>
              <a:t>Shi-Tomasi角检测是史建波（Jianbo Shi）和卡罗·托马西（Carlo Tomasi）在哈里斯角检测基础上提出的改进角检测的方法。</a:t>
            </a:r>
          </a:p>
          <a:p>
            <a:pPr marL="0" indent="0">
              <a:buNone/>
            </a:pPr>
            <a:r>
              <a:rPr lang="zh-CN" altLang="en-US"/>
              <a:t>OpenCV的cv.goodFeaturesToTrack()函数使用Shi-Tomasi角检测器查找图像中的N个最强角，其基本格式如下。</a:t>
            </a:r>
          </a:p>
          <a:p>
            <a:pPr marL="0" indent="0">
              <a:buNone/>
            </a:pPr>
            <a:r>
              <a:rPr lang="zh-CN" altLang="en-US"/>
              <a:t>dst=cv.goodFeaturesToTrack(src, maxCorners, qualityLevel, minDistance)</a:t>
            </a:r>
          </a:p>
          <a:p>
            <a:pPr marL="0" indent="0">
              <a:buNone/>
            </a:pPr>
            <a:r>
              <a:rPr lang="zh-CN" altLang="en-US"/>
              <a:t>参数说明如下。</a:t>
            </a:r>
          </a:p>
          <a:p>
            <a:pPr marL="0" indent="0">
              <a:buNone/>
            </a:pPr>
            <a:r>
              <a:rPr lang="zh-CN" altLang="en-US"/>
              <a:t>	dst为返回结果，保存了检测到的角在原图像中的坐标。</a:t>
            </a:r>
          </a:p>
          <a:p>
            <a:pPr marL="0" indent="0">
              <a:buNone/>
            </a:pPr>
            <a:r>
              <a:rPr lang="zh-CN" altLang="en-US"/>
              <a:t>	src为8位单通道或浮点值图像。</a:t>
            </a:r>
          </a:p>
          <a:p>
            <a:pPr marL="0" indent="0">
              <a:buNone/>
            </a:pPr>
            <a:r>
              <a:rPr lang="zh-CN" altLang="en-US"/>
              <a:t>	maxCorners为返回的角的最大数量。</a:t>
            </a:r>
          </a:p>
          <a:p>
            <a:pPr marL="0" indent="0">
              <a:buNone/>
            </a:pPr>
            <a:r>
              <a:rPr lang="zh-CN" altLang="en-US"/>
              <a:t>	qualityLevel为可接受的角的最低质量。</a:t>
            </a:r>
          </a:p>
          <a:p>
            <a:pPr marL="0" indent="0">
              <a:buNone/>
            </a:pPr>
            <a:r>
              <a:rPr lang="zh-CN" altLang="en-US"/>
              <a:t>	minDistance为返回的角之间的最小欧几里得距离。</a:t>
            </a: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669925" y="952500"/>
            <a:ext cx="10849610" cy="5827395"/>
          </a:xfrm>
        </p:spPr>
        <p:txBody>
          <a:bodyPr>
            <a:normAutofit fontScale="60000"/>
          </a:bodyPr>
          <a:lstStyle/>
          <a:p>
            <a:pPr marL="0" indent="0">
              <a:buNone/>
            </a:pPr>
            <a:r>
              <a:rPr lang="zh-CN" altLang="en-US"/>
              <a:t>示例代码如下。</a:t>
            </a:r>
          </a:p>
          <a:p>
            <a:pPr marL="0" indent="0">
              <a:buNone/>
            </a:pPr>
            <a:r>
              <a:rPr lang="zh-CN" altLang="en-US"/>
              <a:t>#test8-3.py：Shi-Tomasi角检测</a:t>
            </a:r>
          </a:p>
          <a:p>
            <a:pPr marL="0" indent="0">
              <a:buNone/>
            </a:pPr>
            <a:r>
              <a:rPr lang="zh-CN" altLang="en-US"/>
              <a:t>import cv2</a:t>
            </a:r>
          </a:p>
          <a:p>
            <a:pPr marL="0" indent="0">
              <a:buNone/>
            </a:pPr>
            <a:r>
              <a:rPr lang="zh-CN" altLang="en-US"/>
              <a:t>import numpy as np</a:t>
            </a:r>
          </a:p>
          <a:p>
            <a:pPr marL="0" indent="0">
              <a:buNone/>
            </a:pPr>
            <a:r>
              <a:rPr lang="zh-CN" altLang="en-US"/>
              <a:t>import matplotlib.pyplot as plt</a:t>
            </a:r>
          </a:p>
          <a:p>
            <a:pPr marL="0" indent="0">
              <a:buNone/>
            </a:pPr>
            <a:r>
              <a:rPr lang="zh-CN" altLang="en-US"/>
              <a:t>img = cv2.imread('five.jpg')                    		#打开图像，默认为BGR格式</a:t>
            </a:r>
          </a:p>
          <a:p>
            <a:pPr marL="0" indent="0">
              <a:buNone/>
            </a:pPr>
            <a:r>
              <a:rPr lang="zh-CN" altLang="en-US"/>
              <a:t>gray = cv2.cvtColor(img,cv2.COLOR_BGR2GRAY)     	#转换为灰度图像</a:t>
            </a:r>
          </a:p>
          <a:p>
            <a:pPr marL="0" indent="0">
              <a:buNone/>
            </a:pPr>
            <a:r>
              <a:rPr lang="zh-CN" altLang="en-US"/>
              <a:t>gray = np.float32(gray)                         		#转换为浮点类型</a:t>
            </a:r>
          </a:p>
          <a:p>
            <a:pPr marL="0" indent="0">
              <a:buNone/>
            </a:pPr>
            <a:r>
              <a:rPr lang="zh-CN" altLang="en-US"/>
              <a:t>corners = cv2.goodFeaturesToTrack(gray,6,0.1,100)	#检测角，最多6个</a:t>
            </a:r>
          </a:p>
          <a:p>
            <a:pPr marL="0" indent="0">
              <a:buNone/>
            </a:pPr>
            <a:r>
              <a:rPr lang="zh-CN" altLang="en-US"/>
              <a:t>corners = np.int0(corners)                       		#转换为整型</a:t>
            </a:r>
          </a:p>
          <a:p>
            <a:pPr marL="0" indent="0">
              <a:buNone/>
            </a:pPr>
            <a:r>
              <a:rPr lang="zh-CN" altLang="en-US"/>
              <a:t>for i in corners:</a:t>
            </a:r>
          </a:p>
          <a:p>
            <a:pPr marL="0" indent="0">
              <a:buNone/>
            </a:pPr>
            <a:r>
              <a:rPr lang="zh-CN" altLang="en-US"/>
              <a:t>    x,y = i.ravel()</a:t>
            </a:r>
          </a:p>
          <a:p>
            <a:pPr marL="0" indent="0">
              <a:buNone/>
            </a:pPr>
            <a:r>
              <a:rPr lang="zh-CN" altLang="en-US"/>
              <a:t>    cv2.circle(img,(x,y),4,(0,0,255),-1)        		#用红色圆点标注找到的角</a:t>
            </a:r>
          </a:p>
          <a:p>
            <a:pPr marL="0" indent="0">
              <a:buNone/>
            </a:pPr>
            <a:r>
              <a:rPr lang="zh-CN" altLang="en-US"/>
              <a:t>img = cv2.cvtColor(img,cv2.COLOR_BGR2RGB)       	#转换为RGB格式</a:t>
            </a:r>
          </a:p>
          <a:p>
            <a:pPr marL="0" indent="0">
              <a:buNone/>
            </a:pPr>
            <a:r>
              <a:rPr lang="zh-CN" altLang="en-US"/>
              <a:t>plt.imshow(img)</a:t>
            </a:r>
          </a:p>
          <a:p>
            <a:pPr marL="0" indent="0">
              <a:buNone/>
            </a:pPr>
            <a:r>
              <a:rPr lang="zh-CN" altLang="en-US"/>
              <a:t>plt.axis('off')</a:t>
            </a:r>
          </a:p>
          <a:p>
            <a:pPr marL="0" indent="0">
              <a:buNone/>
            </a:pPr>
            <a:r>
              <a:rPr lang="zh-CN" altLang="en-US"/>
              <a:t>plt.show()                                      		#显示检测结果</a:t>
            </a: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方正姚体" panose="02010601030101010101" pitchFamily="2" charset="-122"/>
                <a:ea typeface="方正姚体" panose="02010601030101010101" pitchFamily="2" charset="-122"/>
              </a:rPr>
              <a:t>8.2 特征点检测</a:t>
            </a:r>
          </a:p>
        </p:txBody>
      </p:sp>
      <p:sp>
        <p:nvSpPr>
          <p:cNvPr id="3" name="内容占位符 2"/>
          <p:cNvSpPr>
            <a:spLocks noGrp="1"/>
          </p:cNvSpPr>
          <p:nvPr>
            <p:ph idx="1"/>
          </p:nvPr>
        </p:nvSpPr>
        <p:spPr/>
        <p:txBody>
          <a:bodyPr>
            <a:normAutofit/>
          </a:bodyPr>
          <a:lstStyle/>
          <a:p>
            <a:pPr marL="0" indent="0">
              <a:buNone/>
            </a:pPr>
            <a:r>
              <a:rPr lang="zh-CN" altLang="en-US" dirty="0">
                <a:latin typeface="方正姚体" panose="02010601030101010101" pitchFamily="2" charset="-122"/>
                <a:ea typeface="方正姚体" panose="02010601030101010101" pitchFamily="2" charset="-122"/>
              </a:rPr>
              <a:t>本节主要内容：</a:t>
            </a:r>
            <a:endParaRPr lang="en-US" altLang="zh-CN" dirty="0">
              <a:latin typeface="方正姚体" panose="02010601030101010101" pitchFamily="2" charset="-122"/>
              <a:ea typeface="方正姚体" panose="02010601030101010101" pitchFamily="2" charset="-122"/>
            </a:endParaRPr>
          </a:p>
          <a:p>
            <a:r>
              <a:rPr lang="zh-CN" altLang="en-US" dirty="0">
                <a:latin typeface="方正姚体" panose="02010601030101010101" pitchFamily="2" charset="-122"/>
                <a:ea typeface="方正姚体" panose="02010601030101010101" pitchFamily="2" charset="-122"/>
              </a:rPr>
              <a:t>FAST特征检测</a:t>
            </a:r>
          </a:p>
          <a:p>
            <a:r>
              <a:rPr lang="zh-CN" altLang="en-US" dirty="0">
                <a:latin typeface="方正姚体" panose="02010601030101010101" pitchFamily="2" charset="-122"/>
                <a:ea typeface="方正姚体" panose="02010601030101010101" pitchFamily="2" charset="-122"/>
              </a:rPr>
              <a:t>SIFT特征检测</a:t>
            </a:r>
          </a:p>
          <a:p>
            <a:r>
              <a:rPr lang="zh-CN" altLang="en-US" dirty="0">
                <a:latin typeface="方正姚体" panose="02010601030101010101" pitchFamily="2" charset="-122"/>
                <a:ea typeface="方正姚体" panose="02010601030101010101" pitchFamily="2" charset="-122"/>
              </a:rPr>
              <a:t>ORB特征检测</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a:sym typeface="+mn-ea"/>
              </a:rPr>
              <a:t>8.2.1  FAST特征检测</a:t>
            </a:r>
            <a:br>
              <a:rPr lang="zh-CN" altLang="en-US"/>
            </a:br>
            <a:endParaRPr lang="zh-CN" altLang="en-US"/>
          </a:p>
        </p:txBody>
      </p:sp>
      <p:sp>
        <p:nvSpPr>
          <p:cNvPr id="3" name="内容占位符 2"/>
          <p:cNvSpPr>
            <a:spLocks noGrp="1"/>
          </p:cNvSpPr>
          <p:nvPr>
            <p:ph idx="1"/>
          </p:nvPr>
        </p:nvSpPr>
        <p:spPr/>
        <p:txBody>
          <a:bodyPr/>
          <a:lstStyle/>
          <a:p>
            <a:pPr marL="0" indent="0">
              <a:buNone/>
            </a:pPr>
            <a:r>
              <a:rPr lang="zh-CN" altLang="en-US"/>
              <a:t>FAST特征检测器主要根据像素周围16个像素的强度和阈值等参数来判断像素是否为关键点。</a:t>
            </a:r>
          </a:p>
          <a:p>
            <a:pPr marL="0" indent="0">
              <a:buNone/>
            </a:pPr>
            <a:r>
              <a:rPr lang="zh-CN" altLang="en-US"/>
              <a:t>可调用cv2.FastFeatureDetector_create()函数创建一个FAST对象，然后调用FAST对象的detect()方法执行关键点检测，该方法将返回一个关键点列表。每个关键点对象均包含了关键点的角度、坐标、响应强度和邻域大小等信息。</a:t>
            </a: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pPr marL="0" indent="0">
              <a:lnSpc>
                <a:spcPct val="100000"/>
              </a:lnSpc>
              <a:spcAft>
                <a:spcPts val="400"/>
              </a:spcAft>
              <a:buNone/>
            </a:pPr>
            <a:r>
              <a:rPr lang="zh-CN" altLang="en-US"/>
              <a:t>示例代码如下。</a:t>
            </a:r>
          </a:p>
          <a:p>
            <a:pPr marL="0" indent="0">
              <a:lnSpc>
                <a:spcPct val="100000"/>
              </a:lnSpc>
              <a:spcAft>
                <a:spcPts val="400"/>
              </a:spcAft>
              <a:buNone/>
            </a:pPr>
            <a:r>
              <a:rPr lang="zh-CN" altLang="en-US"/>
              <a:t>#test8-4.py：FAST关键点检测</a:t>
            </a:r>
          </a:p>
          <a:p>
            <a:pPr marL="0" indent="0">
              <a:lnSpc>
                <a:spcPct val="100000"/>
              </a:lnSpc>
              <a:spcAft>
                <a:spcPts val="400"/>
              </a:spcAft>
              <a:buNone/>
            </a:pPr>
            <a:r>
              <a:rPr lang="zh-CN" altLang="en-US"/>
              <a:t>import cv2</a:t>
            </a:r>
          </a:p>
          <a:p>
            <a:pPr marL="0" indent="0">
              <a:lnSpc>
                <a:spcPct val="100000"/>
              </a:lnSpc>
              <a:spcAft>
                <a:spcPts val="400"/>
              </a:spcAft>
              <a:buNone/>
            </a:pPr>
            <a:r>
              <a:rPr lang="zh-CN" altLang="en-US"/>
              <a:t>img = cv2.imread('cube.jpg')                    			#打开图像，默认为BGR格式</a:t>
            </a:r>
          </a:p>
          <a:p>
            <a:pPr marL="0" indent="0">
              <a:lnSpc>
                <a:spcPct val="100000"/>
              </a:lnSpc>
              <a:spcAft>
                <a:spcPts val="400"/>
              </a:spcAft>
              <a:buNone/>
            </a:pPr>
            <a:r>
              <a:rPr lang="zh-CN" altLang="en-US"/>
              <a:t>fast = cv2.FastFeatureDetector_create()         			#创建FAST检测器</a:t>
            </a:r>
          </a:p>
          <a:p>
            <a:pPr marL="0" indent="0">
              <a:lnSpc>
                <a:spcPct val="100000"/>
              </a:lnSpc>
              <a:spcAft>
                <a:spcPts val="400"/>
              </a:spcAft>
              <a:buNone/>
            </a:pPr>
            <a:r>
              <a:rPr lang="zh-CN" altLang="en-US"/>
              <a:t>kp = fast.detect(img,None)                      			#检测关键点，不使用掩模</a:t>
            </a:r>
          </a:p>
          <a:p>
            <a:pPr marL="0" indent="0">
              <a:lnSpc>
                <a:spcPct val="100000"/>
              </a:lnSpc>
              <a:spcAft>
                <a:spcPts val="400"/>
              </a:spcAft>
              <a:buNone/>
            </a:pPr>
            <a:r>
              <a:rPr lang="zh-CN" altLang="en-US"/>
              <a:t>img2 = cv2.drawKeypoints(img, kp, None, color=(0,0,255))	#绘制关键点</a:t>
            </a:r>
          </a:p>
          <a:p>
            <a:pPr marL="0" indent="0">
              <a:lnSpc>
                <a:spcPct val="100000"/>
              </a:lnSpc>
              <a:spcAft>
                <a:spcPts val="400"/>
              </a:spcAft>
              <a:buNone/>
            </a:pPr>
            <a:r>
              <a:rPr lang="zh-CN" altLang="en-US"/>
              <a:t>cv2.imshow('FAST points',img2)          			</a:t>
            </a:r>
            <a:r>
              <a:rPr lang="en-US" altLang="zh-CN"/>
              <a:t>	</a:t>
            </a:r>
            <a:r>
              <a:rPr lang="zh-CN" altLang="en-US"/>
              <a:t>#显示绘制了关键点的图像</a:t>
            </a:r>
          </a:p>
          <a:p>
            <a:pPr marL="0" indent="0">
              <a:lnSpc>
                <a:spcPct val="100000"/>
              </a:lnSpc>
              <a:spcAft>
                <a:spcPts val="400"/>
              </a:spcAft>
              <a:buNone/>
            </a:pPr>
            <a:r>
              <a:rPr lang="zh-CN" altLang="en-US"/>
              <a:t>fast.setThreshold(20)                   			</a:t>
            </a:r>
            <a:r>
              <a:rPr lang="en-US" altLang="zh-CN"/>
              <a:t>	</a:t>
            </a:r>
            <a:r>
              <a:rPr lang="zh-CN" altLang="en-US"/>
              <a:t>#设置阈值，默认阈值为10</a:t>
            </a:r>
          </a:p>
          <a:p>
            <a:pPr marL="0" indent="0">
              <a:lnSpc>
                <a:spcPct val="100000"/>
              </a:lnSpc>
              <a:spcAft>
                <a:spcPts val="400"/>
              </a:spcAft>
              <a:buNone/>
            </a:pPr>
            <a:r>
              <a:rPr lang="zh-CN" altLang="en-US"/>
              <a:t>kp = fast.detect(img,None)              			</a:t>
            </a:r>
            <a:r>
              <a:rPr lang="en-US" altLang="zh-CN"/>
              <a:t>	</a:t>
            </a:r>
            <a:r>
              <a:rPr lang="zh-CN" altLang="en-US"/>
              <a:t>#检测关键点，不使用掩模</a:t>
            </a:r>
          </a:p>
          <a:p>
            <a:pPr marL="0" indent="0">
              <a:lnSpc>
                <a:spcPct val="100000"/>
              </a:lnSpc>
              <a:spcAft>
                <a:spcPts val="400"/>
              </a:spcAft>
              <a:buNone/>
            </a:pPr>
            <a:r>
              <a:rPr lang="zh-CN" altLang="en-US"/>
              <a:t>n=0</a:t>
            </a:r>
          </a:p>
          <a:p>
            <a:pPr marL="0" indent="0">
              <a:lnSpc>
                <a:spcPct val="100000"/>
              </a:lnSpc>
              <a:spcAft>
                <a:spcPts val="400"/>
              </a:spcAft>
              <a:buNone/>
            </a:pPr>
            <a:r>
              <a:rPr lang="zh-CN" altLang="en-US"/>
              <a:t>for p in kp:					</a:t>
            </a:r>
            <a:r>
              <a:rPr lang="en-US" altLang="zh-CN"/>
              <a:t>		</a:t>
            </a:r>
            <a:r>
              <a:rPr lang="zh-CN" altLang="en-US"/>
              <a:t>#输出关键点信息</a:t>
            </a:r>
          </a:p>
          <a:p>
            <a:pPr marL="0" indent="0">
              <a:lnSpc>
                <a:spcPct val="100000"/>
              </a:lnSpc>
              <a:spcAft>
                <a:spcPts val="400"/>
              </a:spcAft>
              <a:buNone/>
            </a:pPr>
            <a:r>
              <a:rPr lang="zh-CN" altLang="en-US"/>
              <a:t>    print("第%s个关键点，坐标："%(n+1),p.pt,'响应强度：',p.response,</a:t>
            </a:r>
          </a:p>
          <a:p>
            <a:pPr marL="0" indent="0">
              <a:lnSpc>
                <a:spcPct val="100000"/>
              </a:lnSpc>
              <a:spcAft>
                <a:spcPts val="400"/>
              </a:spcAft>
              <a:buNone/>
            </a:pPr>
            <a:r>
              <a:rPr lang="zh-CN" altLang="en-US"/>
              <a:t>            '邻域大小：',p.size ,'角度：',p.angle)</a:t>
            </a:r>
          </a:p>
          <a:p>
            <a:pPr marL="0" indent="0">
              <a:lnSpc>
                <a:spcPct val="100000"/>
              </a:lnSpc>
              <a:spcAft>
                <a:spcPts val="400"/>
              </a:spcAft>
              <a:buNone/>
            </a:pPr>
            <a:r>
              <a:rPr lang="zh-CN" altLang="en-US"/>
              <a:t>    n+=1</a:t>
            </a:r>
          </a:p>
          <a:p>
            <a:pPr marL="0" indent="0">
              <a:lnSpc>
                <a:spcPct val="100000"/>
              </a:lnSpc>
              <a:spcAft>
                <a:spcPts val="400"/>
              </a:spcAft>
              <a:buNone/>
            </a:pPr>
            <a:r>
              <a:rPr lang="zh-CN" altLang="en-US"/>
              <a:t>img3 = cv2.drawKeypoints(img, kp, None, color=(0,0,255))</a:t>
            </a:r>
          </a:p>
          <a:p>
            <a:pPr marL="0" indent="0">
              <a:lnSpc>
                <a:spcPct val="100000"/>
              </a:lnSpc>
              <a:spcAft>
                <a:spcPts val="400"/>
              </a:spcAft>
              <a:buNone/>
            </a:pPr>
            <a:r>
              <a:rPr lang="zh-CN" altLang="en-US"/>
              <a:t>cv2.imshow('Threshold20',img3)          			</a:t>
            </a:r>
            <a:r>
              <a:rPr lang="en-US" altLang="zh-CN"/>
              <a:t>	</a:t>
            </a:r>
            <a:r>
              <a:rPr lang="zh-CN" altLang="en-US"/>
              <a:t>#显示绘制了关键点的图像</a:t>
            </a:r>
          </a:p>
          <a:p>
            <a:pPr marL="0" indent="0">
              <a:lnSpc>
                <a:spcPct val="100000"/>
              </a:lnSpc>
              <a:spcAft>
                <a:spcPts val="400"/>
              </a:spcAft>
              <a:buNone/>
            </a:pPr>
            <a:r>
              <a:rPr lang="zh-CN" altLang="en-US"/>
              <a:t>cv2.waitKey(0)</a:t>
            </a: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a:sym typeface="+mn-ea"/>
              </a:rPr>
              <a:t>8.2.2  SIFT特征检测</a:t>
            </a:r>
            <a:br>
              <a:rPr lang="zh-CN" altLang="en-US"/>
            </a:br>
            <a:endParaRPr lang="zh-CN" altLang="en-US"/>
          </a:p>
        </p:txBody>
      </p:sp>
      <p:sp>
        <p:nvSpPr>
          <p:cNvPr id="3" name="内容占位符 2"/>
          <p:cNvSpPr>
            <a:spLocks noGrp="1"/>
          </p:cNvSpPr>
          <p:nvPr>
            <p:ph idx="1"/>
          </p:nvPr>
        </p:nvSpPr>
        <p:spPr/>
        <p:txBody>
          <a:bodyPr/>
          <a:lstStyle/>
          <a:p>
            <a:pPr marL="0" indent="0">
              <a:buNone/>
            </a:pPr>
            <a:r>
              <a:rPr lang="zh-CN" altLang="en-US"/>
              <a:t>图像中的角具有旋转不变特征，即旋转图像时角不会发生变化；但在放大或者缩小图像时，角可能发生变化。</a:t>
            </a:r>
          </a:p>
          <a:p>
            <a:pPr marL="0" indent="0">
              <a:buNone/>
            </a:pPr>
            <a:r>
              <a:rPr lang="zh-CN" altLang="en-US"/>
              <a:t>SIFT是指尺度不变特征变换，SIFT算法用于查找图像中的尺度不变特征，返回图像中的关键点。</a:t>
            </a:r>
          </a:p>
          <a:p>
            <a:pPr marL="0" indent="0">
              <a:buNone/>
            </a:pPr>
            <a:r>
              <a:rPr lang="zh-CN" altLang="en-US"/>
              <a:t>OpenCV提供的cv2.SIFT_create()函数用于创建SIFT对象，然后调用SIFT对象的detect()方法执行SIFT算法检测关键点。</a:t>
            </a: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90000" lnSpcReduction="20000"/>
          </a:bodyPr>
          <a:lstStyle/>
          <a:p>
            <a:pPr marL="0" indent="0">
              <a:buNone/>
            </a:pPr>
            <a:r>
              <a:rPr lang="zh-CN" altLang="en-US"/>
              <a:t>示例代码如下。</a:t>
            </a:r>
          </a:p>
          <a:p>
            <a:pPr marL="0" indent="0">
              <a:buNone/>
            </a:pPr>
            <a:r>
              <a:rPr lang="zh-CN" altLang="en-US"/>
              <a:t>#test8-5.py：SIFT关键点检测</a:t>
            </a:r>
          </a:p>
          <a:p>
            <a:pPr marL="0" indent="0">
              <a:buNone/>
            </a:pPr>
            <a:r>
              <a:rPr lang="zh-CN" altLang="en-US"/>
              <a:t>import cv2</a:t>
            </a:r>
          </a:p>
          <a:p>
            <a:pPr marL="0" indent="0">
              <a:buNone/>
            </a:pPr>
            <a:r>
              <a:rPr lang="zh-CN" altLang="en-US"/>
              <a:t>import numpy as np</a:t>
            </a:r>
          </a:p>
          <a:p>
            <a:pPr marL="0" indent="0">
              <a:buNone/>
            </a:pPr>
            <a:r>
              <a:rPr lang="zh-CN" altLang="en-US"/>
              <a:t>import matplotlib.pyplot as plt</a:t>
            </a:r>
          </a:p>
          <a:p>
            <a:pPr marL="0" indent="0">
              <a:buNone/>
            </a:pPr>
            <a:r>
              <a:rPr lang="zh-CN" altLang="en-US"/>
              <a:t>img = cv2.imread('five.jpg')                    			#打开图像，默认为BGR格式</a:t>
            </a:r>
          </a:p>
          <a:p>
            <a:pPr marL="0" indent="0">
              <a:buNone/>
            </a:pPr>
            <a:r>
              <a:rPr lang="zh-CN" altLang="en-US"/>
              <a:t>gray= cv2.cvtColor(img,cv2.COLOR_BGR2GRAY)      		#转换为灰度图像</a:t>
            </a:r>
          </a:p>
          <a:p>
            <a:pPr marL="0" indent="0">
              <a:buNone/>
            </a:pPr>
            <a:r>
              <a:rPr lang="zh-CN" altLang="en-US"/>
              <a:t>sift = cv2.SIFT_create()            				#创建SIFT检测器</a:t>
            </a:r>
          </a:p>
          <a:p>
            <a:pPr marL="0" indent="0">
              <a:buNone/>
            </a:pPr>
            <a:r>
              <a:rPr lang="zh-CN" altLang="en-US"/>
              <a:t>kp = sift.detect(gray,None)                     			#检测关键点</a:t>
            </a:r>
          </a:p>
          <a:p>
            <a:pPr marL="0" indent="0">
              <a:buNone/>
            </a:pPr>
            <a:r>
              <a:rPr lang="zh-CN" altLang="en-US"/>
              <a:t>img2 = cv2.drawKeypoints(img,kp,None,</a:t>
            </a:r>
          </a:p>
          <a:p>
            <a:pPr marL="0" indent="0">
              <a:buNone/>
            </a:pPr>
            <a:r>
              <a:rPr lang="zh-CN" altLang="en-US"/>
              <a:t>        flags=cv2.DRAW_MATCHES_FLAGS_DRAW_RICH_KEYPOINTS)	#绘制关键点</a:t>
            </a:r>
          </a:p>
          <a:p>
            <a:pPr marL="0" indent="0">
              <a:buNone/>
            </a:pPr>
            <a:r>
              <a:rPr lang="zh-CN" altLang="en-US"/>
              <a:t>img2 = cv2.cvtColor(img2,cv2.COLOR_BGR2RGB)      		#转换为RGB图像</a:t>
            </a:r>
          </a:p>
          <a:p>
            <a:pPr marL="0" indent="0">
              <a:buNone/>
            </a:pPr>
            <a:r>
              <a:rPr lang="zh-CN" altLang="en-US"/>
              <a:t>plt.imshow(img2)</a:t>
            </a:r>
          </a:p>
          <a:p>
            <a:pPr marL="0" indent="0">
              <a:buNone/>
            </a:pPr>
            <a:r>
              <a:rPr lang="zh-CN" altLang="en-US"/>
              <a:t>plt.axis('off')</a:t>
            </a:r>
          </a:p>
          <a:p>
            <a:pPr marL="0" indent="0">
              <a:buNone/>
            </a:pPr>
            <a:r>
              <a:rPr lang="zh-CN" altLang="en-US"/>
              <a:t>plt.show()                                      				#显示绘制了关键点的图像</a:t>
            </a: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a:sym typeface="+mn-ea"/>
              </a:rPr>
              <a:t>8.2.3  ORB特征检测</a:t>
            </a:r>
            <a:br>
              <a:rPr lang="zh-CN" altLang="en-US"/>
            </a:br>
            <a:endParaRPr lang="zh-CN" altLang="en-US"/>
          </a:p>
        </p:txBody>
      </p:sp>
      <p:sp>
        <p:nvSpPr>
          <p:cNvPr id="3" name="内容占位符 2"/>
          <p:cNvSpPr>
            <a:spLocks noGrp="1"/>
          </p:cNvSpPr>
          <p:nvPr>
            <p:ph idx="1"/>
          </p:nvPr>
        </p:nvSpPr>
        <p:spPr/>
        <p:txBody>
          <a:bodyPr>
            <a:normAutofit fontScale="90000"/>
          </a:bodyPr>
          <a:lstStyle/>
          <a:p>
            <a:pPr marL="0" indent="0">
              <a:buNone/>
            </a:pPr>
            <a:r>
              <a:rPr lang="zh-CN" altLang="en-US"/>
              <a:t>ORB特征检测以FAST特征检测器和BRIEF描述符为基础进行了改进，以获得更好的特征检测性能。OpenCV提供的cv2.ORB_create()函数用于创建ORB对象，然后调用ORB对象的detect()方法执行ORB算法检测关键点。</a:t>
            </a:r>
          </a:p>
          <a:p>
            <a:pPr marL="0" indent="0">
              <a:buNone/>
            </a:pPr>
            <a:r>
              <a:rPr lang="zh-CN" altLang="en-US"/>
              <a:t>示例代码如下。</a:t>
            </a:r>
          </a:p>
          <a:p>
            <a:pPr marL="0" indent="0">
              <a:buNone/>
            </a:pPr>
            <a:r>
              <a:rPr lang="zh-CN" altLang="en-US"/>
              <a:t>#test8-6.py：ORB关键点检测</a:t>
            </a:r>
          </a:p>
          <a:p>
            <a:pPr marL="0" indent="0">
              <a:buNone/>
            </a:pPr>
            <a:r>
              <a:rPr lang="zh-CN" altLang="en-US"/>
              <a:t>import cv2</a:t>
            </a:r>
          </a:p>
          <a:p>
            <a:pPr marL="0" indent="0">
              <a:buNone/>
            </a:pPr>
            <a:r>
              <a:rPr lang="zh-CN" altLang="en-US"/>
              <a:t>import numpy as np</a:t>
            </a:r>
          </a:p>
          <a:p>
            <a:pPr marL="0" indent="0">
              <a:buNone/>
            </a:pPr>
            <a:r>
              <a:rPr lang="zh-CN" altLang="en-US"/>
              <a:t>img = cv2.imread('cube.jpg')                    			#打开图像，默认为BGR格式</a:t>
            </a:r>
          </a:p>
          <a:p>
            <a:pPr marL="0" indent="0">
              <a:buNone/>
            </a:pPr>
            <a:r>
              <a:rPr lang="zh-CN" altLang="en-US"/>
              <a:t>orb = cv2.ORB_create()                          			#创建ORB检测器</a:t>
            </a:r>
          </a:p>
          <a:p>
            <a:pPr marL="0" indent="0">
              <a:buNone/>
            </a:pPr>
            <a:r>
              <a:rPr lang="zh-CN" altLang="en-US"/>
              <a:t>kp = orb.detect(img,None)                       			#检测关键点</a:t>
            </a:r>
          </a:p>
          <a:p>
            <a:pPr marL="0" indent="0">
              <a:buNone/>
            </a:pPr>
            <a:r>
              <a:rPr lang="zh-CN" altLang="en-US"/>
              <a:t>img2 = cv2.drawKeypoints(img, kp, None, color=(0,0,255))	#绘制关键点</a:t>
            </a:r>
          </a:p>
          <a:p>
            <a:pPr marL="0" indent="0">
              <a:buNone/>
            </a:pPr>
            <a:r>
              <a:rPr lang="zh-CN" altLang="en-US"/>
              <a:t>cv2.imshow('ORB',img2)					#显示绘制了特征点的图像</a:t>
            </a:r>
          </a:p>
          <a:p>
            <a:pPr marL="0" indent="0">
              <a:buNone/>
            </a:pPr>
            <a:r>
              <a:rPr lang="zh-CN" altLang="en-US"/>
              <a:t>cv2.waitKey(0)</a:t>
            </a: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方正姚体" panose="02010601030101010101" pitchFamily="2" charset="-122"/>
                <a:ea typeface="方正姚体" panose="02010601030101010101" pitchFamily="2" charset="-122"/>
              </a:rPr>
              <a:t>8.3 特征匹配</a:t>
            </a:r>
          </a:p>
        </p:txBody>
      </p:sp>
      <p:sp>
        <p:nvSpPr>
          <p:cNvPr id="3" name="内容占位符 2"/>
          <p:cNvSpPr>
            <a:spLocks noGrp="1"/>
          </p:cNvSpPr>
          <p:nvPr>
            <p:ph idx="1"/>
          </p:nvPr>
        </p:nvSpPr>
        <p:spPr/>
        <p:txBody>
          <a:bodyPr>
            <a:normAutofit/>
          </a:bodyPr>
          <a:lstStyle/>
          <a:p>
            <a:pPr marL="0" indent="0">
              <a:buNone/>
            </a:pPr>
            <a:r>
              <a:rPr lang="zh-CN" altLang="en-US" dirty="0">
                <a:latin typeface="方正姚体" panose="02010601030101010101" pitchFamily="2" charset="-122"/>
                <a:ea typeface="方正姚体" panose="02010601030101010101" pitchFamily="2" charset="-122"/>
              </a:rPr>
              <a:t>获得图像的关键点后，可通过计算得到关键点的描述符。关键点描述符可用于图像的特征匹配。通常，在计算图A是否包含图B的特征区域时，将图A称为训练图像，将图B称为查询图像。图A的关键点描述符称为训练描述符，图B的关键点描述符称为查询描述符。</a:t>
            </a:r>
          </a:p>
          <a:p>
            <a:pPr marL="0" indent="0">
              <a:buNone/>
            </a:pPr>
            <a:r>
              <a:rPr lang="zh-CN" altLang="en-US" dirty="0">
                <a:latin typeface="方正姚体" panose="02010601030101010101" pitchFamily="2" charset="-122"/>
                <a:ea typeface="方正姚体" panose="02010601030101010101" pitchFamily="2" charset="-122"/>
              </a:rPr>
              <a:t>本节主要内容：</a:t>
            </a:r>
            <a:endParaRPr lang="en-US" altLang="zh-CN" dirty="0">
              <a:latin typeface="方正姚体" panose="02010601030101010101" pitchFamily="2" charset="-122"/>
              <a:ea typeface="方正姚体" panose="02010601030101010101" pitchFamily="2" charset="-122"/>
            </a:endParaRPr>
          </a:p>
          <a:p>
            <a:r>
              <a:rPr lang="zh-CN" altLang="en-US" dirty="0">
                <a:latin typeface="方正姚体" panose="02010601030101010101" pitchFamily="2" charset="-122"/>
                <a:ea typeface="方正姚体" panose="02010601030101010101" pitchFamily="2" charset="-122"/>
              </a:rPr>
              <a:t>暴力匹配器</a:t>
            </a:r>
          </a:p>
          <a:p>
            <a:r>
              <a:rPr lang="zh-CN" altLang="en-US" dirty="0">
                <a:latin typeface="方正姚体" panose="02010601030101010101" pitchFamily="2" charset="-122"/>
                <a:ea typeface="方正姚体" panose="02010601030101010101" pitchFamily="2" charset="-122"/>
              </a:rPr>
              <a:t>FLANN匹配器</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a:sym typeface="+mn-ea"/>
              </a:rPr>
              <a:t>8.3.1  暴力匹配器</a:t>
            </a:r>
            <a:br>
              <a:rPr lang="zh-CN" altLang="en-US"/>
            </a:br>
            <a:endParaRPr lang="zh-CN" altLang="en-US"/>
          </a:p>
        </p:txBody>
      </p:sp>
      <p:sp>
        <p:nvSpPr>
          <p:cNvPr id="3" name="内容占位符 2"/>
          <p:cNvSpPr>
            <a:spLocks noGrp="1"/>
          </p:cNvSpPr>
          <p:nvPr>
            <p:ph idx="1"/>
          </p:nvPr>
        </p:nvSpPr>
        <p:spPr/>
        <p:txBody>
          <a:bodyPr/>
          <a:lstStyle/>
          <a:p>
            <a:pPr marL="0" indent="0">
              <a:buNone/>
            </a:pPr>
            <a:r>
              <a:rPr lang="zh-CN" altLang="en-US"/>
              <a:t>暴力匹配器使用描述符进行特征比较。在比较时，暴力匹配器首先在查询描述符中取一个关键点的描述符，将其与训练描述符中的所有关键点描述符进行比较，每次比较后会给出一个距离值，距离最小的值对应最佳匹配结果。所有描述符比较完后，匹配器返回匹配结果列表。</a:t>
            </a:r>
          </a:p>
          <a:p>
            <a:pPr marL="0" indent="0">
              <a:buNone/>
            </a:pPr>
            <a:r>
              <a:rPr lang="zh-CN" altLang="en-US"/>
              <a:t>OpenCV的cv2.BFMatcher_create()函数用于创建暴力匹配器，其基本格式如下。</a:t>
            </a:r>
          </a:p>
          <a:p>
            <a:pPr marL="0" indent="0">
              <a:buNone/>
            </a:pPr>
            <a:r>
              <a:rPr lang="zh-CN" altLang="en-US"/>
              <a:t>bf = cv2.BFMatcher_create([normType[,crossCheck]])</a:t>
            </a:r>
          </a:p>
          <a:p>
            <a:pPr marL="0" indent="0">
              <a:buNone/>
            </a:pPr>
            <a:r>
              <a:rPr lang="zh-CN" altLang="en-US"/>
              <a:t>参数说明如下。</a:t>
            </a:r>
          </a:p>
          <a:p>
            <a:r>
              <a:rPr lang="zh-CN" altLang="en-US"/>
              <a:t>bf为返回的暴力匹配器对象。</a:t>
            </a:r>
          </a:p>
          <a:p>
            <a:r>
              <a:rPr lang="zh-CN" altLang="en-US"/>
              <a:t>normType为距离测量类型，默认为cv2.NORM_L2。通常，SIFT、SURF等描述符使用cv2.NORM_L1或cv2.NORM_L2，ORB、BRISK或BRIEF等描述符使用cv2.NORM_HAMMING。</a:t>
            </a:r>
          </a:p>
          <a:p>
            <a:r>
              <a:rPr lang="zh-CN" altLang="en-US"/>
              <a:t>crossCheck默认为False，匹配器为每个查询描述符找到k个距离最近的匹配描述符。crossCheck为True时，只返回满足交叉验证条件的匹配结果。</a:t>
            </a: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buNone/>
            </a:pPr>
            <a:r>
              <a:rPr lang="zh-CN" altLang="en-US"/>
              <a:t>暴力匹配器对象的match()方法返回每个关键点的最佳匹配结果，其基本格式如下。</a:t>
            </a:r>
          </a:p>
          <a:p>
            <a:pPr marL="0" indent="0">
              <a:buNone/>
            </a:pPr>
            <a:r>
              <a:rPr lang="zh-CN" altLang="en-US"/>
              <a:t>ms = bf.match(des1,des2)</a:t>
            </a:r>
          </a:p>
          <a:p>
            <a:pPr marL="0" indent="0">
              <a:buNone/>
            </a:pPr>
            <a:r>
              <a:rPr lang="zh-CN" altLang="en-US"/>
              <a:t>参数说明如下。</a:t>
            </a:r>
          </a:p>
          <a:p>
            <a:r>
              <a:rPr lang="zh-CN" altLang="en-US"/>
              <a:t>ms为返回的匹配结果，它是一个DMatch对象列表。每个DMatch对象表示关键点的一个匹配结果，其distance属性表示距离，值越小匹配度越高。</a:t>
            </a:r>
          </a:p>
          <a:p>
            <a:r>
              <a:rPr lang="zh-CN" altLang="en-US"/>
              <a:t>des1为查询描述符。</a:t>
            </a:r>
          </a:p>
          <a:p>
            <a:r>
              <a:rPr lang="zh-CN" altLang="en-US"/>
              <a:t>des2为训练描述符。</a:t>
            </a:r>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80000"/>
          </a:bodyPr>
          <a:lstStyle/>
          <a:p>
            <a:pPr marL="0" indent="0">
              <a:lnSpc>
                <a:spcPct val="100000"/>
              </a:lnSpc>
              <a:spcAft>
                <a:spcPts val="400"/>
              </a:spcAft>
              <a:buNone/>
            </a:pPr>
            <a:r>
              <a:rPr lang="zh-CN" altLang="en-US"/>
              <a:t>获得匹配结果后，可调用cv2.drawMatches()或cv2.drawMatchesKnn()函数绘制匹配结果图像，其基本格式如下。</a:t>
            </a:r>
          </a:p>
          <a:p>
            <a:pPr marL="0" indent="0">
              <a:lnSpc>
                <a:spcPct val="100000"/>
              </a:lnSpc>
              <a:spcAft>
                <a:spcPts val="400"/>
              </a:spcAft>
              <a:buNone/>
            </a:pPr>
            <a:r>
              <a:rPr lang="zh-CN" altLang="en-US"/>
              <a:t>outImg = cv2.drawMatches(img1, keypoints1, img2, keypoints2, matches1to2, </a:t>
            </a:r>
          </a:p>
          <a:p>
            <a:pPr marL="0" indent="0">
              <a:lnSpc>
                <a:spcPct val="100000"/>
              </a:lnSpc>
              <a:spcAft>
                <a:spcPts val="400"/>
              </a:spcAft>
              <a:buNone/>
            </a:pPr>
            <a:r>
              <a:rPr lang="zh-CN" altLang="en-US"/>
              <a:t>outImg[, matchColor[, singlePointColor[, matchesMask[, flags]]]])</a:t>
            </a:r>
          </a:p>
          <a:p>
            <a:pPr marL="0" indent="0">
              <a:lnSpc>
                <a:spcPct val="100000"/>
              </a:lnSpc>
              <a:spcAft>
                <a:spcPts val="400"/>
              </a:spcAft>
              <a:buNone/>
            </a:pPr>
            <a:r>
              <a:rPr lang="zh-CN" altLang="en-US"/>
              <a:t>outImg = cv2.drawMatchesKnn(img1, keypoints1, img2, keypoints2, matches1to2,</a:t>
            </a:r>
          </a:p>
          <a:p>
            <a:pPr marL="0" indent="0">
              <a:lnSpc>
                <a:spcPct val="100000"/>
              </a:lnSpc>
              <a:spcAft>
                <a:spcPts val="400"/>
              </a:spcAft>
              <a:buNone/>
            </a:pPr>
            <a:r>
              <a:rPr lang="zh-CN" altLang="en-US"/>
              <a:t>outImg[, matchColor[, singlePointColor[, matchesMask[, flags]]]])</a:t>
            </a:r>
          </a:p>
          <a:p>
            <a:pPr marL="0" indent="0">
              <a:lnSpc>
                <a:spcPct val="100000"/>
              </a:lnSpc>
              <a:spcAft>
                <a:spcPts val="400"/>
              </a:spcAft>
              <a:buNone/>
            </a:pPr>
            <a:r>
              <a:rPr lang="zh-CN" altLang="en-US"/>
              <a:t>参数说明如下。</a:t>
            </a:r>
          </a:p>
          <a:p>
            <a:pPr>
              <a:lnSpc>
                <a:spcPct val="100000"/>
              </a:lnSpc>
              <a:spcAft>
                <a:spcPts val="400"/>
              </a:spcAft>
            </a:pPr>
            <a:r>
              <a:rPr lang="zh-CN" altLang="en-US"/>
              <a:t>outImg为返回的绘制结果图像，图像中查询图像与训练图像中匹配的关键点和两点之间的连线为彩色。</a:t>
            </a:r>
          </a:p>
          <a:p>
            <a:pPr>
              <a:lnSpc>
                <a:spcPct val="100000"/>
              </a:lnSpc>
              <a:spcAft>
                <a:spcPts val="400"/>
              </a:spcAft>
            </a:pPr>
            <a:r>
              <a:rPr lang="zh-CN" altLang="en-US"/>
              <a:t>img1为查询图像。</a:t>
            </a:r>
          </a:p>
          <a:p>
            <a:pPr>
              <a:lnSpc>
                <a:spcPct val="100000"/>
              </a:lnSpc>
              <a:spcAft>
                <a:spcPts val="400"/>
              </a:spcAft>
            </a:pPr>
            <a:r>
              <a:rPr lang="zh-CN" altLang="en-US"/>
              <a:t>keypoints1为img1的关键点。</a:t>
            </a:r>
          </a:p>
          <a:p>
            <a:pPr>
              <a:lnSpc>
                <a:spcPct val="100000"/>
              </a:lnSpc>
              <a:spcAft>
                <a:spcPts val="400"/>
              </a:spcAft>
            </a:pPr>
            <a:r>
              <a:rPr lang="zh-CN" altLang="en-US"/>
              <a:t>img2为训练图像。</a:t>
            </a:r>
          </a:p>
          <a:p>
            <a:pPr>
              <a:lnSpc>
                <a:spcPct val="100000"/>
              </a:lnSpc>
              <a:spcAft>
                <a:spcPts val="400"/>
              </a:spcAft>
            </a:pPr>
            <a:r>
              <a:rPr lang="zh-CN" altLang="en-US"/>
              <a:t>keypoints2为img2的关键点。</a:t>
            </a:r>
          </a:p>
          <a:p>
            <a:pPr>
              <a:lnSpc>
                <a:spcPct val="100000"/>
              </a:lnSpc>
              <a:spcAft>
                <a:spcPts val="400"/>
              </a:spcAft>
            </a:pPr>
            <a:r>
              <a:rPr lang="zh-CN" altLang="en-US"/>
              <a:t>matches1to2为img1与img2的匹配结果。</a:t>
            </a:r>
          </a:p>
          <a:p>
            <a:pPr>
              <a:lnSpc>
                <a:spcPct val="100000"/>
              </a:lnSpc>
              <a:spcAft>
                <a:spcPts val="400"/>
              </a:spcAft>
            </a:pPr>
            <a:r>
              <a:rPr lang="zh-CN" altLang="en-US"/>
              <a:t>matchColor为关键点和连接线的颜色，默认使用随机颜色。</a:t>
            </a:r>
          </a:p>
          <a:p>
            <a:pPr>
              <a:lnSpc>
                <a:spcPct val="100000"/>
              </a:lnSpc>
              <a:spcAft>
                <a:spcPts val="400"/>
              </a:spcAft>
            </a:pPr>
            <a:r>
              <a:rPr lang="zh-CN" altLang="en-US"/>
              <a:t>singlePointColor为单个关键点的颜色，默认使用随机颜色。</a:t>
            </a:r>
          </a:p>
          <a:p>
            <a:pPr>
              <a:lnSpc>
                <a:spcPct val="100000"/>
              </a:lnSpc>
              <a:spcAft>
                <a:spcPts val="400"/>
              </a:spcAft>
            </a:pPr>
            <a:r>
              <a:rPr lang="zh-CN" altLang="en-US"/>
              <a:t>matchesMask为掩模，用于决定绘制哪些匹配结果，默认为空，表示绘制所有匹配结果。</a:t>
            </a:r>
          </a:p>
          <a:p>
            <a:pPr>
              <a:lnSpc>
                <a:spcPct val="100000"/>
              </a:lnSpc>
              <a:spcAft>
                <a:spcPts val="400"/>
              </a:spcAft>
            </a:pPr>
            <a:r>
              <a:rPr lang="zh-CN" altLang="en-US"/>
              <a:t>flags为标志，可设置为下列参数值。</a:t>
            </a:r>
          </a:p>
          <a:p>
            <a:pPr lvl="1">
              <a:lnSpc>
                <a:spcPct val="100000"/>
              </a:lnSpc>
              <a:spcAft>
                <a:spcPts val="400"/>
              </a:spcAft>
            </a:pPr>
            <a:r>
              <a:rPr lang="zh-CN" altLang="en-US"/>
              <a:t>cv2.DrawMatchesFlags_DEFAULT：默认方式，绘制两个源图像、匹配项和单个关键点，没有围绕关键点的圆以及关键点的大小和方向。</a:t>
            </a:r>
          </a:p>
          <a:p>
            <a:pPr lvl="1">
              <a:lnSpc>
                <a:spcPct val="100000"/>
              </a:lnSpc>
              <a:spcAft>
                <a:spcPts val="400"/>
              </a:spcAft>
            </a:pPr>
            <a:r>
              <a:rPr lang="zh-CN" altLang="en-US"/>
              <a:t>cv2.DrawMatchesFlags_DRAW_OVER_OUTIMG：根据输出图像的现有内容进行绘制。</a:t>
            </a:r>
          </a:p>
          <a:p>
            <a:pPr lvl="1">
              <a:lnSpc>
                <a:spcPct val="100000"/>
              </a:lnSpc>
              <a:spcAft>
                <a:spcPts val="400"/>
              </a:spcAft>
            </a:pPr>
            <a:r>
              <a:rPr lang="zh-CN" altLang="en-US"/>
              <a:t>cv2.DrawMatchesFlags_NOT_DRAW_SINGLE_POINTS：不会绘制单个关键点。</a:t>
            </a:r>
          </a:p>
          <a:p>
            <a:pPr lvl="1">
              <a:lnSpc>
                <a:spcPct val="100000"/>
              </a:lnSpc>
              <a:spcAft>
                <a:spcPts val="400"/>
              </a:spcAft>
            </a:pPr>
            <a:r>
              <a:rPr lang="zh-CN" altLang="en-US"/>
              <a:t>cv2.DrawMatchesFlags_DRAW_RICH_KEYPOINTS：在关键点周围绘制具有关键点大小和方向的圆圈。</a:t>
            </a: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669925" y="952500"/>
            <a:ext cx="10849610" cy="5730240"/>
          </a:xfrm>
        </p:spPr>
        <p:txBody>
          <a:bodyPr>
            <a:normAutofit fontScale="60000"/>
          </a:bodyPr>
          <a:lstStyle/>
          <a:p>
            <a:pPr marL="0" indent="0">
              <a:buNone/>
            </a:pPr>
            <a:r>
              <a:rPr lang="zh-CN" altLang="en-US"/>
              <a:t>示例代码如下。</a:t>
            </a:r>
          </a:p>
          <a:p>
            <a:pPr marL="0" indent="0">
              <a:buNone/>
            </a:pPr>
            <a:r>
              <a:rPr lang="zh-CN" altLang="en-US"/>
              <a:t>#test8-7.py：暴力匹配器、ORB描述符和match()方法匹配</a:t>
            </a:r>
          </a:p>
          <a:p>
            <a:pPr marL="0" indent="0">
              <a:buNone/>
            </a:pPr>
            <a:r>
              <a:rPr lang="zh-CN" altLang="en-US"/>
              <a:t>import cv2 </a:t>
            </a:r>
          </a:p>
          <a:p>
            <a:pPr marL="0" indent="0">
              <a:buNone/>
            </a:pPr>
            <a:r>
              <a:rPr lang="zh-CN" altLang="en-US"/>
              <a:t>import matplotlib.pyplot as plt</a:t>
            </a:r>
          </a:p>
          <a:p>
            <a:pPr marL="0" indent="0">
              <a:buNone/>
            </a:pPr>
            <a:r>
              <a:rPr lang="zh-CN" altLang="en-US"/>
              <a:t>img1 = cv2.imread('xhu1.jpg',cv2.IMREAD_GRAYSCALE)			#打开灰度图像</a:t>
            </a:r>
          </a:p>
          <a:p>
            <a:pPr marL="0" indent="0">
              <a:buNone/>
            </a:pPr>
            <a:r>
              <a:rPr lang="zh-CN" altLang="en-US"/>
              <a:t>img2 = cv2.imread('xhu2.jpg',cv2.IMREAD_GRAYSCALE)			#打开灰度图像</a:t>
            </a:r>
          </a:p>
          <a:p>
            <a:pPr marL="0" indent="0">
              <a:buNone/>
            </a:pPr>
            <a:r>
              <a:rPr lang="zh-CN" altLang="en-US"/>
              <a:t>orb = cv2.ORB_create()                             			#创建ORB检测器</a:t>
            </a:r>
          </a:p>
          <a:p>
            <a:pPr marL="0" indent="0">
              <a:buNone/>
            </a:pPr>
            <a:r>
              <a:rPr lang="zh-CN" altLang="en-US"/>
              <a:t>kp1, des1 = orb.detectAndCompute(img1,None)     			#检测关键点和计算描述符</a:t>
            </a:r>
          </a:p>
          <a:p>
            <a:pPr marL="0" indent="0">
              <a:buNone/>
            </a:pPr>
            <a:r>
              <a:rPr lang="zh-CN" altLang="en-US"/>
              <a:t>kp2, des2 = orb.detectAndCompute(img2,None)     			#检测关键点和计算描述符</a:t>
            </a:r>
          </a:p>
          <a:p>
            <a:pPr marL="0" indent="0">
              <a:buNone/>
            </a:pPr>
            <a:r>
              <a:rPr lang="zh-CN" altLang="en-US"/>
              <a:t>bf = cv2.BFMatcher_create(cv2.NORM_HAMMING,crossCheck=True)</a:t>
            </a:r>
            <a:r>
              <a:rPr lang="en-US" altLang="zh-CN"/>
              <a:t>	</a:t>
            </a:r>
            <a:r>
              <a:rPr lang="zh-CN" altLang="en-US"/>
              <a:t>	#创建匹配器</a:t>
            </a:r>
          </a:p>
          <a:p>
            <a:pPr marL="0" indent="0">
              <a:buNone/>
            </a:pPr>
            <a:r>
              <a:rPr lang="zh-CN" altLang="en-US"/>
              <a:t>ms = bf.match(des1,des2)                        			</a:t>
            </a:r>
            <a:r>
              <a:rPr lang="en-US" altLang="zh-CN"/>
              <a:t>	</a:t>
            </a:r>
            <a:r>
              <a:rPr lang="zh-CN" altLang="en-US"/>
              <a:t>#执行特征匹配</a:t>
            </a:r>
          </a:p>
          <a:p>
            <a:pPr marL="0" indent="0">
              <a:buNone/>
            </a:pPr>
            <a:r>
              <a:rPr lang="zh-CN" altLang="en-US"/>
              <a:t>ms = sorted(ms, key = lambda x:x.distance)          		</a:t>
            </a:r>
            <a:r>
              <a:rPr lang="en-US" altLang="zh-CN"/>
              <a:t>	</a:t>
            </a:r>
            <a:r>
              <a:rPr lang="zh-CN" altLang="en-US"/>
              <a:t>#按距离排序</a:t>
            </a:r>
          </a:p>
          <a:p>
            <a:pPr marL="0" indent="0">
              <a:buNone/>
            </a:pPr>
            <a:r>
              <a:rPr lang="zh-CN" altLang="en-US"/>
              <a:t>img3 = cv2.drawMatches(img1,kp1,img2,kp2,ms[:20],None,		#绘制前20个匹配结果</a:t>
            </a:r>
          </a:p>
          <a:p>
            <a:pPr marL="0" indent="0">
              <a:buNone/>
            </a:pPr>
            <a:r>
              <a:rPr lang="zh-CN" altLang="en-US"/>
              <a:t>               flags=cv2.DrawMatchesFlags_NOT_DRAW_SINGLE_POINTS)</a:t>
            </a:r>
          </a:p>
          <a:p>
            <a:pPr marL="0" indent="0">
              <a:buNone/>
            </a:pPr>
            <a:r>
              <a:rPr lang="zh-CN" altLang="en-US"/>
              <a:t>plt.imshow(img3)</a:t>
            </a:r>
          </a:p>
          <a:p>
            <a:pPr marL="0" indent="0">
              <a:buNone/>
            </a:pPr>
            <a:r>
              <a:rPr lang="zh-CN" altLang="en-US"/>
              <a:t>plt.axis('off')</a:t>
            </a:r>
          </a:p>
          <a:p>
            <a:pPr marL="0" indent="0">
              <a:buNone/>
            </a:pPr>
            <a:r>
              <a:rPr lang="zh-CN" altLang="en-US"/>
              <a:t>plt.show()</a:t>
            </a:r>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buNone/>
            </a:pPr>
            <a:r>
              <a:rPr lang="zh-CN" altLang="en-US"/>
              <a:t>暴力匹配器对象的knnMatch()方法可返回指定数量的最佳匹配结果，其基本格式如下。</a:t>
            </a:r>
          </a:p>
          <a:p>
            <a:pPr marL="0" indent="0">
              <a:buNone/>
            </a:pPr>
            <a:r>
              <a:rPr lang="zh-CN" altLang="en-US"/>
              <a:t>ms = bf.knnMatch(des1,des2,k=n)</a:t>
            </a:r>
          </a:p>
          <a:p>
            <a:pPr marL="0" indent="0">
              <a:buNone/>
            </a:pPr>
            <a:r>
              <a:rPr lang="zh-CN" altLang="en-US"/>
              <a:t>参数说明如下。</a:t>
            </a:r>
          </a:p>
          <a:p>
            <a:r>
              <a:rPr lang="zh-CN" altLang="en-US"/>
              <a:t>ms为返回的匹配结果列表，每个列表元素是一个子列表，它包含了由参数k指定个数的DMatch对象。</a:t>
            </a:r>
          </a:p>
          <a:p>
            <a:r>
              <a:rPr lang="zh-CN" altLang="en-US"/>
              <a:t>des1为查询描述符。</a:t>
            </a:r>
          </a:p>
          <a:p>
            <a:r>
              <a:rPr lang="zh-CN" altLang="en-US"/>
              <a:t>des2为训练描述符。</a:t>
            </a:r>
          </a:p>
          <a:p>
            <a:r>
              <a:rPr lang="zh-CN" altLang="en-US"/>
              <a:t>k为返回的最佳匹配个数。</a:t>
            </a: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669073" y="980448"/>
            <a:ext cx="10849411" cy="5388907"/>
          </a:xfrm>
        </p:spPr>
        <p:txBody>
          <a:bodyPr>
            <a:normAutofit fontScale="80000"/>
          </a:bodyPr>
          <a:lstStyle/>
          <a:p>
            <a:pPr marL="0" indent="0">
              <a:lnSpc>
                <a:spcPct val="100000"/>
              </a:lnSpc>
              <a:spcAft>
                <a:spcPts val="400"/>
              </a:spcAft>
              <a:buNone/>
            </a:pPr>
            <a:r>
              <a:rPr lang="zh-CN" altLang="en-US"/>
              <a:t>示例代码如下。</a:t>
            </a:r>
          </a:p>
          <a:p>
            <a:pPr marL="0" indent="0">
              <a:lnSpc>
                <a:spcPct val="100000"/>
              </a:lnSpc>
              <a:spcAft>
                <a:spcPts val="400"/>
              </a:spcAft>
              <a:buNone/>
            </a:pPr>
            <a:r>
              <a:rPr lang="zh-CN" altLang="en-US"/>
              <a:t>#test8-8.py：暴力匹配器、ORB描述符和knnMatch()方法匹配</a:t>
            </a:r>
          </a:p>
          <a:p>
            <a:pPr marL="0" indent="0">
              <a:lnSpc>
                <a:spcPct val="100000"/>
              </a:lnSpc>
              <a:spcAft>
                <a:spcPts val="400"/>
              </a:spcAft>
              <a:buNone/>
            </a:pPr>
            <a:r>
              <a:rPr lang="zh-CN" altLang="en-US"/>
              <a:t>import cv2 </a:t>
            </a:r>
          </a:p>
          <a:p>
            <a:pPr marL="0" indent="0">
              <a:lnSpc>
                <a:spcPct val="100000"/>
              </a:lnSpc>
              <a:spcAft>
                <a:spcPts val="400"/>
              </a:spcAft>
              <a:buNone/>
            </a:pPr>
            <a:r>
              <a:rPr lang="zh-CN" altLang="en-US"/>
              <a:t>import matplotlib.pyplot as plt</a:t>
            </a:r>
          </a:p>
          <a:p>
            <a:pPr marL="0" indent="0">
              <a:lnSpc>
                <a:spcPct val="100000"/>
              </a:lnSpc>
              <a:spcAft>
                <a:spcPts val="400"/>
              </a:spcAft>
              <a:buNone/>
            </a:pPr>
            <a:r>
              <a:rPr lang="zh-CN" altLang="en-US"/>
              <a:t>img1 = cv2.imread('xhu1.jpg',cv2.IMREAD_GRAYSCALE) 		#打开灰度图像</a:t>
            </a:r>
          </a:p>
          <a:p>
            <a:pPr marL="0" indent="0">
              <a:lnSpc>
                <a:spcPct val="100000"/>
              </a:lnSpc>
              <a:spcAft>
                <a:spcPts val="400"/>
              </a:spcAft>
              <a:buNone/>
            </a:pPr>
            <a:r>
              <a:rPr lang="zh-CN" altLang="en-US"/>
              <a:t>img2 = cv2.imread('xhu2.jpg',cv2.IMREAD_GRAYSCALE)		#打开灰度图像</a:t>
            </a:r>
          </a:p>
          <a:p>
            <a:pPr marL="0" indent="0">
              <a:lnSpc>
                <a:spcPct val="100000"/>
              </a:lnSpc>
              <a:spcAft>
                <a:spcPts val="400"/>
              </a:spcAft>
              <a:buNone/>
            </a:pPr>
            <a:r>
              <a:rPr lang="zh-CN" altLang="en-US"/>
              <a:t>orb = cv2.ORB_create()                               			</a:t>
            </a:r>
            <a:r>
              <a:rPr lang="en-US" altLang="zh-CN"/>
              <a:t>	</a:t>
            </a:r>
            <a:r>
              <a:rPr lang="zh-CN" altLang="en-US"/>
              <a:t>#创建ORB检测器</a:t>
            </a:r>
          </a:p>
          <a:p>
            <a:pPr marL="0" indent="0">
              <a:lnSpc>
                <a:spcPct val="100000"/>
              </a:lnSpc>
              <a:spcAft>
                <a:spcPts val="400"/>
              </a:spcAft>
              <a:buNone/>
            </a:pPr>
            <a:r>
              <a:rPr lang="zh-CN" altLang="en-US"/>
              <a:t>kp1, des1 = orb.detectAndCompute(img1,None)     			#检测关键点和计算描述符</a:t>
            </a:r>
          </a:p>
          <a:p>
            <a:pPr marL="0" indent="0">
              <a:lnSpc>
                <a:spcPct val="100000"/>
              </a:lnSpc>
              <a:spcAft>
                <a:spcPts val="400"/>
              </a:spcAft>
              <a:buNone/>
            </a:pPr>
            <a:r>
              <a:rPr lang="zh-CN" altLang="en-US"/>
              <a:t>kp2, des2 = orb.detectAndCompute(img2,None)     			#检测关键点和计算描述符</a:t>
            </a:r>
          </a:p>
          <a:p>
            <a:pPr marL="0" indent="0">
              <a:lnSpc>
                <a:spcPct val="100000"/>
              </a:lnSpc>
              <a:spcAft>
                <a:spcPts val="400"/>
              </a:spcAft>
              <a:buNone/>
            </a:pPr>
            <a:r>
              <a:rPr lang="zh-CN" altLang="en-US"/>
              <a:t>bf = cv2.BFMatcher_create(cv2.NORM_HAMMING,crossCheck=False)	#创建匹配器</a:t>
            </a:r>
          </a:p>
          <a:p>
            <a:pPr marL="0" indent="0">
              <a:lnSpc>
                <a:spcPct val="100000"/>
              </a:lnSpc>
              <a:spcAft>
                <a:spcPts val="400"/>
              </a:spcAft>
              <a:buNone/>
            </a:pPr>
            <a:r>
              <a:rPr lang="zh-CN" altLang="en-US"/>
              <a:t>ms = bf.knnMatch(des1,des2,k=2)                       		</a:t>
            </a:r>
            <a:r>
              <a:rPr lang="en-US" altLang="zh-CN"/>
              <a:t>	</a:t>
            </a:r>
            <a:r>
              <a:rPr lang="zh-CN" altLang="en-US"/>
              <a:t>#执行特征匹配</a:t>
            </a:r>
          </a:p>
          <a:p>
            <a:pPr marL="0" indent="0">
              <a:lnSpc>
                <a:spcPct val="100000"/>
              </a:lnSpc>
              <a:spcAft>
                <a:spcPts val="400"/>
              </a:spcAft>
              <a:buNone/>
            </a:pPr>
            <a:r>
              <a:rPr lang="zh-CN" altLang="en-US"/>
              <a:t>#应用比例测试选择要使用的匹配结果</a:t>
            </a:r>
          </a:p>
          <a:p>
            <a:pPr marL="0" indent="0">
              <a:lnSpc>
                <a:spcPct val="100000"/>
              </a:lnSpc>
              <a:spcAft>
                <a:spcPts val="400"/>
              </a:spcAft>
              <a:buNone/>
            </a:pPr>
            <a:r>
              <a:rPr lang="zh-CN" altLang="en-US"/>
              <a:t>good = []</a:t>
            </a:r>
          </a:p>
          <a:p>
            <a:pPr marL="0" indent="0">
              <a:lnSpc>
                <a:spcPct val="100000"/>
              </a:lnSpc>
              <a:spcAft>
                <a:spcPts val="400"/>
              </a:spcAft>
              <a:buNone/>
            </a:pPr>
            <a:r>
              <a:rPr lang="zh-CN" altLang="en-US"/>
              <a:t>for m,n in ms:</a:t>
            </a:r>
          </a:p>
          <a:p>
            <a:pPr marL="0" indent="0">
              <a:lnSpc>
                <a:spcPct val="100000"/>
              </a:lnSpc>
              <a:spcAft>
                <a:spcPts val="400"/>
              </a:spcAft>
              <a:buNone/>
            </a:pPr>
            <a:r>
              <a:rPr lang="zh-CN" altLang="en-US"/>
              <a:t>    if m.distance &lt; 0.75*n.distance:				#因为k=2，所以这里比较两个匹配结果的距离</a:t>
            </a:r>
          </a:p>
          <a:p>
            <a:pPr marL="0" indent="0">
              <a:lnSpc>
                <a:spcPct val="100000"/>
              </a:lnSpc>
              <a:spcAft>
                <a:spcPts val="400"/>
              </a:spcAft>
              <a:buNone/>
            </a:pPr>
            <a:r>
              <a:rPr lang="zh-CN" altLang="en-US"/>
              <a:t>        good.append(m)</a:t>
            </a:r>
          </a:p>
          <a:p>
            <a:pPr marL="0" indent="0">
              <a:lnSpc>
                <a:spcPct val="100000"/>
              </a:lnSpc>
              <a:spcAft>
                <a:spcPts val="400"/>
              </a:spcAft>
              <a:buNone/>
            </a:pPr>
            <a:r>
              <a:rPr lang="zh-CN" altLang="en-US"/>
              <a:t>img3 = cv2.drawMatches(img1,kp1,img2,kp2,good[:20],None,	#绘制前20个匹配结果</a:t>
            </a:r>
          </a:p>
          <a:p>
            <a:pPr marL="0" indent="0">
              <a:lnSpc>
                <a:spcPct val="100000"/>
              </a:lnSpc>
              <a:spcAft>
                <a:spcPts val="400"/>
              </a:spcAft>
              <a:buNone/>
            </a:pPr>
            <a:r>
              <a:rPr lang="zh-CN" altLang="en-US"/>
              <a:t>               flags=cv2.DrawMatchesFlags_NOT_DRAW_SINGLE_POINTS)</a:t>
            </a:r>
          </a:p>
          <a:p>
            <a:pPr marL="0" indent="0">
              <a:lnSpc>
                <a:spcPct val="100000"/>
              </a:lnSpc>
              <a:spcAft>
                <a:spcPts val="400"/>
              </a:spcAft>
              <a:buNone/>
            </a:pPr>
            <a:r>
              <a:rPr lang="zh-CN" altLang="en-US"/>
              <a:t>plt.imshow(img3)</a:t>
            </a:r>
          </a:p>
          <a:p>
            <a:pPr marL="0" indent="0">
              <a:lnSpc>
                <a:spcPct val="100000"/>
              </a:lnSpc>
              <a:spcAft>
                <a:spcPts val="400"/>
              </a:spcAft>
              <a:buNone/>
            </a:pPr>
            <a:r>
              <a:rPr lang="zh-CN" altLang="en-US"/>
              <a:t>plt.axis('off')</a:t>
            </a:r>
          </a:p>
          <a:p>
            <a:pPr marL="0" indent="0">
              <a:lnSpc>
                <a:spcPct val="100000"/>
              </a:lnSpc>
              <a:spcAft>
                <a:spcPts val="400"/>
              </a:spcAft>
              <a:buNone/>
            </a:pPr>
            <a:r>
              <a:rPr lang="zh-CN" altLang="en-US"/>
              <a:t>plt.show()</a:t>
            </a:r>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a:sym typeface="+mn-ea"/>
              </a:rPr>
              <a:t>8.3.2  FLANN匹配器</a:t>
            </a:r>
            <a:br>
              <a:rPr lang="zh-CN" altLang="en-US"/>
            </a:br>
            <a:endParaRPr lang="zh-CN" altLang="en-US"/>
          </a:p>
        </p:txBody>
      </p:sp>
      <p:sp>
        <p:nvSpPr>
          <p:cNvPr id="3" name="内容占位符 2"/>
          <p:cNvSpPr>
            <a:spLocks noGrp="1"/>
          </p:cNvSpPr>
          <p:nvPr>
            <p:ph idx="1"/>
          </p:nvPr>
        </p:nvSpPr>
        <p:spPr/>
        <p:txBody>
          <a:bodyPr>
            <a:normAutofit fontScale="90000"/>
          </a:bodyPr>
          <a:lstStyle/>
          <a:p>
            <a:pPr marL="0" indent="0">
              <a:buNone/>
            </a:pPr>
            <a:r>
              <a:rPr lang="zh-CN" altLang="en-US"/>
              <a:t>FLANN（Fast Library for Approximate Nearest Neighbors）为近似最近邻的快速库，FLANN特征匹配算法比其他的最近邻算法更快。</a:t>
            </a:r>
          </a:p>
          <a:p>
            <a:pPr marL="0" indent="0">
              <a:buNone/>
            </a:pPr>
            <a:r>
              <a:rPr lang="zh-CN" altLang="en-US"/>
              <a:t>在创建FLANN匹配器时，需要传递两个字典参数：index_params和search_params。</a:t>
            </a:r>
          </a:p>
          <a:p>
            <a:pPr marL="0" indent="0">
              <a:buNone/>
            </a:pPr>
            <a:r>
              <a:rPr lang="zh-CN" altLang="en-US"/>
              <a:t>index_params用于指定索引树的算法类型和数量。SIFT和SURF可使用下面代码来设置。</a:t>
            </a:r>
          </a:p>
          <a:p>
            <a:pPr marL="0" indent="0">
              <a:buNone/>
            </a:pPr>
            <a:r>
              <a:rPr lang="zh-CN" altLang="en-US"/>
              <a:t>FLANN_INDEX_KDTREE = 1</a:t>
            </a:r>
          </a:p>
          <a:p>
            <a:pPr marL="0" indent="0">
              <a:buNone/>
            </a:pPr>
            <a:r>
              <a:rPr lang="zh-CN" altLang="en-US"/>
              <a:t>index_params = dict(algorithm = FLANN_INDEX_KDTREE, trees = 5)</a:t>
            </a:r>
          </a:p>
          <a:p>
            <a:pPr marL="0" indent="0">
              <a:buNone/>
            </a:pPr>
            <a:r>
              <a:rPr lang="zh-CN" altLang="en-US"/>
              <a:t>ORB算法可使用下面代码来设置。</a:t>
            </a:r>
          </a:p>
          <a:p>
            <a:pPr marL="0" indent="0">
              <a:buNone/>
            </a:pPr>
            <a:r>
              <a:rPr lang="zh-CN" altLang="en-US"/>
              <a:t>FLANN_INDEX_LSH = 6</a:t>
            </a:r>
          </a:p>
          <a:p>
            <a:pPr marL="0" indent="0">
              <a:buNone/>
            </a:pPr>
            <a:r>
              <a:rPr lang="zh-CN" altLang="en-US"/>
              <a:t>index_params = dict(algorithm = FLANN_INDEX_LSH,table_number = 6, key_size = 12,</a:t>
            </a:r>
          </a:p>
          <a:p>
            <a:pPr marL="0" indent="0">
              <a:buNone/>
            </a:pPr>
            <a:r>
              <a:rPr lang="zh-CN" altLang="en-US"/>
              <a:t>                      multi_probe_level = 1)</a:t>
            </a:r>
          </a:p>
          <a:p>
            <a:pPr marL="0" indent="0">
              <a:buNone/>
            </a:pPr>
            <a:r>
              <a:rPr lang="zh-CN" altLang="en-US"/>
              <a:t>search_params用于指定索引树的遍历次数，遍历次数越多，匹配结果越精确，通常设置为50即可，如下所示。</a:t>
            </a:r>
          </a:p>
          <a:p>
            <a:pPr marL="0" indent="0">
              <a:buNone/>
            </a:pPr>
            <a:r>
              <a:rPr lang="zh-CN" altLang="en-US"/>
              <a:t>search_params = dict(checks=50)</a:t>
            </a:r>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75000"/>
          </a:bodyPr>
          <a:lstStyle/>
          <a:p>
            <a:pPr marL="0" indent="0">
              <a:lnSpc>
                <a:spcPct val="100000"/>
              </a:lnSpc>
              <a:spcAft>
                <a:spcPts val="0"/>
              </a:spcAft>
              <a:buNone/>
            </a:pPr>
            <a:r>
              <a:rPr lang="zh-CN" altLang="en-US"/>
              <a:t>示例代码如下。</a:t>
            </a:r>
          </a:p>
          <a:p>
            <a:pPr marL="0" indent="0">
              <a:lnSpc>
                <a:spcPct val="100000"/>
              </a:lnSpc>
              <a:spcAft>
                <a:spcPts val="0"/>
              </a:spcAft>
              <a:buNone/>
            </a:pPr>
            <a:r>
              <a:rPr lang="zh-CN" altLang="en-US"/>
              <a:t>#test8-9.py：FLANN匹配</a:t>
            </a:r>
          </a:p>
          <a:p>
            <a:pPr marL="0" indent="0">
              <a:lnSpc>
                <a:spcPct val="100000"/>
              </a:lnSpc>
              <a:spcAft>
                <a:spcPts val="0"/>
              </a:spcAft>
              <a:buNone/>
            </a:pPr>
            <a:r>
              <a:rPr lang="zh-CN" altLang="en-US"/>
              <a:t>import cv2 </a:t>
            </a:r>
          </a:p>
          <a:p>
            <a:pPr marL="0" indent="0">
              <a:lnSpc>
                <a:spcPct val="100000"/>
              </a:lnSpc>
              <a:spcAft>
                <a:spcPts val="0"/>
              </a:spcAft>
              <a:buNone/>
            </a:pPr>
            <a:r>
              <a:rPr lang="zh-CN" altLang="en-US"/>
              <a:t>import matplotlib.pyplot as plt</a:t>
            </a:r>
          </a:p>
          <a:p>
            <a:pPr marL="0" indent="0">
              <a:lnSpc>
                <a:spcPct val="100000"/>
              </a:lnSpc>
              <a:spcAft>
                <a:spcPts val="0"/>
              </a:spcAft>
              <a:buNone/>
            </a:pPr>
            <a:r>
              <a:rPr lang="zh-CN" altLang="en-US"/>
              <a:t>img1 = cv2.imread('xhu1.jpg',cv2.IMREAD_GRAYSCALE)			#打开灰度图像</a:t>
            </a:r>
          </a:p>
          <a:p>
            <a:pPr marL="0" indent="0">
              <a:lnSpc>
                <a:spcPct val="100000"/>
              </a:lnSpc>
              <a:spcAft>
                <a:spcPts val="0"/>
              </a:spcAft>
              <a:buNone/>
            </a:pPr>
            <a:r>
              <a:rPr lang="zh-CN" altLang="en-US"/>
              <a:t>img2 = cv2.imread('xhu2.jpg',cv2.IMREAD_GRAYSCALE)			#打开灰度图像</a:t>
            </a:r>
          </a:p>
          <a:p>
            <a:pPr marL="0" indent="0">
              <a:lnSpc>
                <a:spcPct val="100000"/>
              </a:lnSpc>
              <a:spcAft>
                <a:spcPts val="0"/>
              </a:spcAft>
              <a:buNone/>
            </a:pPr>
            <a:r>
              <a:rPr lang="zh-CN" altLang="en-US"/>
              <a:t>orb = cv2.ORB_create()                              				#创建SIFT检测器</a:t>
            </a:r>
          </a:p>
          <a:p>
            <a:pPr marL="0" indent="0">
              <a:lnSpc>
                <a:spcPct val="100000"/>
              </a:lnSpc>
              <a:spcAft>
                <a:spcPts val="0"/>
              </a:spcAft>
              <a:buNone/>
            </a:pPr>
            <a:r>
              <a:rPr lang="zh-CN" altLang="en-US"/>
              <a:t>kp1, des1 = orb.detectAndCompute(img1,None)     		</a:t>
            </a:r>
            <a:r>
              <a:rPr lang="en-US" altLang="zh-CN"/>
              <a:t>	</a:t>
            </a:r>
            <a:r>
              <a:rPr lang="zh-CN" altLang="en-US"/>
              <a:t>#检测关键点和计算描述符</a:t>
            </a:r>
          </a:p>
          <a:p>
            <a:pPr marL="0" indent="0">
              <a:lnSpc>
                <a:spcPct val="100000"/>
              </a:lnSpc>
              <a:spcAft>
                <a:spcPts val="0"/>
              </a:spcAft>
              <a:buNone/>
            </a:pPr>
            <a:r>
              <a:rPr lang="zh-CN" altLang="en-US"/>
              <a:t>kp2, des2 = orb.detectAndCompute(img2,None)     			#检测关键点和计算描述符</a:t>
            </a:r>
          </a:p>
          <a:p>
            <a:pPr marL="0" indent="0">
              <a:lnSpc>
                <a:spcPct val="100000"/>
              </a:lnSpc>
              <a:spcAft>
                <a:spcPts val="0"/>
              </a:spcAft>
              <a:buNone/>
            </a:pPr>
            <a:r>
              <a:rPr lang="zh-CN" altLang="en-US"/>
              <a:t>#定义FLANN参数</a:t>
            </a:r>
          </a:p>
          <a:p>
            <a:pPr marL="0" indent="0">
              <a:lnSpc>
                <a:spcPct val="100000"/>
              </a:lnSpc>
              <a:spcAft>
                <a:spcPts val="0"/>
              </a:spcAft>
              <a:buNone/>
            </a:pPr>
            <a:r>
              <a:rPr lang="zh-CN" altLang="en-US"/>
              <a:t>FLANN_INDEX_LSH = 6</a:t>
            </a:r>
          </a:p>
          <a:p>
            <a:pPr marL="0" indent="0">
              <a:lnSpc>
                <a:spcPct val="100000"/>
              </a:lnSpc>
              <a:spcAft>
                <a:spcPts val="0"/>
              </a:spcAft>
              <a:buNone/>
            </a:pPr>
            <a:r>
              <a:rPr lang="zh-CN" altLang="en-US"/>
              <a:t>index_params= dict(algorithm = FLANN_INDEX_LSH,</a:t>
            </a:r>
          </a:p>
          <a:p>
            <a:pPr marL="0" indent="0">
              <a:lnSpc>
                <a:spcPct val="100000"/>
              </a:lnSpc>
              <a:spcAft>
                <a:spcPts val="0"/>
              </a:spcAft>
              <a:buNone/>
            </a:pPr>
            <a:r>
              <a:rPr lang="zh-CN" altLang="en-US"/>
              <a:t>                   table_number = 6,</a:t>
            </a:r>
          </a:p>
          <a:p>
            <a:pPr marL="0" indent="0">
              <a:lnSpc>
                <a:spcPct val="100000"/>
              </a:lnSpc>
              <a:spcAft>
                <a:spcPts val="0"/>
              </a:spcAft>
              <a:buNone/>
            </a:pPr>
            <a:r>
              <a:rPr lang="zh-CN" altLang="en-US"/>
              <a:t>                   key_size = 12,</a:t>
            </a:r>
          </a:p>
          <a:p>
            <a:pPr marL="0" indent="0">
              <a:lnSpc>
                <a:spcPct val="100000"/>
              </a:lnSpc>
              <a:spcAft>
                <a:spcPts val="0"/>
              </a:spcAft>
              <a:buNone/>
            </a:pPr>
            <a:r>
              <a:rPr lang="zh-CN" altLang="en-US"/>
              <a:t>                   multi_probe_level = 1)</a:t>
            </a:r>
          </a:p>
          <a:p>
            <a:pPr marL="0" indent="0">
              <a:lnSpc>
                <a:spcPct val="100000"/>
              </a:lnSpc>
              <a:spcAft>
                <a:spcPts val="0"/>
              </a:spcAft>
              <a:buNone/>
            </a:pPr>
            <a:r>
              <a:rPr lang="zh-CN" altLang="en-US"/>
              <a:t>search_params = dict(checks=50)</a:t>
            </a:r>
          </a:p>
          <a:p>
            <a:pPr marL="0" indent="0">
              <a:lnSpc>
                <a:spcPct val="100000"/>
              </a:lnSpc>
              <a:spcAft>
                <a:spcPts val="0"/>
              </a:spcAft>
              <a:buNone/>
            </a:pPr>
            <a:r>
              <a:rPr lang="zh-CN" altLang="en-US"/>
              <a:t>flann = cv2.FlannBasedMatcher(index_params,search_params)		#创建FLANN匹配器</a:t>
            </a:r>
          </a:p>
          <a:p>
            <a:pPr marL="0" indent="0">
              <a:lnSpc>
                <a:spcPct val="100000"/>
              </a:lnSpc>
              <a:spcAft>
                <a:spcPts val="0"/>
              </a:spcAft>
              <a:buNone/>
            </a:pPr>
            <a:r>
              <a:rPr lang="zh-CN" altLang="en-US"/>
              <a:t>matches = flann.match(des1,des2)                         			#执行匹配操作</a:t>
            </a:r>
          </a:p>
          <a:p>
            <a:pPr marL="0" indent="0">
              <a:lnSpc>
                <a:spcPct val="100000"/>
              </a:lnSpc>
              <a:spcAft>
                <a:spcPts val="0"/>
              </a:spcAft>
              <a:buNone/>
            </a:pPr>
            <a:r>
              <a:rPr lang="zh-CN" altLang="en-US"/>
              <a:t>draw_params = dict(matchColor = (0,255,0),				#设置关键点和连接线为绿色</a:t>
            </a:r>
          </a:p>
          <a:p>
            <a:pPr marL="0" indent="0">
              <a:lnSpc>
                <a:spcPct val="100000"/>
              </a:lnSpc>
              <a:spcAft>
                <a:spcPts val="0"/>
              </a:spcAft>
              <a:buNone/>
            </a:pPr>
            <a:r>
              <a:rPr lang="zh-CN" altLang="en-US"/>
              <a:t>                   singlePointColor = (255,0,0),				#设置单个点为红色</a:t>
            </a:r>
          </a:p>
          <a:p>
            <a:pPr marL="0" indent="0">
              <a:lnSpc>
                <a:spcPct val="100000"/>
              </a:lnSpc>
              <a:spcAft>
                <a:spcPts val="0"/>
              </a:spcAft>
              <a:buNone/>
            </a:pPr>
            <a:r>
              <a:rPr lang="zh-CN" altLang="en-US"/>
              <a:t>                   matchesMask = None,</a:t>
            </a:r>
          </a:p>
          <a:p>
            <a:pPr marL="0" indent="0">
              <a:lnSpc>
                <a:spcPct val="100000"/>
              </a:lnSpc>
              <a:spcAft>
                <a:spcPts val="0"/>
              </a:spcAft>
              <a:buNone/>
            </a:pPr>
            <a:r>
              <a:rPr lang="zh-CN" altLang="en-US"/>
              <a:t>                   flags = cv2.DrawMatchesFlags_DEFAULT)</a:t>
            </a:r>
          </a:p>
          <a:p>
            <a:pPr marL="0" indent="0">
              <a:lnSpc>
                <a:spcPct val="100000"/>
              </a:lnSpc>
              <a:spcAft>
                <a:spcPts val="0"/>
              </a:spcAft>
              <a:buNone/>
            </a:pPr>
            <a:r>
              <a:rPr lang="zh-CN" altLang="en-US"/>
              <a:t>img3 = cv2.drawMatches(img1,kp1,img2,kp2,matches[:20],None,		#绘制匹配结果</a:t>
            </a:r>
          </a:p>
          <a:p>
            <a:pPr marL="0" indent="0">
              <a:lnSpc>
                <a:spcPct val="100000"/>
              </a:lnSpc>
              <a:spcAft>
                <a:spcPts val="0"/>
              </a:spcAft>
              <a:buNone/>
            </a:pPr>
            <a:r>
              <a:rPr lang="zh-CN" altLang="en-US"/>
              <a:t>               **draw_params)</a:t>
            </a:r>
          </a:p>
          <a:p>
            <a:pPr marL="0" indent="0">
              <a:lnSpc>
                <a:spcPct val="100000"/>
              </a:lnSpc>
              <a:spcAft>
                <a:spcPts val="0"/>
              </a:spcAft>
              <a:buNone/>
            </a:pPr>
            <a:r>
              <a:rPr lang="zh-CN" altLang="en-US"/>
              <a:t>plt.imshow(img3)</a:t>
            </a:r>
          </a:p>
          <a:p>
            <a:pPr marL="0" indent="0">
              <a:lnSpc>
                <a:spcPct val="100000"/>
              </a:lnSpc>
              <a:spcAft>
                <a:spcPts val="0"/>
              </a:spcAft>
              <a:buNone/>
            </a:pPr>
            <a:r>
              <a:rPr lang="zh-CN" altLang="en-US"/>
              <a:t>plt.axis('off')</a:t>
            </a:r>
          </a:p>
          <a:p>
            <a:pPr marL="0" indent="0">
              <a:lnSpc>
                <a:spcPct val="100000"/>
              </a:lnSpc>
              <a:spcAft>
                <a:spcPts val="0"/>
              </a:spcAft>
              <a:buNone/>
            </a:pPr>
            <a:r>
              <a:rPr lang="zh-CN" altLang="en-US"/>
              <a:t>plt.show()                                                  		</a:t>
            </a:r>
            <a:r>
              <a:rPr lang="en-US" altLang="zh-CN"/>
              <a:t>		</a:t>
            </a:r>
            <a:r>
              <a:rPr lang="zh-CN" altLang="en-US"/>
              <a:t>#显示结果</a:t>
            </a:r>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方正姚体" panose="02010601030101010101" pitchFamily="2" charset="-122"/>
                <a:ea typeface="方正姚体" panose="02010601030101010101" pitchFamily="2" charset="-122"/>
              </a:rPr>
              <a:t>8.4 </a:t>
            </a:r>
            <a:r>
              <a:rPr dirty="0">
                <a:latin typeface="方正姚体" panose="02010601030101010101" pitchFamily="2" charset="-122"/>
                <a:ea typeface="方正姚体" panose="02010601030101010101" pitchFamily="2" charset="-122"/>
              </a:rPr>
              <a:t>对象查找</a:t>
            </a:r>
            <a:r>
              <a:rPr lang="en-US" altLang="zh-CN" dirty="0">
                <a:latin typeface="方正姚体" panose="02010601030101010101" pitchFamily="2" charset="-122"/>
                <a:ea typeface="方正姚体" panose="02010601030101010101" pitchFamily="2" charset="-122"/>
              </a:rPr>
              <a:t> </a:t>
            </a:r>
            <a:endParaRPr dirty="0">
              <a:latin typeface="方正姚体" panose="02010601030101010101" pitchFamily="2" charset="-122"/>
              <a:ea typeface="方正姚体" panose="02010601030101010101" pitchFamily="2" charset="-122"/>
            </a:endParaRPr>
          </a:p>
        </p:txBody>
      </p:sp>
      <p:sp>
        <p:nvSpPr>
          <p:cNvPr id="3" name="内容占位符 2"/>
          <p:cNvSpPr>
            <a:spLocks noGrp="1"/>
          </p:cNvSpPr>
          <p:nvPr>
            <p:ph idx="1"/>
          </p:nvPr>
        </p:nvSpPr>
        <p:spPr/>
        <p:txBody>
          <a:bodyPr>
            <a:normAutofit lnSpcReduction="10000"/>
          </a:bodyPr>
          <a:lstStyle/>
          <a:p>
            <a:pPr marL="0" indent="0">
              <a:buNone/>
            </a:pPr>
            <a:r>
              <a:rPr lang="zh-CN" altLang="en-US" dirty="0">
                <a:latin typeface="方正姚体" panose="02010601030101010101" pitchFamily="2" charset="-122"/>
                <a:ea typeface="方正姚体" panose="02010601030101010101" pitchFamily="2" charset="-122"/>
              </a:rPr>
              <a:t>经过特征匹配后，可找到查询图像在训练图像中的最佳匹配，从而可在训练图像中精确查找到查询图像。获得最佳匹配结果后，调用cv2.findHomography()函数执行查询图像和训练图像的透视转换，再调用cv2.perspectiveTransform()函数执行向量的透视矩阵转换，可获得查询图像在训练图像中的位置。</a:t>
            </a:r>
          </a:p>
          <a:p>
            <a:pPr marL="0" indent="0">
              <a:buNone/>
            </a:pPr>
            <a:r>
              <a:rPr lang="zh-CN" altLang="en-US" dirty="0">
                <a:latin typeface="方正姚体" panose="02010601030101010101" pitchFamily="2" charset="-122"/>
                <a:ea typeface="方正姚体" panose="02010601030101010101" pitchFamily="2" charset="-122"/>
              </a:rPr>
              <a:t>cv2.findHomography()函数的基本格式如下。</a:t>
            </a:r>
          </a:p>
          <a:p>
            <a:pPr marL="0" indent="0">
              <a:buNone/>
            </a:pPr>
            <a:r>
              <a:rPr lang="zh-CN" altLang="en-US" dirty="0">
                <a:latin typeface="方正姚体" panose="02010601030101010101" pitchFamily="2" charset="-122"/>
                <a:ea typeface="方正姚体" panose="02010601030101010101" pitchFamily="2" charset="-122"/>
              </a:rPr>
              <a:t>retv,mask=cv2.findHomography(srcPoints, dstPoints[, method[,</a:t>
            </a:r>
          </a:p>
          <a:p>
            <a:pPr marL="0" indent="0">
              <a:buNone/>
            </a:pPr>
            <a:r>
              <a:rPr lang="zh-CN" altLang="en-US" dirty="0">
                <a:latin typeface="方正姚体" panose="02010601030101010101" pitchFamily="2" charset="-122"/>
                <a:ea typeface="方正姚体" panose="02010601030101010101" pitchFamily="2" charset="-122"/>
              </a:rPr>
              <a:t>ransacReprojThreshold]])</a:t>
            </a:r>
          </a:p>
          <a:p>
            <a:pPr marL="0" indent="0">
              <a:buNone/>
            </a:pPr>
            <a:r>
              <a:rPr lang="zh-CN" altLang="en-US" dirty="0">
                <a:latin typeface="方正姚体" panose="02010601030101010101" pitchFamily="2" charset="-122"/>
                <a:ea typeface="方正姚体" panose="02010601030101010101" pitchFamily="2" charset="-122"/>
              </a:rPr>
              <a:t>参数说明如下。</a:t>
            </a:r>
          </a:p>
          <a:p>
            <a:pPr marL="0" indent="0">
              <a:buNone/>
            </a:pPr>
            <a:r>
              <a:rPr lang="zh-CN" altLang="en-US" dirty="0">
                <a:latin typeface="方正姚体" panose="02010601030101010101" pitchFamily="2" charset="-122"/>
                <a:ea typeface="方正姚体" panose="02010601030101010101" pitchFamily="2" charset="-122"/>
              </a:rPr>
              <a:t>	retv为返回的转换矩阵。</a:t>
            </a:r>
          </a:p>
          <a:p>
            <a:pPr marL="0" indent="0">
              <a:buNone/>
            </a:pPr>
            <a:r>
              <a:rPr lang="zh-CN" altLang="en-US" dirty="0">
                <a:latin typeface="方正姚体" panose="02010601030101010101" pitchFamily="2" charset="-122"/>
                <a:ea typeface="方正姚体" panose="02010601030101010101" pitchFamily="2" charset="-122"/>
              </a:rPr>
              <a:t>	mask为返回的查询图像在训练图像中的最佳匹配结果掩模。</a:t>
            </a:r>
          </a:p>
          <a:p>
            <a:pPr marL="0" indent="0">
              <a:buNone/>
            </a:pPr>
            <a:r>
              <a:rPr lang="zh-CN" altLang="en-US" dirty="0">
                <a:latin typeface="方正姚体" panose="02010601030101010101" pitchFamily="2" charset="-122"/>
                <a:ea typeface="方正姚体" panose="02010601030101010101" pitchFamily="2" charset="-122"/>
              </a:rPr>
              <a:t>	srcPoints为查询图像匹配结果的坐标。</a:t>
            </a:r>
          </a:p>
          <a:p>
            <a:pPr marL="0" indent="0">
              <a:buNone/>
            </a:pPr>
            <a:r>
              <a:rPr lang="zh-CN" altLang="en-US" dirty="0">
                <a:latin typeface="方正姚体" panose="02010601030101010101" pitchFamily="2" charset="-122"/>
                <a:ea typeface="方正姚体" panose="02010601030101010101" pitchFamily="2" charset="-122"/>
              </a:rPr>
              <a:t>	dstPoints为训练图像匹配结果的坐标。</a:t>
            </a:r>
          </a:p>
          <a:p>
            <a:pPr marL="0" indent="0">
              <a:buNone/>
            </a:pPr>
            <a:r>
              <a:rPr lang="zh-CN" altLang="en-US" dirty="0">
                <a:latin typeface="方正姚体" panose="02010601030101010101" pitchFamily="2" charset="-122"/>
                <a:ea typeface="方正姚体" panose="02010601030101010101" pitchFamily="2" charset="-122"/>
              </a:rPr>
              <a:t>	method为用于计算透视转换矩阵的方法。</a:t>
            </a:r>
          </a:p>
          <a:p>
            <a:pPr marL="0" indent="0">
              <a:buNone/>
            </a:pPr>
            <a:r>
              <a:rPr lang="zh-CN" altLang="en-US" dirty="0">
                <a:latin typeface="方正姚体" panose="02010601030101010101" pitchFamily="2" charset="-122"/>
                <a:ea typeface="方正姚体" panose="02010601030101010101" pitchFamily="2" charset="-122"/>
              </a:rPr>
              <a:t>	ransacReprojThreshold为可允许的最大重投影误差。</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buNone/>
            </a:pPr>
            <a:r>
              <a:rPr lang="zh-CN" altLang="en-US"/>
              <a:t>cv2.perspectiveTransform()函数的基本格式如下。</a:t>
            </a:r>
          </a:p>
          <a:p>
            <a:pPr marL="0" indent="0">
              <a:buNone/>
            </a:pPr>
            <a:r>
              <a:rPr lang="zh-CN" altLang="en-US"/>
              <a:t>dst=cv2.perspectiveTransform(src,m)</a:t>
            </a:r>
          </a:p>
          <a:p>
            <a:pPr marL="0" indent="0">
              <a:buNone/>
            </a:pPr>
            <a:r>
              <a:rPr lang="zh-CN" altLang="en-US"/>
              <a:t>参数说明如下。</a:t>
            </a:r>
          </a:p>
          <a:p>
            <a:pPr marL="0" indent="0">
              <a:buNone/>
            </a:pPr>
            <a:r>
              <a:rPr lang="zh-CN" altLang="en-US"/>
              <a:t>	src为输入的2通道或3通道浮点类型的数组。</a:t>
            </a:r>
          </a:p>
          <a:p>
            <a:pPr marL="0" indent="0">
              <a:buNone/>
            </a:pPr>
            <a:r>
              <a:rPr lang="zh-CN" altLang="en-US"/>
              <a:t>	m为3×3或4×4的浮点类型的转换矩阵，如使用cv2.findHomography()函数返回的转换矩阵。</a:t>
            </a:r>
          </a:p>
          <a:p>
            <a:pPr marL="0" indent="0">
              <a:buNone/>
            </a:pPr>
            <a:r>
              <a:rPr lang="zh-CN" altLang="en-US"/>
              <a:t>	dst为输出结果数组，大小和类型与src相同。</a:t>
            </a:r>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669925" y="952500"/>
            <a:ext cx="10849610" cy="5815330"/>
          </a:xfrm>
        </p:spPr>
        <p:txBody>
          <a:bodyPr>
            <a:normAutofit fontScale="65000"/>
          </a:bodyPr>
          <a:lstStyle/>
          <a:p>
            <a:pPr marL="0" indent="0">
              <a:lnSpc>
                <a:spcPct val="100000"/>
              </a:lnSpc>
              <a:spcAft>
                <a:spcPts val="0"/>
              </a:spcAft>
              <a:buNone/>
            </a:pPr>
            <a:r>
              <a:rPr lang="zh-CN" altLang="en-US"/>
              <a:t>示例代码如下。</a:t>
            </a:r>
          </a:p>
          <a:p>
            <a:pPr marL="0" indent="0">
              <a:lnSpc>
                <a:spcPct val="100000"/>
              </a:lnSpc>
              <a:spcAft>
                <a:spcPts val="0"/>
              </a:spcAft>
              <a:buNone/>
            </a:pPr>
            <a:r>
              <a:rPr lang="zh-CN" altLang="en-US"/>
              <a:t>#test8-10.py：对象查找</a:t>
            </a:r>
          </a:p>
          <a:p>
            <a:pPr marL="0" indent="0">
              <a:lnSpc>
                <a:spcPct val="100000"/>
              </a:lnSpc>
              <a:spcAft>
                <a:spcPts val="0"/>
              </a:spcAft>
              <a:buNone/>
            </a:pPr>
            <a:r>
              <a:rPr lang="zh-CN" altLang="en-US"/>
              <a:t>import cv2 </a:t>
            </a:r>
          </a:p>
          <a:p>
            <a:pPr marL="0" indent="0">
              <a:lnSpc>
                <a:spcPct val="100000"/>
              </a:lnSpc>
              <a:spcAft>
                <a:spcPts val="0"/>
              </a:spcAft>
              <a:buNone/>
            </a:pPr>
            <a:r>
              <a:rPr lang="zh-CN" altLang="en-US"/>
              <a:t>import numpy as np</a:t>
            </a:r>
          </a:p>
          <a:p>
            <a:pPr marL="0" indent="0">
              <a:lnSpc>
                <a:spcPct val="100000"/>
              </a:lnSpc>
              <a:spcAft>
                <a:spcPts val="0"/>
              </a:spcAft>
              <a:buNone/>
            </a:pPr>
            <a:r>
              <a:rPr lang="zh-CN" altLang="en-US"/>
              <a:t>import matplotlib.pyplot as plt</a:t>
            </a:r>
          </a:p>
          <a:p>
            <a:pPr marL="0" indent="0">
              <a:lnSpc>
                <a:spcPct val="100000"/>
              </a:lnSpc>
              <a:spcAft>
                <a:spcPts val="0"/>
              </a:spcAft>
              <a:buNone/>
            </a:pPr>
            <a:r>
              <a:rPr lang="zh-CN" altLang="en-US"/>
              <a:t>img1 = cv2.imread('xhu1.jpg',cv2.IMREAD_GRAYSCALE)			#打开灰度图像</a:t>
            </a:r>
          </a:p>
          <a:p>
            <a:pPr marL="0" indent="0">
              <a:lnSpc>
                <a:spcPct val="100000"/>
              </a:lnSpc>
              <a:spcAft>
                <a:spcPts val="0"/>
              </a:spcAft>
              <a:buNone/>
            </a:pPr>
            <a:r>
              <a:rPr lang="zh-CN" altLang="en-US"/>
              <a:t>img2 = cv2.imread('xhu2.jpg',cv2.IMREAD_GRAYSCALE)			#打开灰度图像</a:t>
            </a:r>
          </a:p>
          <a:p>
            <a:pPr marL="0" indent="0">
              <a:lnSpc>
                <a:spcPct val="100000"/>
              </a:lnSpc>
              <a:spcAft>
                <a:spcPts val="0"/>
              </a:spcAft>
              <a:buNone/>
            </a:pPr>
            <a:r>
              <a:rPr lang="zh-CN" altLang="en-US"/>
              <a:t>orb = cv2.ORB_create()                                		</a:t>
            </a:r>
            <a:r>
              <a:rPr lang="en-US" altLang="zh-CN"/>
              <a:t>	</a:t>
            </a:r>
            <a:r>
              <a:rPr lang="zh-CN" altLang="en-US"/>
              <a:t>#创建ORB检测器</a:t>
            </a:r>
          </a:p>
          <a:p>
            <a:pPr marL="0" indent="0">
              <a:lnSpc>
                <a:spcPct val="100000"/>
              </a:lnSpc>
              <a:spcAft>
                <a:spcPts val="0"/>
              </a:spcAft>
              <a:buNone/>
            </a:pPr>
            <a:r>
              <a:rPr lang="zh-CN" altLang="en-US"/>
              <a:t>kp1, des1 = orb.detectAndCompute(img1,None)     			#检测关键点和计算描述符</a:t>
            </a:r>
          </a:p>
          <a:p>
            <a:pPr marL="0" indent="0">
              <a:lnSpc>
                <a:spcPct val="100000"/>
              </a:lnSpc>
              <a:spcAft>
                <a:spcPts val="0"/>
              </a:spcAft>
              <a:buNone/>
            </a:pPr>
            <a:r>
              <a:rPr lang="zh-CN" altLang="en-US"/>
              <a:t>kp2, des2 = orb.detectAndCompute(img2,None)     			#检测关键点和计算描述符</a:t>
            </a:r>
          </a:p>
          <a:p>
            <a:pPr marL="0" indent="0">
              <a:lnSpc>
                <a:spcPct val="100000"/>
              </a:lnSpc>
              <a:spcAft>
                <a:spcPts val="0"/>
              </a:spcAft>
              <a:buNone/>
            </a:pPr>
            <a:r>
              <a:rPr lang="zh-CN" altLang="en-US"/>
              <a:t>bf = cv2.BFMatcher_create(cv2.NORM_HAMMING,crossCheck=True)	</a:t>
            </a:r>
            <a:r>
              <a:rPr lang="en-US" altLang="zh-CN"/>
              <a:t>	</a:t>
            </a:r>
            <a:r>
              <a:rPr lang="zh-CN" altLang="en-US"/>
              <a:t>#创建匹配器</a:t>
            </a:r>
          </a:p>
          <a:p>
            <a:pPr marL="0" indent="0">
              <a:lnSpc>
                <a:spcPct val="100000"/>
              </a:lnSpc>
              <a:spcAft>
                <a:spcPts val="0"/>
              </a:spcAft>
              <a:buNone/>
            </a:pPr>
            <a:r>
              <a:rPr lang="zh-CN" altLang="en-US"/>
              <a:t>ms = bf.match(des1,des2)                           			#执行特征匹配</a:t>
            </a:r>
          </a:p>
          <a:p>
            <a:pPr marL="0" indent="0">
              <a:lnSpc>
                <a:spcPct val="100000"/>
              </a:lnSpc>
              <a:spcAft>
                <a:spcPts val="0"/>
              </a:spcAft>
              <a:buNone/>
            </a:pPr>
            <a:r>
              <a:rPr lang="zh-CN" altLang="en-US"/>
              <a:t>ms = sorted(ms, key = lambda x:x.distance)          		</a:t>
            </a:r>
            <a:r>
              <a:rPr lang="en-US" altLang="zh-CN"/>
              <a:t>	</a:t>
            </a:r>
            <a:r>
              <a:rPr lang="zh-CN" altLang="en-US"/>
              <a:t>#按距离排序</a:t>
            </a:r>
          </a:p>
          <a:p>
            <a:pPr marL="0" indent="0">
              <a:lnSpc>
                <a:spcPct val="100000"/>
              </a:lnSpc>
              <a:spcAft>
                <a:spcPts val="0"/>
              </a:spcAft>
              <a:buNone/>
            </a:pPr>
            <a:r>
              <a:rPr lang="zh-CN" altLang="en-US"/>
              <a:t>matchesMask = None</a:t>
            </a:r>
          </a:p>
          <a:p>
            <a:pPr marL="0" indent="0">
              <a:lnSpc>
                <a:spcPct val="100000"/>
              </a:lnSpc>
              <a:spcAft>
                <a:spcPts val="0"/>
              </a:spcAft>
              <a:buNone/>
            </a:pPr>
            <a:r>
              <a:rPr lang="zh-CN" altLang="en-US"/>
              <a:t>if len(ms)&gt;10:  #在有足够数量的匹配结果后，才计算查询图像在训练图像中的位置</a:t>
            </a:r>
          </a:p>
          <a:p>
            <a:pPr marL="0" indent="0">
              <a:lnSpc>
                <a:spcPct val="100000"/>
              </a:lnSpc>
              <a:spcAft>
                <a:spcPts val="0"/>
              </a:spcAft>
              <a:buNone/>
            </a:pPr>
            <a:r>
              <a:rPr lang="zh-CN" altLang="en-US"/>
              <a:t>    #计算查询图像匹配结果的坐标</a:t>
            </a:r>
          </a:p>
          <a:p>
            <a:pPr marL="0" indent="0">
              <a:lnSpc>
                <a:spcPct val="100000"/>
              </a:lnSpc>
              <a:spcAft>
                <a:spcPts val="0"/>
              </a:spcAft>
              <a:buNone/>
            </a:pPr>
            <a:r>
              <a:rPr lang="zh-CN" altLang="en-US"/>
              <a:t>    querypts = np.float32([ kp1[m.queryIdx].pt for m in ms ]).reshape(-1,1,2)</a:t>
            </a:r>
          </a:p>
          <a:p>
            <a:pPr marL="0" indent="0">
              <a:lnSpc>
                <a:spcPct val="100000"/>
              </a:lnSpc>
              <a:spcAft>
                <a:spcPts val="0"/>
              </a:spcAft>
              <a:buNone/>
            </a:pPr>
            <a:r>
              <a:rPr lang="zh-CN" altLang="en-US"/>
              <a:t>    #计算训练图像匹配结果的坐标</a:t>
            </a:r>
          </a:p>
          <a:p>
            <a:pPr marL="0" indent="0">
              <a:lnSpc>
                <a:spcPct val="100000"/>
              </a:lnSpc>
              <a:spcAft>
                <a:spcPts val="0"/>
              </a:spcAft>
              <a:buNone/>
            </a:pPr>
            <a:r>
              <a:rPr lang="zh-CN" altLang="en-US"/>
              <a:t>    trainpts = np.float32([ kp2[m.trainIdx].pt for m in ms ]).reshape(-1,1,2)</a:t>
            </a:r>
          </a:p>
          <a:p>
            <a:pPr marL="0" indent="0">
              <a:lnSpc>
                <a:spcPct val="100000"/>
              </a:lnSpc>
              <a:spcAft>
                <a:spcPts val="0"/>
              </a:spcAft>
              <a:buNone/>
            </a:pPr>
            <a:r>
              <a:rPr lang="zh-CN" altLang="en-US"/>
              <a:t>    #执行查询图像和训练图像的透视转换</a:t>
            </a:r>
          </a:p>
          <a:p>
            <a:pPr marL="0" indent="0">
              <a:lnSpc>
                <a:spcPct val="100000"/>
              </a:lnSpc>
              <a:spcAft>
                <a:spcPts val="0"/>
              </a:spcAft>
              <a:buNone/>
            </a:pPr>
            <a:r>
              <a:rPr lang="zh-CN" altLang="en-US"/>
              <a:t>    retv, mask = cv2.findHomography(querypts,trainpts, cv2.RANSAC)</a:t>
            </a:r>
          </a:p>
          <a:p>
            <a:pPr marL="0" indent="0">
              <a:lnSpc>
                <a:spcPct val="100000"/>
              </a:lnSpc>
              <a:spcAft>
                <a:spcPts val="0"/>
              </a:spcAft>
              <a:buNone/>
            </a:pPr>
            <a:r>
              <a:rPr lang="zh-CN" altLang="en-US"/>
              <a:t>    #计算最佳匹配结果的掩模，用于绘制匹配结果</a:t>
            </a:r>
          </a:p>
          <a:p>
            <a:pPr marL="0" indent="0">
              <a:lnSpc>
                <a:spcPct val="100000"/>
              </a:lnSpc>
              <a:spcAft>
                <a:spcPts val="0"/>
              </a:spcAft>
              <a:buNone/>
            </a:pPr>
            <a:r>
              <a:rPr lang="zh-CN" altLang="en-US"/>
              <a:t>    matchesMask = mask.ravel().tolist()</a:t>
            </a:r>
          </a:p>
          <a:p>
            <a:pPr marL="0" indent="0">
              <a:lnSpc>
                <a:spcPct val="100000"/>
              </a:lnSpc>
              <a:spcAft>
                <a:spcPts val="0"/>
              </a:spcAft>
              <a:buNone/>
            </a:pPr>
            <a:r>
              <a:rPr lang="zh-CN" altLang="en-US"/>
              <a:t>    h,w = img1.shape</a:t>
            </a:r>
          </a:p>
          <a:p>
            <a:pPr marL="0" indent="0">
              <a:lnSpc>
                <a:spcPct val="100000"/>
              </a:lnSpc>
              <a:spcAft>
                <a:spcPts val="0"/>
              </a:spcAft>
              <a:buNone/>
            </a:pPr>
            <a:r>
              <a:rPr lang="zh-CN" altLang="en-US"/>
              <a:t>    pts = np.float32([ [0,0],[0,h-1],[w-1,h-1],[w-1,0] ]).reshape(-1,1,2)</a:t>
            </a:r>
          </a:p>
          <a:p>
            <a:pPr marL="0" indent="0">
              <a:lnSpc>
                <a:spcPct val="100000"/>
              </a:lnSpc>
              <a:spcAft>
                <a:spcPts val="0"/>
              </a:spcAft>
              <a:buNone/>
            </a:pPr>
            <a:r>
              <a:rPr lang="zh-CN" altLang="en-US"/>
              <a:t>    #执行向量的透视矩阵转换，获得查询图像在训练图像中的位置</a:t>
            </a:r>
          </a:p>
          <a:p>
            <a:pPr marL="0" indent="0">
              <a:lnSpc>
                <a:spcPct val="100000"/>
              </a:lnSpc>
              <a:spcAft>
                <a:spcPts val="0"/>
              </a:spcAft>
              <a:buNone/>
            </a:pPr>
            <a:r>
              <a:rPr lang="zh-CN" altLang="en-US"/>
              <a:t>    dst = cv2.perspectiveTransform(pts,retv)</a:t>
            </a:r>
          </a:p>
          <a:p>
            <a:pPr marL="0" indent="0">
              <a:lnSpc>
                <a:spcPct val="100000"/>
              </a:lnSpc>
              <a:spcAft>
                <a:spcPts val="0"/>
              </a:spcAft>
              <a:buNone/>
            </a:pPr>
            <a:r>
              <a:rPr lang="zh-CN" altLang="en-US"/>
              <a:t>    #用白色矩形在训练图像中绘制出查询图像的范围</a:t>
            </a:r>
          </a:p>
          <a:p>
            <a:pPr marL="0" indent="0">
              <a:lnSpc>
                <a:spcPct val="100000"/>
              </a:lnSpc>
              <a:spcAft>
                <a:spcPts val="0"/>
              </a:spcAft>
              <a:buNone/>
            </a:pPr>
            <a:r>
              <a:rPr lang="zh-CN" altLang="en-US"/>
              <a:t>    img2 = cv2.polylines(img2,[np.int32(dst)],True,(255,255,255),5)</a:t>
            </a:r>
          </a:p>
          <a:p>
            <a:pPr marL="0" indent="0">
              <a:lnSpc>
                <a:spcPct val="100000"/>
              </a:lnSpc>
              <a:spcAft>
                <a:spcPts val="0"/>
              </a:spcAft>
              <a:buNone/>
            </a:pPr>
            <a:r>
              <a:rPr lang="zh-CN" altLang="en-US"/>
              <a:t>img3 = cv2.drawMatches(img1,kp1,img2,kp2,ms,None,</a:t>
            </a:r>
          </a:p>
          <a:p>
            <a:pPr marL="0" indent="0">
              <a:lnSpc>
                <a:spcPct val="100000"/>
              </a:lnSpc>
              <a:spcAft>
                <a:spcPts val="0"/>
              </a:spcAft>
              <a:buNone/>
            </a:pPr>
            <a:r>
              <a:rPr lang="zh-CN" altLang="en-US"/>
              <a:t>                            matchColor = (0,255,0),      		#用绿色绘制匹配结果</a:t>
            </a:r>
          </a:p>
          <a:p>
            <a:pPr marL="0" indent="0">
              <a:lnSpc>
                <a:spcPct val="100000"/>
              </a:lnSpc>
              <a:spcAft>
                <a:spcPts val="0"/>
              </a:spcAft>
              <a:buNone/>
            </a:pPr>
            <a:r>
              <a:rPr lang="zh-CN" altLang="en-US"/>
              <a:t>                            singlePointColor = None,     </a:t>
            </a:r>
          </a:p>
          <a:p>
            <a:pPr marL="0" indent="0">
              <a:lnSpc>
                <a:spcPct val="100000"/>
              </a:lnSpc>
              <a:spcAft>
                <a:spcPts val="0"/>
              </a:spcAft>
              <a:buNone/>
            </a:pPr>
            <a:r>
              <a:rPr lang="zh-CN" altLang="en-US"/>
              <a:t>                            matchesMask = matchesMask,   		#绘制掩模内的匹配结果</a:t>
            </a:r>
          </a:p>
          <a:p>
            <a:pPr marL="0" indent="0">
              <a:lnSpc>
                <a:spcPct val="100000"/>
              </a:lnSpc>
              <a:spcAft>
                <a:spcPts val="0"/>
              </a:spcAft>
              <a:buNone/>
            </a:pPr>
            <a:r>
              <a:rPr lang="zh-CN" altLang="en-US"/>
              <a:t>                            flags=cv2.DrawMatchesFlags_NOT_DRAW_SINGLE_POINTS)</a:t>
            </a:r>
          </a:p>
          <a:p>
            <a:pPr marL="0" indent="0">
              <a:lnSpc>
                <a:spcPct val="100000"/>
              </a:lnSpc>
              <a:spcAft>
                <a:spcPts val="0"/>
              </a:spcAft>
              <a:buNone/>
            </a:pPr>
            <a:r>
              <a:rPr lang="zh-CN" altLang="en-US"/>
              <a:t>plt.imshow(img3)</a:t>
            </a:r>
          </a:p>
          <a:p>
            <a:pPr marL="0" indent="0">
              <a:lnSpc>
                <a:spcPct val="100000"/>
              </a:lnSpc>
              <a:spcAft>
                <a:spcPts val="0"/>
              </a:spcAft>
              <a:buNone/>
            </a:pPr>
            <a:r>
              <a:rPr lang="zh-CN" altLang="en-US"/>
              <a:t>plt.axis('off')</a:t>
            </a:r>
          </a:p>
          <a:p>
            <a:pPr marL="0" indent="0">
              <a:lnSpc>
                <a:spcPct val="100000"/>
              </a:lnSpc>
              <a:spcAft>
                <a:spcPts val="0"/>
              </a:spcAft>
              <a:buNone/>
            </a:pPr>
            <a:r>
              <a:rPr lang="zh-CN" altLang="en-US"/>
              <a:t>plt.show()						#显示结果</a:t>
            </a:r>
          </a:p>
        </p:txBody>
      </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方正姚体" panose="02010601030101010101" pitchFamily="2" charset="-122"/>
                <a:ea typeface="方正姚体" panose="02010601030101010101" pitchFamily="2" charset="-122"/>
              </a:rPr>
              <a:t>8.5 </a:t>
            </a:r>
            <a:r>
              <a:rPr dirty="0">
                <a:latin typeface="方正姚体" panose="02010601030101010101" pitchFamily="2" charset="-122"/>
                <a:ea typeface="方正姚体" panose="02010601030101010101" pitchFamily="2" charset="-122"/>
              </a:rPr>
              <a:t>实验</a:t>
            </a:r>
          </a:p>
        </p:txBody>
      </p:sp>
      <p:sp>
        <p:nvSpPr>
          <p:cNvPr id="3" name="内容占位符 2"/>
          <p:cNvSpPr>
            <a:spLocks noGrp="1"/>
          </p:cNvSpPr>
          <p:nvPr>
            <p:ph idx="1"/>
          </p:nvPr>
        </p:nvSpPr>
        <p:spPr/>
        <p:txBody>
          <a:bodyPr>
            <a:normAutofit/>
          </a:bodyPr>
          <a:lstStyle/>
          <a:p>
            <a:pPr marL="0" indent="0">
              <a:buNone/>
            </a:pPr>
            <a:r>
              <a:rPr lang="zh-CN" altLang="en-US" dirty="0">
                <a:latin typeface="方正姚体" panose="02010601030101010101" pitchFamily="2" charset="-122"/>
                <a:ea typeface="方正姚体" panose="02010601030101010101" pitchFamily="2" charset="-122"/>
              </a:rPr>
              <a:t>本节主要内容：</a:t>
            </a:r>
            <a:endParaRPr lang="en-US" altLang="zh-CN" dirty="0">
              <a:latin typeface="方正姚体" panose="02010601030101010101" pitchFamily="2" charset="-122"/>
              <a:ea typeface="方正姚体" panose="02010601030101010101" pitchFamily="2" charset="-122"/>
            </a:endParaRPr>
          </a:p>
          <a:p>
            <a:r>
              <a:rPr lang="zh-CN" altLang="en-US" dirty="0">
                <a:latin typeface="方正姚体" panose="02010601030101010101" pitchFamily="2" charset="-122"/>
                <a:ea typeface="方正姚体" panose="02010601030101010101" pitchFamily="2" charset="-122"/>
              </a:rPr>
              <a:t>实验1：应用Shi-Tomas角检测器	</a:t>
            </a:r>
          </a:p>
          <a:p>
            <a:r>
              <a:rPr lang="zh-CN" altLang="en-US" dirty="0">
                <a:latin typeface="方正姚体" panose="02010601030101010101" pitchFamily="2" charset="-122"/>
                <a:ea typeface="方正姚体" panose="02010601030101010101" pitchFamily="2" charset="-122"/>
              </a:rPr>
              <a:t>实验2： 应用特征匹配查找对象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a:latin typeface="方正姚体" panose="02010601030101010101" pitchFamily="2" charset="-122"/>
                <a:ea typeface="方正姚体" panose="02010601030101010101" pitchFamily="2" charset="-122"/>
                <a:sym typeface="+mn-ea"/>
              </a:rPr>
              <a:t>8.5.1  实验1：应用Shi-Tomasi角检测器</a:t>
            </a:r>
            <a:endParaRPr dirty="0">
              <a:latin typeface="方正姚体" panose="02010601030101010101" pitchFamily="2" charset="-122"/>
              <a:ea typeface="方正姚体" panose="02010601030101010101" pitchFamily="2" charset="-122"/>
            </a:endParaRPr>
          </a:p>
        </p:txBody>
      </p:sp>
      <p:sp>
        <p:nvSpPr>
          <p:cNvPr id="3" name="内容占位符 2"/>
          <p:cNvSpPr>
            <a:spLocks noGrp="1"/>
          </p:cNvSpPr>
          <p:nvPr>
            <p:ph idx="1"/>
          </p:nvPr>
        </p:nvSpPr>
        <p:spPr/>
        <p:txBody>
          <a:bodyPr>
            <a:normAutofit/>
          </a:bodyPr>
          <a:lstStyle/>
          <a:p>
            <a:pPr marL="0" indent="0">
              <a:buNone/>
            </a:pPr>
            <a:r>
              <a:rPr lang="zh-CN" altLang="en-US" dirty="0">
                <a:latin typeface="方正姚体" panose="02010601030101010101" pitchFamily="2" charset="-122"/>
                <a:ea typeface="方正姚体" panose="02010601030101010101" pitchFamily="2" charset="-122"/>
              </a:rPr>
              <a:t>1．实验目的</a:t>
            </a:r>
          </a:p>
          <a:p>
            <a:pPr marL="0" indent="0">
              <a:buNone/>
            </a:pPr>
            <a:r>
              <a:rPr lang="zh-CN" altLang="en-US" dirty="0">
                <a:latin typeface="方正姚体" panose="02010601030101010101" pitchFamily="2" charset="-122"/>
                <a:ea typeface="方正姚体" panose="02010601030101010101" pitchFamily="2" charset="-122"/>
              </a:rPr>
              <a:t>巩固和掌握OpenCV中角检测器的使用方法。</a:t>
            </a:r>
          </a:p>
          <a:p>
            <a:pPr marL="0" indent="0">
              <a:buNone/>
            </a:pPr>
            <a:r>
              <a:rPr lang="zh-CN" altLang="en-US" dirty="0">
                <a:latin typeface="方正姚体" panose="02010601030101010101" pitchFamily="2" charset="-122"/>
                <a:ea typeface="方正姚体" panose="02010601030101010101" pitchFamily="2" charset="-122"/>
              </a:rPr>
              <a:t>2．实验内容</a:t>
            </a:r>
          </a:p>
          <a:p>
            <a:pPr marL="0" indent="0">
              <a:buNone/>
            </a:pPr>
            <a:r>
              <a:rPr lang="zh-CN" altLang="en-US" dirty="0">
                <a:latin typeface="方正姚体" panose="02010601030101010101" pitchFamily="2" charset="-122"/>
                <a:ea typeface="方正姚体" panose="02010601030101010101" pitchFamily="2" charset="-122"/>
              </a:rPr>
              <a:t>使用图8-11所示的图像，应用Shi-Tomasi角检测器找出图像中的角。</a:t>
            </a:r>
          </a:p>
          <a:p>
            <a:pPr marL="0" indent="0">
              <a:buNone/>
            </a:pPr>
            <a:endParaRPr lang="zh-CN" altLang="en-US" dirty="0">
              <a:latin typeface="方正姚体" panose="02010601030101010101" pitchFamily="2" charset="-122"/>
              <a:ea typeface="方正姚体" panose="02010601030101010101" pitchFamily="2" charset="-122"/>
            </a:endParaRPr>
          </a:p>
          <a:p>
            <a:pPr marL="0" indent="0">
              <a:buNone/>
            </a:pPr>
            <a:endParaRPr lang="zh-CN" altLang="en-US" dirty="0">
              <a:latin typeface="方正姚体" panose="02010601030101010101" pitchFamily="2" charset="-122"/>
              <a:ea typeface="方正姚体" panose="02010601030101010101" pitchFamily="2" charset="-122"/>
            </a:endParaRPr>
          </a:p>
          <a:p>
            <a:pPr marL="0" indent="0">
              <a:buNone/>
            </a:pPr>
            <a:endParaRPr lang="zh-CN" altLang="en-US" dirty="0">
              <a:latin typeface="方正姚体" panose="02010601030101010101" pitchFamily="2" charset="-122"/>
              <a:ea typeface="方正姚体" panose="02010601030101010101" pitchFamily="2" charset="-122"/>
            </a:endParaRPr>
          </a:p>
          <a:p>
            <a:pPr marL="0" indent="0">
              <a:buNone/>
            </a:pPr>
            <a:endParaRPr lang="zh-CN" altLang="en-US" dirty="0">
              <a:latin typeface="方正姚体" panose="02010601030101010101" pitchFamily="2" charset="-122"/>
              <a:ea typeface="方正姚体" panose="02010601030101010101" pitchFamily="2" charset="-122"/>
            </a:endParaRPr>
          </a:p>
          <a:p>
            <a:pPr marL="0" indent="0">
              <a:buNone/>
            </a:pPr>
            <a:endParaRPr lang="zh-CN" altLang="en-US" dirty="0">
              <a:latin typeface="方正姚体" panose="02010601030101010101" pitchFamily="2" charset="-122"/>
              <a:ea typeface="方正姚体" panose="02010601030101010101" pitchFamily="2" charset="-122"/>
            </a:endParaRPr>
          </a:p>
          <a:p>
            <a:pPr marL="0" indent="0">
              <a:buNone/>
            </a:pPr>
            <a:endParaRPr lang="zh-CN" altLang="en-US" dirty="0">
              <a:latin typeface="方正姚体" panose="02010601030101010101" pitchFamily="2" charset="-122"/>
              <a:ea typeface="方正姚体" panose="02010601030101010101" pitchFamily="2" charset="-122"/>
            </a:endParaRPr>
          </a:p>
          <a:p>
            <a:pPr marL="0" indent="0">
              <a:buNone/>
            </a:pPr>
            <a:r>
              <a:rPr lang="zh-CN" altLang="en-US" dirty="0">
                <a:latin typeface="方正姚体" panose="02010601030101010101" pitchFamily="2" charset="-122"/>
                <a:ea typeface="方正姚体" panose="02010601030101010101" pitchFamily="2" charset="-122"/>
              </a:rPr>
              <a:t>3．实验过程</a:t>
            </a:r>
          </a:p>
        </p:txBody>
      </p:sp>
      <p:pic>
        <p:nvPicPr>
          <p:cNvPr id="4" name="图片 12"/>
          <p:cNvPicPr>
            <a:picLocks noChangeAspect="1"/>
          </p:cNvPicPr>
          <p:nvPr/>
        </p:nvPicPr>
        <p:blipFill>
          <a:blip r:embed="rId3"/>
          <a:stretch>
            <a:fillRect/>
          </a:stretch>
        </p:blipFill>
        <p:spPr>
          <a:xfrm>
            <a:off x="2205990" y="3213100"/>
            <a:ext cx="2858770" cy="1860550"/>
          </a:xfrm>
          <a:prstGeom prst="rect">
            <a:avLst/>
          </a:prstGeom>
          <a:noFill/>
          <a:ln w="9525">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dirty="0">
                <a:latin typeface="方正姚体" panose="02010601030101010101" pitchFamily="2" charset="-122"/>
                <a:ea typeface="方正姚体" panose="02010601030101010101" pitchFamily="2" charset="-122"/>
              </a:rPr>
              <a:t>8.5.2  实验2： 应用特征匹配查找对象</a:t>
            </a:r>
          </a:p>
        </p:txBody>
      </p:sp>
      <p:sp>
        <p:nvSpPr>
          <p:cNvPr id="3" name="内容占位符 2"/>
          <p:cNvSpPr>
            <a:spLocks noGrp="1"/>
          </p:cNvSpPr>
          <p:nvPr>
            <p:ph idx="1"/>
          </p:nvPr>
        </p:nvSpPr>
        <p:spPr/>
        <p:txBody>
          <a:bodyPr>
            <a:normAutofit/>
          </a:bodyPr>
          <a:lstStyle/>
          <a:p>
            <a:pPr marL="0" indent="0">
              <a:buNone/>
            </a:pPr>
            <a:r>
              <a:rPr lang="zh-CN" altLang="en-US" dirty="0">
                <a:latin typeface="方正姚体" panose="02010601030101010101" pitchFamily="2" charset="-122"/>
                <a:ea typeface="方正姚体" panose="02010601030101010101" pitchFamily="2" charset="-122"/>
              </a:rPr>
              <a:t>1．实验目的</a:t>
            </a:r>
          </a:p>
          <a:p>
            <a:pPr marL="0" indent="0">
              <a:buNone/>
            </a:pPr>
            <a:r>
              <a:rPr lang="zh-CN" altLang="en-US" dirty="0">
                <a:latin typeface="方正姚体" panose="02010601030101010101" pitchFamily="2" charset="-122"/>
                <a:ea typeface="方正姚体" panose="02010601030101010101" pitchFamily="2" charset="-122"/>
              </a:rPr>
              <a:t>巩固和掌握OpenCV的特征匹配方法，并应用特征匹配完成对象查找。</a:t>
            </a:r>
          </a:p>
          <a:p>
            <a:pPr marL="0" indent="0">
              <a:buNone/>
            </a:pPr>
            <a:r>
              <a:rPr lang="zh-CN" altLang="en-US" dirty="0">
                <a:latin typeface="方正姚体" panose="02010601030101010101" pitchFamily="2" charset="-122"/>
                <a:ea typeface="方正姚体" panose="02010601030101010101" pitchFamily="2" charset="-122"/>
              </a:rPr>
              <a:t>2．实验内容</a:t>
            </a:r>
          </a:p>
          <a:p>
            <a:pPr marL="0" indent="0">
              <a:buNone/>
            </a:pPr>
            <a:r>
              <a:rPr lang="zh-CN" altLang="en-US" dirty="0">
                <a:latin typeface="方正姚体" panose="02010601030101010101" pitchFamily="2" charset="-122"/>
                <a:ea typeface="方正姚体" panose="02010601030101010101" pitchFamily="2" charset="-122"/>
              </a:rPr>
              <a:t>使用图8-13所示的查询图像和训练图像，应用ORB特征检测和暴力匹配器，在训练图像中找出查询图像。</a:t>
            </a:r>
          </a:p>
          <a:p>
            <a:pPr marL="0" indent="0">
              <a:buNone/>
            </a:pPr>
            <a:endParaRPr lang="zh-CN" altLang="en-US" dirty="0">
              <a:latin typeface="方正姚体" panose="02010601030101010101" pitchFamily="2" charset="-122"/>
              <a:ea typeface="方正姚体" panose="02010601030101010101" pitchFamily="2" charset="-122"/>
            </a:endParaRPr>
          </a:p>
          <a:p>
            <a:pPr marL="0" indent="0">
              <a:buNone/>
            </a:pPr>
            <a:endParaRPr lang="zh-CN" altLang="en-US" dirty="0">
              <a:latin typeface="方正姚体" panose="02010601030101010101" pitchFamily="2" charset="-122"/>
              <a:ea typeface="方正姚体" panose="02010601030101010101" pitchFamily="2" charset="-122"/>
            </a:endParaRPr>
          </a:p>
          <a:p>
            <a:pPr marL="0" indent="0">
              <a:buNone/>
            </a:pPr>
            <a:endParaRPr lang="zh-CN" altLang="en-US" dirty="0">
              <a:latin typeface="方正姚体" panose="02010601030101010101" pitchFamily="2" charset="-122"/>
              <a:ea typeface="方正姚体" panose="02010601030101010101" pitchFamily="2" charset="-122"/>
            </a:endParaRPr>
          </a:p>
          <a:p>
            <a:pPr marL="0" indent="0">
              <a:buNone/>
            </a:pPr>
            <a:endParaRPr lang="zh-CN" altLang="en-US" dirty="0">
              <a:latin typeface="方正姚体" panose="02010601030101010101" pitchFamily="2" charset="-122"/>
              <a:ea typeface="方正姚体" panose="02010601030101010101" pitchFamily="2" charset="-122"/>
            </a:endParaRPr>
          </a:p>
          <a:p>
            <a:pPr marL="0" indent="0">
              <a:buNone/>
            </a:pPr>
            <a:endParaRPr lang="zh-CN" altLang="en-US" dirty="0">
              <a:latin typeface="方正姚体" panose="02010601030101010101" pitchFamily="2" charset="-122"/>
              <a:ea typeface="方正姚体" panose="02010601030101010101" pitchFamily="2" charset="-122"/>
            </a:endParaRPr>
          </a:p>
          <a:p>
            <a:pPr marL="0" indent="0">
              <a:buNone/>
            </a:pPr>
            <a:endParaRPr lang="zh-CN" altLang="en-US" dirty="0">
              <a:latin typeface="方正姚体" panose="02010601030101010101" pitchFamily="2" charset="-122"/>
              <a:ea typeface="方正姚体" panose="02010601030101010101" pitchFamily="2" charset="-122"/>
            </a:endParaRPr>
          </a:p>
          <a:p>
            <a:pPr marL="0" indent="0">
              <a:buNone/>
            </a:pPr>
            <a:endParaRPr lang="zh-CN" altLang="en-US" dirty="0">
              <a:latin typeface="方正姚体" panose="02010601030101010101" pitchFamily="2" charset="-122"/>
              <a:ea typeface="方正姚体" panose="02010601030101010101" pitchFamily="2" charset="-122"/>
            </a:endParaRPr>
          </a:p>
          <a:p>
            <a:pPr marL="0" indent="0">
              <a:buNone/>
            </a:pPr>
            <a:r>
              <a:rPr lang="zh-CN" altLang="en-US" dirty="0">
                <a:latin typeface="方正姚体" panose="02010601030101010101" pitchFamily="2" charset="-122"/>
                <a:ea typeface="方正姚体" panose="02010601030101010101" pitchFamily="2" charset="-122"/>
              </a:rPr>
              <a:t>3．实验过程</a:t>
            </a:r>
          </a:p>
        </p:txBody>
      </p:sp>
      <p:pic>
        <p:nvPicPr>
          <p:cNvPr id="4" name="图片 3"/>
          <p:cNvPicPr>
            <a:picLocks noChangeAspect="1"/>
          </p:cNvPicPr>
          <p:nvPr/>
        </p:nvPicPr>
        <p:blipFill>
          <a:blip r:embed="rId3"/>
          <a:stretch>
            <a:fillRect/>
          </a:stretch>
        </p:blipFill>
        <p:spPr>
          <a:xfrm>
            <a:off x="3141980" y="2780665"/>
            <a:ext cx="4991100" cy="272034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a:lstStyle/>
          <a:p>
            <a:r>
              <a:rPr lang="zh-CN" altLang="en-US" dirty="0"/>
              <a:t>谢谢观看</a:t>
            </a:r>
          </a:p>
        </p:txBody>
      </p:sp>
      <p:sp>
        <p:nvSpPr>
          <p:cNvPr id="73" name="矩形 72"/>
          <p:cNvSpPr/>
          <p:nvPr>
            <p:custDataLst>
              <p:tags r:id="rId3"/>
            </p:custDataLst>
          </p:nvPr>
        </p:nvSpPr>
        <p:spPr>
          <a:xfrm rot="5400000">
            <a:off x="10613165" y="5800107"/>
            <a:ext cx="1123022" cy="521970"/>
          </a:xfrm>
          <a:prstGeom prst="rect">
            <a:avLst/>
          </a:prstGeom>
        </p:spPr>
        <p:txBody>
          <a:bodyPr wrap="square">
            <a:spAutoFit/>
          </a:bodyPr>
          <a:lstStyle/>
          <a:p>
            <a:r>
              <a:rPr lang="en-US" altLang="zh-CN" sz="2800" baseline="0" dirty="0">
                <a:solidFill>
                  <a:schemeClr val="bg1"/>
                </a:solidFill>
                <a:latin typeface="Arial" panose="020B0604020202020204" pitchFamily="34" charset="0"/>
                <a:ea typeface="微软雅黑" panose="020B0503020204020204" charset="-122"/>
              </a:rPr>
              <a:t>202X</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633"/>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633"/>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2633"/>
  <p:tag name="KSO_WM_TEMPLATE_THUMBS_INDEX" val="1、4、7、8、9、10、11、12、13、14、15"/>
  <p:tag name="KSO_WM_TEMPLATE_MASTER_THUMB_INDEX" val="12"/>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i*1"/>
  <p:tag name="KSO_WM_UNIT_LAYERLEVEL" val="1"/>
  <p:tag name="KSO_WM_TAG_VERSION" val="1.0"/>
  <p:tag name="KSO_WM_BEAUTIFY_FLAG" val="#wm#"/>
  <p:tag name="KSO_WM_SLIDE_BACKGROUND_MASK_FLAG" val="1"/>
  <p:tag name="KSO_WM_UNIT_SUBTYPE" val="q"/>
  <p:tag name="KSO_WM_UNIT_TYPE" val="i"/>
  <p:tag name="KSO_WM_UNIT_INDEX" val="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SLIDE_BACKGROUND_MASK_FLAG" val="1"/>
  <p:tag name="KSO_WM_UNIT_TYPE" val="y"/>
  <p:tag name="KSO_WM_UNIT_INDEX" val="1"/>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SLIDE_BACKGROUND_MASK_FLAG" val="1"/>
  <p:tag name="KSO_WM_UNIT_TYPE" val="y"/>
  <p:tag name="KSO_WM_UNIT_INDEX" val="3"/>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SLIDE_BACKGROUND_MASK_FLAG" val="1"/>
  <p:tag name="KSO_WM_UNIT_TYPE" val="y"/>
  <p:tag name="KSO_WM_UNIT_INDEX" val="2"/>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SLIDE_BACKGROUND_MASK_FLAG" val="1"/>
  <p:tag name="KSO_WM_UNIT_TYPE" val="y"/>
  <p:tag name="KSO_WM_UNIT_INDEX" val="4"/>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9*i*1"/>
  <p:tag name="KSO_WM_UNIT_LAYERLEVEL" val="1"/>
  <p:tag name="KSO_WM_TAG_VERSION" val="1.0"/>
  <p:tag name="KSO_WM_BEAUTIFY_FLAG" val="#wm#"/>
  <p:tag name="KSO_WM_UNIT_SUBTYPE" val="h"/>
  <p:tag name="KSO_WM_SLIDE_BK_DARK_LIGHT" val="2"/>
  <p:tag name="KSO_WM_UNIT_BK_DARK_LIGHT" val="1"/>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 name="KSO_WM_SLIDE_BK_DARK_LIGHT" val="2"/>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 name="KSO_WM_SLIDE_BK_DARK_LIGHT" val="2"/>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 name="KSO_WM_SLIDE_BK_DARK_LIGHT" val="2"/>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 name="KSO_WM_SLIDE_BK_DARK_LIGHT" val="2"/>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 name="KSO_WM_SLIDE_BK_DARK_LIGHT" val="2"/>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0*i*1"/>
  <p:tag name="KSO_WM_UNIT_LAYERLEVEL" val="1"/>
  <p:tag name="KSO_WM_TAG_VERSION" val="1.0"/>
  <p:tag name="KSO_WM_BEAUTIFY_FLAG" val="#wm#"/>
  <p:tag name="KSO_WM_UNIT_SUBTYPE" val="h"/>
  <p:tag name="KSO_WM_SLIDE_BK_DARK_LIGHT" val="2"/>
  <p:tag name="KSO_WM_UNIT_BK_DARK_LIGHT" val="1"/>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 name="KSO_WM_SLIDE_BK_DARK_LIGHT" val="2"/>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 name="KSO_WM_SLIDE_BK_DARK_LIGHT" val="2"/>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 name="KSO_WM_SLIDE_BK_DARK_LIGHT" val="2"/>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 name="KSO_WM_SLIDE_BK_DARK_LIGHT" val="2"/>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2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2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2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2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2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10.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218.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2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2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2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52.xml><?xml version="1.0" encoding="utf-8"?>
<p:tagLst xmlns:a="http://schemas.openxmlformats.org/drawingml/2006/main" xmlns:r="http://schemas.openxmlformats.org/officeDocument/2006/relationships" xmlns:p="http://schemas.openxmlformats.org/presentationml/2006/main">
  <p:tag name="KSO_WM_TEMPLATE_CATEGORY" val=""/>
  <p:tag name="KSO_WM_TEMPLATE_INDEX" val="20202633"/>
</p:tagLst>
</file>

<file path=ppt/tags/tag253.xml><?xml version="1.0" encoding="utf-8"?>
<p:tagLst xmlns:a="http://schemas.openxmlformats.org/drawingml/2006/main" xmlns:r="http://schemas.openxmlformats.org/officeDocument/2006/relationships" xmlns:p="http://schemas.openxmlformats.org/presentationml/2006/main">
  <p:tag name="KSO_WM_TEMPLATE_CATEGORY" val=""/>
  <p:tag name="KSO_WM_TEMPLATE_INDEX" val="20202633"/>
</p:tagLst>
</file>

<file path=ppt/tags/tag254.xml><?xml version="1.0" encoding="utf-8"?>
<p:tagLst xmlns:a="http://schemas.openxmlformats.org/drawingml/2006/main" xmlns:r="http://schemas.openxmlformats.org/officeDocument/2006/relationships" xmlns:p="http://schemas.openxmlformats.org/presentationml/2006/main">
  <p:tag name="KSO_WM_TEMPLATE_CATEGORY" val=""/>
  <p:tag name="KSO_WM_TEMPLATE_INDEX" val="20202633"/>
</p:tagLst>
</file>

<file path=ppt/tags/tag25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2633"/>
</p:tagLst>
</file>

<file path=ppt/tags/tag25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2633"/>
</p:tagLst>
</file>

<file path=ppt/tags/tag25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2633"/>
</p:tagLst>
</file>

<file path=ppt/tags/tag25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2633"/>
</p:tagLst>
</file>

<file path=ppt/tags/tag25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2633"/>
</p:tagLst>
</file>

<file path=ppt/tags/tag26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2633"/>
</p:tagLst>
</file>

<file path=ppt/tags/tag261.xml><?xml version="1.0" encoding="utf-8"?>
<p:tagLst xmlns:a="http://schemas.openxmlformats.org/drawingml/2006/main" xmlns:r="http://schemas.openxmlformats.org/officeDocument/2006/relationships" xmlns:p="http://schemas.openxmlformats.org/presentationml/2006/main">
  <p:tag name="KSO_WM_TEMPLATE_CATEGORY" val=""/>
  <p:tag name="KSO_WM_TEMPLATE_INDEX" val="20202633"/>
</p:tagLst>
</file>

<file path=ppt/tags/tag26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2633"/>
</p:tagLst>
</file>

<file path=ppt/tags/tag26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2633"/>
</p:tagLst>
</file>

<file path=ppt/tags/tag26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2633"/>
</p:tagLst>
</file>

<file path=ppt/tags/tag26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2633"/>
</p:tagLst>
</file>

<file path=ppt/tags/tag26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2633"/>
</p:tagLst>
</file>

<file path=ppt/tags/tag267.xml><?xml version="1.0" encoding="utf-8"?>
<p:tagLst xmlns:a="http://schemas.openxmlformats.org/drawingml/2006/main" xmlns:r="http://schemas.openxmlformats.org/officeDocument/2006/relationships" xmlns:p="http://schemas.openxmlformats.org/presentationml/2006/main">
  <p:tag name="KSO_WM_TEMPLATE_CATEGORY" val=""/>
  <p:tag name="KSO_WM_TEMPLATE_INDEX" val="20202633"/>
</p:tagLst>
</file>

<file path=ppt/tags/tag26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2633"/>
</p:tagLst>
</file>

<file path=ppt/tags/tag26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2633"/>
</p:tagLst>
</file>

<file path=ppt/tags/tag27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2633"/>
</p:tagLst>
</file>

<file path=ppt/tags/tag27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2633"/>
</p:tagLst>
</file>

<file path=ppt/tags/tag27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2633"/>
</p:tagLst>
</file>

<file path=ppt/tags/tag27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2633"/>
</p:tagLst>
</file>

<file path=ppt/tags/tag27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2633"/>
</p:tagLst>
</file>

<file path=ppt/tags/tag27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2633"/>
</p:tagLst>
</file>

<file path=ppt/tags/tag276.xml><?xml version="1.0" encoding="utf-8"?>
<p:tagLst xmlns:a="http://schemas.openxmlformats.org/drawingml/2006/main" xmlns:r="http://schemas.openxmlformats.org/officeDocument/2006/relationships" xmlns:p="http://schemas.openxmlformats.org/presentationml/2006/main">
  <p:tag name="KSO_WM_TEMPLATE_CATEGORY" val=""/>
  <p:tag name="KSO_WM_TEMPLATE_INDEX" val="20202633"/>
</p:tagLst>
</file>

<file path=ppt/tags/tag27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2633"/>
</p:tagLst>
</file>

<file path=ppt/tags/tag27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2633"/>
</p:tagLst>
</file>

<file path=ppt/tags/tag279.xml><?xml version="1.0" encoding="utf-8"?>
<p:tagLst xmlns:a="http://schemas.openxmlformats.org/drawingml/2006/main" xmlns:r="http://schemas.openxmlformats.org/officeDocument/2006/relationships" xmlns:p="http://schemas.openxmlformats.org/presentationml/2006/main">
  <p:tag name="KSO_WM_TEMPLATE_CATEGORY" val=""/>
  <p:tag name="KSO_WM_TEMPLATE_INDEX" val="20202633"/>
</p:tagLst>
</file>

<file path=ppt/tags/tag280.xml><?xml version="1.0" encoding="utf-8"?>
<p:tagLst xmlns:a="http://schemas.openxmlformats.org/drawingml/2006/main" xmlns:r="http://schemas.openxmlformats.org/officeDocument/2006/relationships" xmlns:p="http://schemas.openxmlformats.org/presentationml/2006/main">
  <p:tag name="KSO_WM_TEMPLATE_CATEGORY" val=""/>
  <p:tag name="KSO_WM_TEMPLATE_INDEX" val="20202633"/>
</p:tagLst>
</file>

<file path=ppt/tags/tag281.xml><?xml version="1.0" encoding="utf-8"?>
<p:tagLst xmlns:a="http://schemas.openxmlformats.org/drawingml/2006/main" xmlns:r="http://schemas.openxmlformats.org/officeDocument/2006/relationships" xmlns:p="http://schemas.openxmlformats.org/presentationml/2006/main">
  <p:tag name="KSO_WM_TEMPLATE_CATEGORY" val=""/>
  <p:tag name="KSO_WM_TEMPLATE_INDEX" val="20202633"/>
</p:tagLst>
</file>

<file path=ppt/tags/tag282.xml><?xml version="1.0" encoding="utf-8"?>
<p:tagLst xmlns:a="http://schemas.openxmlformats.org/drawingml/2006/main" xmlns:r="http://schemas.openxmlformats.org/officeDocument/2006/relationships" xmlns:p="http://schemas.openxmlformats.org/presentationml/2006/main">
  <p:tag name="KSO_WM_SLIDE_ID" val="custom20202633_15"/>
  <p:tag name="KSO_WM_TEMPLATE_SUBCATEGORY" val="0"/>
  <p:tag name="KSO_WM_TEMPLATE_MASTER_TYPE" val="1"/>
  <p:tag name="KSO_WM_TEMPLATE_COLOR_TYPE" val="1"/>
  <p:tag name="KSO_WM_SLIDE_ITEM_CNT" val="0"/>
  <p:tag name="KSO_WM_SLIDE_INDEX" val="15"/>
  <p:tag name="KSO_WM_TAG_VERSION" val="1.0"/>
  <p:tag name="KSO_WM_BEAUTIFY_FLAG" val="#wm#"/>
  <p:tag name="KSO_WM_TEMPLATE_CATEGORY" val="custom"/>
  <p:tag name="KSO_WM_TEMPLATE_INDEX" val="20202633"/>
  <p:tag name="KSO_WM_SLIDE_TYPE" val="endPage"/>
  <p:tag name="KSO_WM_SLIDE_SUBTYPE" val="pureTxt"/>
  <p:tag name="KSO_WM_SLIDE_LAYOUT" val="a_b"/>
  <p:tag name="KSO_WM_SLIDE_LAYOUT_CNT" val="1_1"/>
</p:tagLst>
</file>

<file path=ppt/tags/tag2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2633_15*a*1"/>
  <p:tag name="KSO_WM_TEMPLATE_CATEGORY" val="custom"/>
  <p:tag name="KSO_WM_TEMPLATE_INDEX" val="20202633"/>
  <p:tag name="KSO_WM_UNIT_LAYERLEVEL" val="1"/>
  <p:tag name="KSO_WM_TAG_VERSION" val="1.0"/>
  <p:tag name="KSO_WM_BEAUTIFY_FLAG" val="#wm#"/>
  <p:tag name="KSO_WM_UNIT_ISCONTENTSTITLE" val="0"/>
  <p:tag name="KSO_WM_UNIT_NOCLEAR" val="1"/>
  <p:tag name="KSO_WM_UNIT_VALUE" val="6"/>
  <p:tag name="KSO_WM_UNIT_TYPE" val="a"/>
  <p:tag name="KSO_WM_UNIT_INDEX" val="1"/>
  <p:tag name="KSO_WM_UNIT_PRESET_TEXT" val="谢谢观看"/>
  <p:tag name="KSO_WM_UNIT_ISNUMDGMTITLE" val="0"/>
</p:tagLst>
</file>

<file path=ppt/tags/tag2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2633_15*i*1"/>
  <p:tag name="KSO_WM_TEMPLATE_CATEGORY" val="custom"/>
  <p:tag name="KSO_WM_TEMPLATE_INDEX" val="20202633"/>
  <p:tag name="KSO_WM_UNIT_LAYERLEVEL" val="1"/>
  <p:tag name="KSO_WM_TAG_VERSION" val="1.0"/>
  <p:tag name="KSO_WM_BEAUTIFY_FLAG" val="#wm#"/>
  <p:tag name="KSO_WM_UNIT_TYPE" val="i"/>
  <p:tag name="KSO_WM_UNIT_INDEX" val="1"/>
  <p:tag name="KSO_WM_UNIT_PRESET_TEXT" val="202X"/>
</p:tagLst>
</file>

<file path=ppt/theme/theme1.xml><?xml version="1.0" encoding="utf-8"?>
<a:theme xmlns:a="http://schemas.openxmlformats.org/drawingml/2006/main" name="2_Office 主题​​">
  <a:themeElements>
    <a:clrScheme name="渐变15">
      <a:dk1>
        <a:srgbClr val="000000"/>
      </a:dk1>
      <a:lt1>
        <a:srgbClr val="FFFFFF"/>
      </a:lt1>
      <a:dk2>
        <a:srgbClr val="F2F2F2"/>
      </a:dk2>
      <a:lt2>
        <a:srgbClr val="FFFFFF"/>
      </a:lt2>
      <a:accent1>
        <a:srgbClr val="4F4EFC"/>
      </a:accent1>
      <a:accent2>
        <a:srgbClr val="5B97FA"/>
      </a:accent2>
      <a:accent3>
        <a:srgbClr val="67DCFD"/>
      </a:accent3>
      <a:accent4>
        <a:srgbClr val="6CFDDC"/>
      </a:accent4>
      <a:accent5>
        <a:srgbClr val="6AFE9A"/>
      </a:accent5>
      <a:accent6>
        <a:srgbClr val="6AFF60"/>
      </a:accent6>
      <a:hlink>
        <a:srgbClr val="658BD5"/>
      </a:hlink>
      <a:folHlink>
        <a:srgbClr val="9F69A3"/>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办公室主题">
  <a:themeElements>
    <a:clrScheme name="Watercolor_16x9">
      <a:dk1>
        <a:sysClr val="windowText" lastClr="000000"/>
      </a:dk1>
      <a:lt1>
        <a:sysClr val="window" lastClr="FFFFFF"/>
      </a:lt1>
      <a:dk2>
        <a:srgbClr val="09AFA7"/>
      </a:dk2>
      <a:lt2>
        <a:srgbClr val="AEF1EA"/>
      </a:lt2>
      <a:accent1>
        <a:srgbClr val="08CAC1"/>
      </a:accent1>
      <a:accent2>
        <a:srgbClr val="76C714"/>
      </a:accent2>
      <a:accent3>
        <a:srgbClr val="0E70C2"/>
      </a:accent3>
      <a:accent4>
        <a:srgbClr val="259F39"/>
      </a:accent4>
      <a:accent5>
        <a:srgbClr val="C8C015"/>
      </a:accent5>
      <a:accent6>
        <a:srgbClr val="444FDC"/>
      </a:accent6>
      <a:hlink>
        <a:srgbClr val="76C714"/>
      </a:hlink>
      <a:folHlink>
        <a:srgbClr val="7F7F7F"/>
      </a:folHlink>
    </a:clrScheme>
    <a:fontScheme name="Elemental">
      <a:maj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办公室主题">
  <a:themeElements>
    <a:clrScheme name="Watercolor_16x9">
      <a:dk1>
        <a:sysClr val="windowText" lastClr="000000"/>
      </a:dk1>
      <a:lt1>
        <a:sysClr val="window" lastClr="FFFFFF"/>
      </a:lt1>
      <a:dk2>
        <a:srgbClr val="09AFA7"/>
      </a:dk2>
      <a:lt2>
        <a:srgbClr val="AEF1EA"/>
      </a:lt2>
      <a:accent1>
        <a:srgbClr val="08CAC1"/>
      </a:accent1>
      <a:accent2>
        <a:srgbClr val="76C714"/>
      </a:accent2>
      <a:accent3>
        <a:srgbClr val="0E70C2"/>
      </a:accent3>
      <a:accent4>
        <a:srgbClr val="259F39"/>
      </a:accent4>
      <a:accent5>
        <a:srgbClr val="C8C015"/>
      </a:accent5>
      <a:accent6>
        <a:srgbClr val="444FDC"/>
      </a:accent6>
      <a:hlink>
        <a:srgbClr val="76C714"/>
      </a:hlink>
      <a:folHlink>
        <a:srgbClr val="7F7F7F"/>
      </a:folHlink>
    </a:clrScheme>
    <a:fontScheme name="Elemental">
      <a:maj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TM03090430[[fn=带状]]</Template>
  <TotalTime>0</TotalTime>
  <Words>5339</Words>
  <Application>Microsoft Office PowerPoint</Application>
  <PresentationFormat>自定义</PresentationFormat>
  <Paragraphs>368</Paragraphs>
  <Slides>31</Slides>
  <Notes>2</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31</vt:i4>
      </vt:variant>
    </vt:vector>
  </HeadingPairs>
  <TitlesOfParts>
    <vt:vector size="37" baseType="lpstr">
      <vt:lpstr>方正姚体</vt:lpstr>
      <vt:lpstr>宋体</vt:lpstr>
      <vt:lpstr>微软雅黑</vt:lpstr>
      <vt:lpstr>Arial</vt:lpstr>
      <vt:lpstr>Palatino Linotype</vt:lpstr>
      <vt:lpstr>2_Office 主题​​</vt:lpstr>
      <vt:lpstr>OpenCV计算机视觉基础教程</vt:lpstr>
      <vt:lpstr>第8章  特征检测 </vt:lpstr>
      <vt:lpstr>8.1 角检测</vt:lpstr>
      <vt:lpstr>8.1.1  哈里斯角检测</vt:lpstr>
      <vt:lpstr>PowerPoint 演示文稿</vt:lpstr>
      <vt:lpstr>8.1.2  优化哈里斯角 </vt:lpstr>
      <vt:lpstr>PowerPoint 演示文稿</vt:lpstr>
      <vt:lpstr>8.1.3  Shi-Tomasi角检测 </vt:lpstr>
      <vt:lpstr>PowerPoint 演示文稿</vt:lpstr>
      <vt:lpstr>8.2 特征点检测</vt:lpstr>
      <vt:lpstr>8.2.1  FAST特征检测 </vt:lpstr>
      <vt:lpstr>PowerPoint 演示文稿</vt:lpstr>
      <vt:lpstr>8.2.2  SIFT特征检测 </vt:lpstr>
      <vt:lpstr>PowerPoint 演示文稿</vt:lpstr>
      <vt:lpstr>8.2.3  ORB特征检测 </vt:lpstr>
      <vt:lpstr>8.3 特征匹配</vt:lpstr>
      <vt:lpstr>8.3.1  暴力匹配器 </vt:lpstr>
      <vt:lpstr>PowerPoint 演示文稿</vt:lpstr>
      <vt:lpstr>PowerPoint 演示文稿</vt:lpstr>
      <vt:lpstr>PowerPoint 演示文稿</vt:lpstr>
      <vt:lpstr>PowerPoint 演示文稿</vt:lpstr>
      <vt:lpstr>PowerPoint 演示文稿</vt:lpstr>
      <vt:lpstr>8.3.2  FLANN匹配器 </vt:lpstr>
      <vt:lpstr>PowerPoint 演示文稿</vt:lpstr>
      <vt:lpstr>8.4 对象查找 </vt:lpstr>
      <vt:lpstr>PowerPoint 演示文稿</vt:lpstr>
      <vt:lpstr>PowerPoint 演示文稿</vt:lpstr>
      <vt:lpstr>8.5 实验</vt:lpstr>
      <vt:lpstr>8.5.1  实验1：应用Shi-Tomasi角检测器</vt:lpstr>
      <vt:lpstr>8.5.2  实验2： 应用特征匹配查找对象</vt:lpstr>
      <vt:lpstr>谢谢观看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Python3基础教程</dc:title>
  <dc:creator>china xbg</dc:creator>
  <cp:lastModifiedBy>chen mo</cp:lastModifiedBy>
  <cp:revision>27</cp:revision>
  <dcterms:created xsi:type="dcterms:W3CDTF">2019-11-26T13:46:00Z</dcterms:created>
  <dcterms:modified xsi:type="dcterms:W3CDTF">2022-05-15T05:31:42Z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9CBD9D2472074812AD158735AE45062F</vt:lpwstr>
  </property>
  <property fmtid="{D5CDD505-2E9C-101B-9397-08002B2CF9AE}" pid="3" name="KSOProductBuildVer">
    <vt:lpwstr>2052-11.1.0.10359</vt:lpwstr>
  </property>
</Properties>
</file>