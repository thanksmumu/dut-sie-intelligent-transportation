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32"/>
  </p:handoutMasterIdLst>
  <p:sldIdLst>
    <p:sldId id="257" r:id="rId4"/>
    <p:sldId id="275" r:id="rId6"/>
    <p:sldId id="347" r:id="rId7"/>
    <p:sldId id="379" r:id="rId8"/>
    <p:sldId id="384" r:id="rId9"/>
    <p:sldId id="385" r:id="rId10"/>
    <p:sldId id="386" r:id="rId11"/>
    <p:sldId id="387" r:id="rId12"/>
    <p:sldId id="388" r:id="rId13"/>
    <p:sldId id="327" r:id="rId14"/>
    <p:sldId id="393" r:id="rId15"/>
    <p:sldId id="394" r:id="rId16"/>
    <p:sldId id="395" r:id="rId17"/>
    <p:sldId id="328" r:id="rId18"/>
    <p:sldId id="348" r:id="rId19"/>
    <p:sldId id="329" r:id="rId20"/>
    <p:sldId id="330" r:id="rId21"/>
    <p:sldId id="331" r:id="rId22"/>
    <p:sldId id="332" r:id="rId23"/>
    <p:sldId id="372" r:id="rId24"/>
    <p:sldId id="333" r:id="rId25"/>
    <p:sldId id="334" r:id="rId26"/>
    <p:sldId id="409" r:id="rId27"/>
    <p:sldId id="373" r:id="rId28"/>
    <p:sldId id="335" r:id="rId29"/>
    <p:sldId id="336" r:id="rId30"/>
    <p:sldId id="378" r:id="rId31"/>
  </p:sldIdLst>
  <p:sldSz cx="12188825" cy="6858000"/>
  <p:notesSz cx="6858000" cy="9144000"/>
  <p:embeddedFontLst>
    <p:embeddedFont>
      <p:font typeface="微软雅黑" panose="020B0503020204020204" charset="-122"/>
      <p:regular r:id="rId37"/>
    </p:embeddedFont>
    <p:embeddedFont>
      <p:font typeface="汉仪旗黑Y4-85简" panose="00020600040101010101" charset="-122"/>
      <p:bold r:id="rId38"/>
    </p:embeddedFont>
    <p:embeddedFont>
      <p:font typeface="方正姚体" panose="02010601030101010101" pitchFamily="2" charset="-122"/>
      <p:regular r:id="rId39"/>
    </p:embeddedFont>
    <p:embeddedFont>
      <p:font typeface="Palatino Linotype" panose="0204050205050503030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F5AB1C69-6EDB-4FF4-983F-18BD219EF32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15" autoAdjust="0"/>
  </p:normalViewPr>
  <p:slideViewPr>
    <p:cSldViewPr>
      <p:cViewPr varScale="1">
        <p:scale>
          <a:sx n="75" d="100"/>
          <a:sy n="75" d="100"/>
        </p:scale>
        <p:origin x="82" y="110"/>
      </p:cViewPr>
      <p:guideLst>
        <p:guide orient="horz" pos="2159"/>
        <p:guide orient="horz" pos="1026"/>
        <p:guide orient="horz" pos="3818"/>
        <p:guide orient="horz" pos="1152"/>
        <p:guide orient="horz" pos="3338"/>
        <p:guide orient="horz" pos="3105"/>
        <p:guide orient="horz" pos="844"/>
        <p:guide orient="horz" pos="557"/>
        <p:guide orient="horz" pos="2793"/>
        <p:guide pos="3839"/>
        <p:guide pos="959"/>
        <p:guide pos="7039"/>
        <p:guide pos="6686"/>
        <p:guide pos="6172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287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slide" Target="slides/slide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E8D551-EAFC-440E-BE76-FE90AA8B3E59}" type="datetime1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C119DBA-4540-49B3-8FA9-6259387ECF9E}" type="slidenum"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A1D97-EEB6-429B-AC02-D2212B4618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3B36274-F2B9-4C45-BBB4-0EDF4CD651A7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3B36274-F2B9-4C45-BBB4-0EDF4CD651A7}" type="slidenum">
              <a:rPr lang="en-US" altLang="zh-CN" smtClean="0">
                <a:latin typeface="+mj-ea"/>
                <a:ea typeface="+mj-ea"/>
              </a:rPr>
            </a:fld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36B37-480C-4C68-8BAA-2F772309D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9" Type="http://schemas.openxmlformats.org/officeDocument/2006/relationships/tags" Target="../tags/tag67.xml"/><Relationship Id="rId68" Type="http://schemas.openxmlformats.org/officeDocument/2006/relationships/tags" Target="../tags/tag66.xml"/><Relationship Id="rId67" Type="http://schemas.openxmlformats.org/officeDocument/2006/relationships/tags" Target="../tags/tag65.xml"/><Relationship Id="rId66" Type="http://schemas.openxmlformats.org/officeDocument/2006/relationships/tags" Target="../tags/tag64.xml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tags" Target="../tags/tag61.xml"/><Relationship Id="rId62" Type="http://schemas.openxmlformats.org/officeDocument/2006/relationships/tags" Target="../tags/tag60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4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3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2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image" Target="../media/image1.jpeg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0" Type="http://schemas.openxmlformats.org/officeDocument/2006/relationships/tags" Target="../tags/tag190.xml"/><Relationship Id="rId7" Type="http://schemas.openxmlformats.org/officeDocument/2006/relationships/tags" Target="../tags/tag127.xml"/><Relationship Id="rId69" Type="http://schemas.openxmlformats.org/officeDocument/2006/relationships/tags" Target="../tags/tag189.xml"/><Relationship Id="rId68" Type="http://schemas.openxmlformats.org/officeDocument/2006/relationships/tags" Target="../tags/tag188.xml"/><Relationship Id="rId67" Type="http://schemas.openxmlformats.org/officeDocument/2006/relationships/tags" Target="../tags/tag187.xml"/><Relationship Id="rId66" Type="http://schemas.openxmlformats.org/officeDocument/2006/relationships/tags" Target="../tags/tag186.xml"/><Relationship Id="rId65" Type="http://schemas.openxmlformats.org/officeDocument/2006/relationships/tags" Target="../tags/tag185.xml"/><Relationship Id="rId64" Type="http://schemas.openxmlformats.org/officeDocument/2006/relationships/tags" Target="../tags/tag184.xml"/><Relationship Id="rId63" Type="http://schemas.openxmlformats.org/officeDocument/2006/relationships/tags" Target="../tags/tag183.xml"/><Relationship Id="rId62" Type="http://schemas.openxmlformats.org/officeDocument/2006/relationships/tags" Target="../tags/tag182.xml"/><Relationship Id="rId61" Type="http://schemas.openxmlformats.org/officeDocument/2006/relationships/tags" Target="../tags/tag181.xml"/><Relationship Id="rId60" Type="http://schemas.openxmlformats.org/officeDocument/2006/relationships/tags" Target="../tags/tag180.xml"/><Relationship Id="rId6" Type="http://schemas.openxmlformats.org/officeDocument/2006/relationships/tags" Target="../tags/tag126.xml"/><Relationship Id="rId59" Type="http://schemas.openxmlformats.org/officeDocument/2006/relationships/tags" Target="../tags/tag179.xml"/><Relationship Id="rId58" Type="http://schemas.openxmlformats.org/officeDocument/2006/relationships/tags" Target="../tags/tag178.xml"/><Relationship Id="rId57" Type="http://schemas.openxmlformats.org/officeDocument/2006/relationships/tags" Target="../tags/tag177.xml"/><Relationship Id="rId56" Type="http://schemas.openxmlformats.org/officeDocument/2006/relationships/tags" Target="../tags/tag176.xml"/><Relationship Id="rId55" Type="http://schemas.openxmlformats.org/officeDocument/2006/relationships/tags" Target="../tags/tag175.xml"/><Relationship Id="rId54" Type="http://schemas.openxmlformats.org/officeDocument/2006/relationships/tags" Target="../tags/tag174.xml"/><Relationship Id="rId53" Type="http://schemas.openxmlformats.org/officeDocument/2006/relationships/tags" Target="../tags/tag173.xml"/><Relationship Id="rId52" Type="http://schemas.openxmlformats.org/officeDocument/2006/relationships/tags" Target="../tags/tag172.xml"/><Relationship Id="rId51" Type="http://schemas.openxmlformats.org/officeDocument/2006/relationships/tags" Target="../tags/tag171.xml"/><Relationship Id="rId50" Type="http://schemas.openxmlformats.org/officeDocument/2006/relationships/tags" Target="../tags/tag170.xml"/><Relationship Id="rId5" Type="http://schemas.openxmlformats.org/officeDocument/2006/relationships/image" Target="../media/image2.jpeg"/><Relationship Id="rId49" Type="http://schemas.openxmlformats.org/officeDocument/2006/relationships/tags" Target="../tags/tag169.xml"/><Relationship Id="rId48" Type="http://schemas.openxmlformats.org/officeDocument/2006/relationships/tags" Target="../tags/tag168.xml"/><Relationship Id="rId47" Type="http://schemas.openxmlformats.org/officeDocument/2006/relationships/tags" Target="../tags/tag167.xml"/><Relationship Id="rId46" Type="http://schemas.openxmlformats.org/officeDocument/2006/relationships/tags" Target="../tags/tag166.xml"/><Relationship Id="rId45" Type="http://schemas.openxmlformats.org/officeDocument/2006/relationships/tags" Target="../tags/tag165.xml"/><Relationship Id="rId44" Type="http://schemas.openxmlformats.org/officeDocument/2006/relationships/tags" Target="../tags/tag164.xml"/><Relationship Id="rId43" Type="http://schemas.openxmlformats.org/officeDocument/2006/relationships/tags" Target="../tags/tag163.xml"/><Relationship Id="rId42" Type="http://schemas.openxmlformats.org/officeDocument/2006/relationships/tags" Target="../tags/tag162.xml"/><Relationship Id="rId41" Type="http://schemas.openxmlformats.org/officeDocument/2006/relationships/tags" Target="../tags/tag161.xml"/><Relationship Id="rId40" Type="http://schemas.openxmlformats.org/officeDocument/2006/relationships/tags" Target="../tags/tag160.xml"/><Relationship Id="rId4" Type="http://schemas.openxmlformats.org/officeDocument/2006/relationships/tags" Target="../tags/tag125.xml"/><Relationship Id="rId39" Type="http://schemas.openxmlformats.org/officeDocument/2006/relationships/tags" Target="../tags/tag159.xml"/><Relationship Id="rId38" Type="http://schemas.openxmlformats.org/officeDocument/2006/relationships/tags" Target="../tags/tag158.xml"/><Relationship Id="rId37" Type="http://schemas.openxmlformats.org/officeDocument/2006/relationships/tags" Target="../tags/tag157.xml"/><Relationship Id="rId36" Type="http://schemas.openxmlformats.org/officeDocument/2006/relationships/tags" Target="../tags/tag156.xml"/><Relationship Id="rId35" Type="http://schemas.openxmlformats.org/officeDocument/2006/relationships/tags" Target="../tags/tag155.xml"/><Relationship Id="rId34" Type="http://schemas.openxmlformats.org/officeDocument/2006/relationships/tags" Target="../tags/tag154.xml"/><Relationship Id="rId33" Type="http://schemas.openxmlformats.org/officeDocument/2006/relationships/tags" Target="../tags/tag153.xml"/><Relationship Id="rId32" Type="http://schemas.openxmlformats.org/officeDocument/2006/relationships/tags" Target="../tags/tag152.xml"/><Relationship Id="rId31" Type="http://schemas.openxmlformats.org/officeDocument/2006/relationships/tags" Target="../tags/tag151.xml"/><Relationship Id="rId30" Type="http://schemas.openxmlformats.org/officeDocument/2006/relationships/tags" Target="../tags/tag150.xml"/><Relationship Id="rId3" Type="http://schemas.openxmlformats.org/officeDocument/2006/relationships/image" Target="../media/image1.jpeg"/><Relationship Id="rId29" Type="http://schemas.openxmlformats.org/officeDocument/2006/relationships/tags" Target="../tags/tag149.xml"/><Relationship Id="rId28" Type="http://schemas.openxmlformats.org/officeDocument/2006/relationships/tags" Target="../tags/tag148.xml"/><Relationship Id="rId27" Type="http://schemas.openxmlformats.org/officeDocument/2006/relationships/tags" Target="../tags/tag147.xml"/><Relationship Id="rId26" Type="http://schemas.openxmlformats.org/officeDocument/2006/relationships/tags" Target="../tags/tag146.xml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4.xml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9" Type="http://schemas.openxmlformats.org/officeDocument/2006/relationships/tags" Target="../tags/tag318.xml"/><Relationship Id="rId68" Type="http://schemas.openxmlformats.org/officeDocument/2006/relationships/tags" Target="../tags/tag317.xml"/><Relationship Id="rId67" Type="http://schemas.openxmlformats.org/officeDocument/2006/relationships/tags" Target="../tags/tag316.xml"/><Relationship Id="rId66" Type="http://schemas.openxmlformats.org/officeDocument/2006/relationships/tags" Target="../tags/tag315.xml"/><Relationship Id="rId65" Type="http://schemas.openxmlformats.org/officeDocument/2006/relationships/tags" Target="../tags/tag314.xml"/><Relationship Id="rId64" Type="http://schemas.openxmlformats.org/officeDocument/2006/relationships/tags" Target="../tags/tag313.xml"/><Relationship Id="rId63" Type="http://schemas.openxmlformats.org/officeDocument/2006/relationships/tags" Target="../tags/tag312.xml"/><Relationship Id="rId62" Type="http://schemas.openxmlformats.org/officeDocument/2006/relationships/tags" Target="../tags/tag311.xml"/><Relationship Id="rId61" Type="http://schemas.openxmlformats.org/officeDocument/2006/relationships/tags" Target="../tags/tag310.xml"/><Relationship Id="rId60" Type="http://schemas.openxmlformats.org/officeDocument/2006/relationships/tags" Target="../tags/tag309.xml"/><Relationship Id="rId6" Type="http://schemas.openxmlformats.org/officeDocument/2006/relationships/tags" Target="../tags/tag255.xml"/><Relationship Id="rId59" Type="http://schemas.openxmlformats.org/officeDocument/2006/relationships/tags" Target="../tags/tag308.xml"/><Relationship Id="rId58" Type="http://schemas.openxmlformats.org/officeDocument/2006/relationships/tags" Target="../tags/tag307.xml"/><Relationship Id="rId57" Type="http://schemas.openxmlformats.org/officeDocument/2006/relationships/tags" Target="../tags/tag306.xml"/><Relationship Id="rId56" Type="http://schemas.openxmlformats.org/officeDocument/2006/relationships/tags" Target="../tags/tag305.xml"/><Relationship Id="rId55" Type="http://schemas.openxmlformats.org/officeDocument/2006/relationships/tags" Target="../tags/tag304.xml"/><Relationship Id="rId54" Type="http://schemas.openxmlformats.org/officeDocument/2006/relationships/tags" Target="../tags/tag303.xml"/><Relationship Id="rId53" Type="http://schemas.openxmlformats.org/officeDocument/2006/relationships/tags" Target="../tags/tag302.xml"/><Relationship Id="rId52" Type="http://schemas.openxmlformats.org/officeDocument/2006/relationships/tags" Target="../tags/tag301.xml"/><Relationship Id="rId51" Type="http://schemas.openxmlformats.org/officeDocument/2006/relationships/tags" Target="../tags/tag300.xml"/><Relationship Id="rId50" Type="http://schemas.openxmlformats.org/officeDocument/2006/relationships/tags" Target="../tags/tag299.xml"/><Relationship Id="rId5" Type="http://schemas.openxmlformats.org/officeDocument/2006/relationships/tags" Target="../tags/tag254.xml"/><Relationship Id="rId49" Type="http://schemas.openxmlformats.org/officeDocument/2006/relationships/tags" Target="../tags/tag298.xml"/><Relationship Id="rId48" Type="http://schemas.openxmlformats.org/officeDocument/2006/relationships/tags" Target="../tags/tag297.xml"/><Relationship Id="rId47" Type="http://schemas.openxmlformats.org/officeDocument/2006/relationships/tags" Target="../tags/tag296.xml"/><Relationship Id="rId46" Type="http://schemas.openxmlformats.org/officeDocument/2006/relationships/tags" Target="../tags/tag295.xml"/><Relationship Id="rId45" Type="http://schemas.openxmlformats.org/officeDocument/2006/relationships/tags" Target="../tags/tag294.xml"/><Relationship Id="rId44" Type="http://schemas.openxmlformats.org/officeDocument/2006/relationships/tags" Target="../tags/tag293.xml"/><Relationship Id="rId43" Type="http://schemas.openxmlformats.org/officeDocument/2006/relationships/tags" Target="../tags/tag292.xml"/><Relationship Id="rId42" Type="http://schemas.openxmlformats.org/officeDocument/2006/relationships/tags" Target="../tags/tag291.xml"/><Relationship Id="rId41" Type="http://schemas.openxmlformats.org/officeDocument/2006/relationships/tags" Target="../tags/tag290.xml"/><Relationship Id="rId40" Type="http://schemas.openxmlformats.org/officeDocument/2006/relationships/tags" Target="../tags/tag289.xml"/><Relationship Id="rId4" Type="http://schemas.openxmlformats.org/officeDocument/2006/relationships/tags" Target="../tags/tag253.xml"/><Relationship Id="rId39" Type="http://schemas.openxmlformats.org/officeDocument/2006/relationships/tags" Target="../tags/tag288.xml"/><Relationship Id="rId38" Type="http://schemas.openxmlformats.org/officeDocument/2006/relationships/tags" Target="../tags/tag287.xml"/><Relationship Id="rId37" Type="http://schemas.openxmlformats.org/officeDocument/2006/relationships/tags" Target="../tags/tag286.xml"/><Relationship Id="rId36" Type="http://schemas.openxmlformats.org/officeDocument/2006/relationships/tags" Target="../tags/tag285.xml"/><Relationship Id="rId35" Type="http://schemas.openxmlformats.org/officeDocument/2006/relationships/tags" Target="../tags/tag284.xml"/><Relationship Id="rId34" Type="http://schemas.openxmlformats.org/officeDocument/2006/relationships/tags" Target="../tags/tag283.xml"/><Relationship Id="rId33" Type="http://schemas.openxmlformats.org/officeDocument/2006/relationships/tags" Target="../tags/tag282.xml"/><Relationship Id="rId32" Type="http://schemas.openxmlformats.org/officeDocument/2006/relationships/tags" Target="../tags/tag281.xml"/><Relationship Id="rId31" Type="http://schemas.openxmlformats.org/officeDocument/2006/relationships/tags" Target="../tags/tag280.xml"/><Relationship Id="rId30" Type="http://schemas.openxmlformats.org/officeDocument/2006/relationships/tags" Target="../tags/tag279.xml"/><Relationship Id="rId3" Type="http://schemas.openxmlformats.org/officeDocument/2006/relationships/image" Target="../media/image1.jpeg"/><Relationship Id="rId29" Type="http://schemas.openxmlformats.org/officeDocument/2006/relationships/tags" Target="../tags/tag278.xml"/><Relationship Id="rId28" Type="http://schemas.openxmlformats.org/officeDocument/2006/relationships/tags" Target="../tags/tag277.xml"/><Relationship Id="rId27" Type="http://schemas.openxmlformats.org/officeDocument/2006/relationships/tags" Target="../tags/tag276.xml"/><Relationship Id="rId26" Type="http://schemas.openxmlformats.org/officeDocument/2006/relationships/tags" Target="../tags/tag275.xml"/><Relationship Id="rId25" Type="http://schemas.openxmlformats.org/officeDocument/2006/relationships/tags" Target="../tags/tag274.xml"/><Relationship Id="rId24" Type="http://schemas.openxmlformats.org/officeDocument/2006/relationships/tags" Target="../tags/tag273.xml"/><Relationship Id="rId23" Type="http://schemas.openxmlformats.org/officeDocument/2006/relationships/tags" Target="../tags/tag272.xml"/><Relationship Id="rId22" Type="http://schemas.openxmlformats.org/officeDocument/2006/relationships/tags" Target="../tags/tag271.xml"/><Relationship Id="rId21" Type="http://schemas.openxmlformats.org/officeDocument/2006/relationships/tags" Target="../tags/tag270.xml"/><Relationship Id="rId20" Type="http://schemas.openxmlformats.org/officeDocument/2006/relationships/tags" Target="../tags/tag269.xml"/><Relationship Id="rId2" Type="http://schemas.openxmlformats.org/officeDocument/2006/relationships/tags" Target="../tags/tag252.xml"/><Relationship Id="rId19" Type="http://schemas.openxmlformats.org/officeDocument/2006/relationships/tags" Target="../tags/tag268.xml"/><Relationship Id="rId18" Type="http://schemas.openxmlformats.org/officeDocument/2006/relationships/tags" Target="../tags/tag267.xml"/><Relationship Id="rId17" Type="http://schemas.openxmlformats.org/officeDocument/2006/relationships/tags" Target="../tags/tag266.xml"/><Relationship Id="rId16" Type="http://schemas.openxmlformats.org/officeDocument/2006/relationships/tags" Target="../tags/tag265.xml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0" Type="http://schemas.openxmlformats.org/officeDocument/2006/relationships/tags" Target="../tags/tag348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tags" Target="../tags/tag366.xml"/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0" Type="http://schemas.openxmlformats.org/officeDocument/2006/relationships/tags" Target="../tags/tag441.xml"/><Relationship Id="rId7" Type="http://schemas.openxmlformats.org/officeDocument/2006/relationships/tags" Target="../tags/tag378.xml"/><Relationship Id="rId69" Type="http://schemas.openxmlformats.org/officeDocument/2006/relationships/tags" Target="../tags/tag440.xml"/><Relationship Id="rId68" Type="http://schemas.openxmlformats.org/officeDocument/2006/relationships/tags" Target="../tags/tag439.xml"/><Relationship Id="rId67" Type="http://schemas.openxmlformats.org/officeDocument/2006/relationships/tags" Target="../tags/tag438.xml"/><Relationship Id="rId66" Type="http://schemas.openxmlformats.org/officeDocument/2006/relationships/tags" Target="../tags/tag437.xml"/><Relationship Id="rId65" Type="http://schemas.openxmlformats.org/officeDocument/2006/relationships/tags" Target="../tags/tag436.xml"/><Relationship Id="rId64" Type="http://schemas.openxmlformats.org/officeDocument/2006/relationships/tags" Target="../tags/tag435.xml"/><Relationship Id="rId63" Type="http://schemas.openxmlformats.org/officeDocument/2006/relationships/tags" Target="../tags/tag434.xml"/><Relationship Id="rId62" Type="http://schemas.openxmlformats.org/officeDocument/2006/relationships/tags" Target="../tags/tag433.xml"/><Relationship Id="rId61" Type="http://schemas.openxmlformats.org/officeDocument/2006/relationships/tags" Target="../tags/tag432.xml"/><Relationship Id="rId60" Type="http://schemas.openxmlformats.org/officeDocument/2006/relationships/tags" Target="../tags/tag431.xml"/><Relationship Id="rId6" Type="http://schemas.openxmlformats.org/officeDocument/2006/relationships/tags" Target="../tags/tag377.xml"/><Relationship Id="rId59" Type="http://schemas.openxmlformats.org/officeDocument/2006/relationships/tags" Target="../tags/tag430.xml"/><Relationship Id="rId58" Type="http://schemas.openxmlformats.org/officeDocument/2006/relationships/tags" Target="../tags/tag429.xml"/><Relationship Id="rId57" Type="http://schemas.openxmlformats.org/officeDocument/2006/relationships/tags" Target="../tags/tag428.xml"/><Relationship Id="rId56" Type="http://schemas.openxmlformats.org/officeDocument/2006/relationships/tags" Target="../tags/tag427.xml"/><Relationship Id="rId55" Type="http://schemas.openxmlformats.org/officeDocument/2006/relationships/tags" Target="../tags/tag426.xml"/><Relationship Id="rId54" Type="http://schemas.openxmlformats.org/officeDocument/2006/relationships/tags" Target="../tags/tag425.xml"/><Relationship Id="rId53" Type="http://schemas.openxmlformats.org/officeDocument/2006/relationships/tags" Target="../tags/tag424.xml"/><Relationship Id="rId52" Type="http://schemas.openxmlformats.org/officeDocument/2006/relationships/tags" Target="../tags/tag423.xml"/><Relationship Id="rId51" Type="http://schemas.openxmlformats.org/officeDocument/2006/relationships/tags" Target="../tags/tag422.xml"/><Relationship Id="rId50" Type="http://schemas.openxmlformats.org/officeDocument/2006/relationships/tags" Target="../tags/tag421.xml"/><Relationship Id="rId5" Type="http://schemas.openxmlformats.org/officeDocument/2006/relationships/image" Target="../media/image2.jpeg"/><Relationship Id="rId49" Type="http://schemas.openxmlformats.org/officeDocument/2006/relationships/tags" Target="../tags/tag420.xml"/><Relationship Id="rId48" Type="http://schemas.openxmlformats.org/officeDocument/2006/relationships/tags" Target="../tags/tag419.xml"/><Relationship Id="rId47" Type="http://schemas.openxmlformats.org/officeDocument/2006/relationships/tags" Target="../tags/tag418.xml"/><Relationship Id="rId46" Type="http://schemas.openxmlformats.org/officeDocument/2006/relationships/tags" Target="../tags/tag417.xml"/><Relationship Id="rId45" Type="http://schemas.openxmlformats.org/officeDocument/2006/relationships/tags" Target="../tags/tag416.xml"/><Relationship Id="rId44" Type="http://schemas.openxmlformats.org/officeDocument/2006/relationships/tags" Target="../tags/tag415.xml"/><Relationship Id="rId43" Type="http://schemas.openxmlformats.org/officeDocument/2006/relationships/tags" Target="../tags/tag414.xml"/><Relationship Id="rId42" Type="http://schemas.openxmlformats.org/officeDocument/2006/relationships/tags" Target="../tags/tag413.xml"/><Relationship Id="rId41" Type="http://schemas.openxmlformats.org/officeDocument/2006/relationships/tags" Target="../tags/tag412.xml"/><Relationship Id="rId40" Type="http://schemas.openxmlformats.org/officeDocument/2006/relationships/tags" Target="../tags/tag411.xml"/><Relationship Id="rId4" Type="http://schemas.openxmlformats.org/officeDocument/2006/relationships/tags" Target="../tags/tag376.xml"/><Relationship Id="rId39" Type="http://schemas.openxmlformats.org/officeDocument/2006/relationships/tags" Target="../tags/tag410.xml"/><Relationship Id="rId38" Type="http://schemas.openxmlformats.org/officeDocument/2006/relationships/tags" Target="../tags/tag409.xml"/><Relationship Id="rId37" Type="http://schemas.openxmlformats.org/officeDocument/2006/relationships/tags" Target="../tags/tag408.xml"/><Relationship Id="rId36" Type="http://schemas.openxmlformats.org/officeDocument/2006/relationships/tags" Target="../tags/tag407.xml"/><Relationship Id="rId35" Type="http://schemas.openxmlformats.org/officeDocument/2006/relationships/tags" Target="../tags/tag406.xml"/><Relationship Id="rId34" Type="http://schemas.openxmlformats.org/officeDocument/2006/relationships/tags" Target="../tags/tag405.xml"/><Relationship Id="rId33" Type="http://schemas.openxmlformats.org/officeDocument/2006/relationships/tags" Target="../tags/tag404.xml"/><Relationship Id="rId32" Type="http://schemas.openxmlformats.org/officeDocument/2006/relationships/tags" Target="../tags/tag403.xml"/><Relationship Id="rId31" Type="http://schemas.openxmlformats.org/officeDocument/2006/relationships/tags" Target="../tags/tag402.xml"/><Relationship Id="rId30" Type="http://schemas.openxmlformats.org/officeDocument/2006/relationships/tags" Target="../tags/tag401.xml"/><Relationship Id="rId3" Type="http://schemas.openxmlformats.org/officeDocument/2006/relationships/image" Target="../media/image1.jpeg"/><Relationship Id="rId29" Type="http://schemas.openxmlformats.org/officeDocument/2006/relationships/tags" Target="../tags/tag400.xml"/><Relationship Id="rId28" Type="http://schemas.openxmlformats.org/officeDocument/2006/relationships/tags" Target="../tags/tag399.xml"/><Relationship Id="rId27" Type="http://schemas.openxmlformats.org/officeDocument/2006/relationships/tags" Target="../tags/tag398.xml"/><Relationship Id="rId26" Type="http://schemas.openxmlformats.org/officeDocument/2006/relationships/tags" Target="../tags/tag397.xml"/><Relationship Id="rId25" Type="http://schemas.openxmlformats.org/officeDocument/2006/relationships/tags" Target="../tags/tag396.xml"/><Relationship Id="rId24" Type="http://schemas.openxmlformats.org/officeDocument/2006/relationships/tags" Target="../tags/tag395.xml"/><Relationship Id="rId23" Type="http://schemas.openxmlformats.org/officeDocument/2006/relationships/tags" Target="../tags/tag394.xml"/><Relationship Id="rId22" Type="http://schemas.openxmlformats.org/officeDocument/2006/relationships/tags" Target="../tags/tag393.xml"/><Relationship Id="rId21" Type="http://schemas.openxmlformats.org/officeDocument/2006/relationships/tags" Target="../tags/tag392.xml"/><Relationship Id="rId20" Type="http://schemas.openxmlformats.org/officeDocument/2006/relationships/tags" Target="../tags/tag391.xml"/><Relationship Id="rId2" Type="http://schemas.openxmlformats.org/officeDocument/2006/relationships/tags" Target="../tags/tag375.xml"/><Relationship Id="rId19" Type="http://schemas.openxmlformats.org/officeDocument/2006/relationships/tags" Target="../tags/tag390.xml"/><Relationship Id="rId18" Type="http://schemas.openxmlformats.org/officeDocument/2006/relationships/tags" Target="../tags/tag389.xml"/><Relationship Id="rId17" Type="http://schemas.openxmlformats.org/officeDocument/2006/relationships/tags" Target="../tags/tag388.xml"/><Relationship Id="rId16" Type="http://schemas.openxmlformats.org/officeDocument/2006/relationships/tags" Target="../tags/tag387.xml"/><Relationship Id="rId15" Type="http://schemas.openxmlformats.org/officeDocument/2006/relationships/tags" Target="../tags/tag386.xml"/><Relationship Id="rId14" Type="http://schemas.openxmlformats.org/officeDocument/2006/relationships/tags" Target="../tags/tag385.xml"/><Relationship Id="rId13" Type="http://schemas.openxmlformats.org/officeDocument/2006/relationships/tags" Target="../tags/tag384.xml"/><Relationship Id="rId12" Type="http://schemas.openxmlformats.org/officeDocument/2006/relationships/tags" Target="../tags/tag383.xml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tags" Target="../tags/tag444.xml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460.xml"/><Relationship Id="rId8" Type="http://schemas.openxmlformats.org/officeDocument/2006/relationships/tags" Target="../tags/tag459.xml"/><Relationship Id="rId7" Type="http://schemas.openxmlformats.org/officeDocument/2006/relationships/tags" Target="../tags/tag458.xml"/><Relationship Id="rId6" Type="http://schemas.openxmlformats.org/officeDocument/2006/relationships/tags" Target="../tags/tag457.xml"/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0" Type="http://schemas.openxmlformats.org/officeDocument/2006/relationships/tags" Target="../tags/tag461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469.xml"/><Relationship Id="rId8" Type="http://schemas.openxmlformats.org/officeDocument/2006/relationships/tags" Target="../tags/tag468.xml"/><Relationship Id="rId7" Type="http://schemas.openxmlformats.org/officeDocument/2006/relationships/tags" Target="../tags/tag467.xml"/><Relationship Id="rId6" Type="http://schemas.openxmlformats.org/officeDocument/2006/relationships/tags" Target="../tags/tag466.xml"/><Relationship Id="rId5" Type="http://schemas.openxmlformats.org/officeDocument/2006/relationships/tags" Target="../tags/tag465.xml"/><Relationship Id="rId4" Type="http://schemas.openxmlformats.org/officeDocument/2006/relationships/tags" Target="../tags/tag464.xml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0" Type="http://schemas.openxmlformats.org/officeDocument/2006/relationships/tags" Target="../tags/tag470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478.xml"/><Relationship Id="rId8" Type="http://schemas.openxmlformats.org/officeDocument/2006/relationships/tags" Target="../tags/tag477.xml"/><Relationship Id="rId7" Type="http://schemas.openxmlformats.org/officeDocument/2006/relationships/tags" Target="../tags/tag476.xml"/><Relationship Id="rId6" Type="http://schemas.openxmlformats.org/officeDocument/2006/relationships/tags" Target="../tags/tag475.xml"/><Relationship Id="rId5" Type="http://schemas.openxmlformats.org/officeDocument/2006/relationships/tags" Target="../tags/tag474.xml"/><Relationship Id="rId4" Type="http://schemas.openxmlformats.org/officeDocument/2006/relationships/tags" Target="../tags/tag473.xml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486.xml"/><Relationship Id="rId8" Type="http://schemas.openxmlformats.org/officeDocument/2006/relationships/tags" Target="../tags/tag485.xml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1" Type="http://schemas.openxmlformats.org/officeDocument/2006/relationships/tags" Target="../tags/tag488.xml"/><Relationship Id="rId10" Type="http://schemas.openxmlformats.org/officeDocument/2006/relationships/tags" Target="../tags/tag487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496.xml"/><Relationship Id="rId8" Type="http://schemas.openxmlformats.org/officeDocument/2006/relationships/tags" Target="../tags/tag495.xml"/><Relationship Id="rId7" Type="http://schemas.openxmlformats.org/officeDocument/2006/relationships/tags" Target="../tags/tag494.xml"/><Relationship Id="rId6" Type="http://schemas.openxmlformats.org/officeDocument/2006/relationships/tags" Target="../tags/tag493.xml"/><Relationship Id="rId5" Type="http://schemas.openxmlformats.org/officeDocument/2006/relationships/tags" Target="../tags/tag492.xml"/><Relationship Id="rId4" Type="http://schemas.openxmlformats.org/officeDocument/2006/relationships/tags" Target="../tags/tag491.xml"/><Relationship Id="rId3" Type="http://schemas.openxmlformats.org/officeDocument/2006/relationships/tags" Target="../tags/tag490.xml"/><Relationship Id="rId2" Type="http://schemas.openxmlformats.org/officeDocument/2006/relationships/tags" Target="../tags/tag48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428513" y="419100"/>
            <a:ext cx="333288" cy="165100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>
            <p:custDataLst>
              <p:tags r:id="rId9"/>
            </p:custDataLst>
          </p:nvPr>
        </p:nvGrpSpPr>
        <p:grpSpPr>
          <a:xfrm>
            <a:off x="910988" y="4845050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10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11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12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13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14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15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16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17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18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19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20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21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22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23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24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25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26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27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28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29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30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>
            <p:custDataLst>
              <p:tags r:id="rId32"/>
            </p:custDataLst>
          </p:nvPr>
        </p:nvGrpSpPr>
        <p:grpSpPr>
          <a:xfrm>
            <a:off x="10219095" y="488763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33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34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35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36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37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38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39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40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41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42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44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45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46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47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48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49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50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51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52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53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54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55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56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57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58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59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60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61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62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63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64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669707" y="3182448"/>
            <a:ext cx="9435117" cy="1451463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汉仪旗黑Y4-8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66"/>
            </p:custDataLst>
          </p:nvPr>
        </p:nvSpPr>
        <p:spPr>
          <a:xfrm>
            <a:off x="669707" y="5315574"/>
            <a:ext cx="6456312" cy="503238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708" y="952508"/>
            <a:ext cx="10849411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-6348" y="-15240"/>
            <a:ext cx="12207870" cy="6892290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3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4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04433" y="2554514"/>
            <a:ext cx="4896453" cy="80874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汉仪旗黑Y4-8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304678" y="3425190"/>
            <a:ext cx="4896480" cy="157924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7252" y="952508"/>
            <a:ext cx="5281866" cy="5388907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756" y="952508"/>
            <a:ext cx="5281866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751" y="1406525"/>
            <a:ext cx="5281824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4126" y="952508"/>
            <a:ext cx="5281866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4126" y="1406525"/>
            <a:ext cx="5281866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56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7300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68382" y="952508"/>
            <a:ext cx="950736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751" y="952500"/>
            <a:ext cx="9825542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756" y="952508"/>
            <a:ext cx="10849411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428513" y="4191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428513" y="50165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428513" y="5842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910988" y="4672608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2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13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4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5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6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7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9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0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23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5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26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27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8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30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1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2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33"/>
            </p:custDataLst>
          </p:nvPr>
        </p:nvGrpSpPr>
        <p:grpSpPr>
          <a:xfrm>
            <a:off x="9958006" y="482599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3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3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4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4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4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4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4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4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5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5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5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5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5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5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5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5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6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6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6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6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6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6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6"/>
            </p:custDataLst>
          </p:nvPr>
        </p:nvSpPr>
        <p:spPr>
          <a:xfrm>
            <a:off x="761802" y="2050908"/>
            <a:ext cx="7001319" cy="1950414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495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Y4-8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67"/>
            </p:custDataLst>
          </p:nvPr>
        </p:nvSpPr>
        <p:spPr>
          <a:xfrm>
            <a:off x="761802" y="5172672"/>
            <a:ext cx="6454364" cy="543560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266" y="1249200"/>
            <a:ext cx="9623893" cy="723600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0779" y="2163600"/>
            <a:ext cx="9624093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204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>
            <p:custDataLst>
              <p:tags r:id="rId3"/>
            </p:custDataLst>
          </p:nvPr>
        </p:nvSpPr>
        <p:spPr>
          <a:xfrm rot="16200000">
            <a:off x="8567093" y="3243580"/>
            <a:ext cx="6882242" cy="3619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4"/>
            </p:custDataLst>
          </p:nvPr>
        </p:nvSpPr>
        <p:spPr>
          <a:xfrm rot="2955020">
            <a:off x="-241237" y="-112395"/>
            <a:ext cx="1013831" cy="7473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048" y="770400"/>
            <a:ext cx="3958969" cy="88200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647" y="1764000"/>
            <a:ext cx="395537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099872" y="769938"/>
            <a:ext cx="6478313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>
            <p:custDataLst>
              <p:tags r:id="rId3"/>
            </p:custDataLst>
          </p:nvPr>
        </p:nvSpPr>
        <p:spPr>
          <a:xfrm rot="2955020">
            <a:off x="-241470" y="-112084"/>
            <a:ext cx="1014111" cy="7471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4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1841" y="781200"/>
            <a:ext cx="10973542" cy="626400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1841" y="1659600"/>
            <a:ext cx="10973117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615" y="2808000"/>
            <a:ext cx="10962744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8882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643" y="669600"/>
            <a:ext cx="10973542" cy="565200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679" y="1681200"/>
            <a:ext cx="10987938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3845" y="5180400"/>
            <a:ext cx="10998735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任意多边形: 形状 21"/>
          <p:cNvSpPr/>
          <p:nvPr>
            <p:custDataLst>
              <p:tags r:id="rId9"/>
            </p:custDataLst>
          </p:nvPr>
        </p:nvSpPr>
        <p:spPr>
          <a:xfrm flipH="1" flipV="1">
            <a:off x="-6348" y="-15240"/>
            <a:ext cx="12207870" cy="493473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0"/>
            <a:ext cx="12188825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449" y="237600"/>
            <a:ext cx="11034726" cy="441964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449" y="1663200"/>
            <a:ext cx="5341009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0774" y="1663200"/>
            <a:ext cx="5366202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251" y="4816800"/>
            <a:ext cx="5341009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1572" y="4813200"/>
            <a:ext cx="5366202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-1270" y="959224"/>
            <a:ext cx="12188825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3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4"/>
            </p:custDataLst>
          </p:nvPr>
        </p:nvSpPr>
        <p:spPr>
          <a:xfrm flipH="1" flipV="1">
            <a:off x="-6348" y="-15240"/>
            <a:ext cx="12207870" cy="57404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403" y="1339200"/>
            <a:ext cx="9141619" cy="2386800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017" y="3862800"/>
            <a:ext cx="9141619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428513" y="419884"/>
            <a:ext cx="333288" cy="165057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 userDrawn="1">
            <p:custDataLst>
              <p:tags r:id="rId8"/>
            </p:custDataLst>
          </p:nvPr>
        </p:nvCxnSpPr>
        <p:spPr>
          <a:xfrm>
            <a:off x="7244861" y="6374633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 userDrawn="1">
            <p:custDataLst>
              <p:tags r:id="rId9"/>
            </p:custDataLst>
          </p:nvPr>
        </p:nvGrpSpPr>
        <p:grpSpPr>
          <a:xfrm>
            <a:off x="910988" y="4844681"/>
            <a:ext cx="1807689" cy="319799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10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11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12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13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14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15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16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17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18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19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20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21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22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23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24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25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26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27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28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29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30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 userDrawn="1">
            <p:custDataLst>
              <p:tags r:id="rId32"/>
            </p:custDataLst>
          </p:nvPr>
        </p:nvGrpSpPr>
        <p:grpSpPr>
          <a:xfrm>
            <a:off x="10219095" y="489529"/>
            <a:ext cx="1286332" cy="891150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33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34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35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36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37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38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39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40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41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42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44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45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46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47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48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49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50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51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52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53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54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55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56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57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58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59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60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61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62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63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64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669707" y="3182512"/>
            <a:ext cx="9435117" cy="1451085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汉仪旗黑Y4-8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66"/>
            </p:custDataLst>
          </p:nvPr>
        </p:nvSpPr>
        <p:spPr>
          <a:xfrm>
            <a:off x="669707" y="5315083"/>
            <a:ext cx="6456312" cy="503107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708" y="953153"/>
            <a:ext cx="10849411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-6348" y="-14343"/>
            <a:ext cx="12207870" cy="6890495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3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4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04433" y="2554742"/>
            <a:ext cx="4896453" cy="80853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汉仪旗黑Y4-8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304678" y="3425191"/>
            <a:ext cx="4896480" cy="1578834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756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7252" y="953153"/>
            <a:ext cx="5281866" cy="5387504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756" y="953153"/>
            <a:ext cx="5281866" cy="380904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751" y="1407052"/>
            <a:ext cx="5281824" cy="493346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4126" y="953153"/>
            <a:ext cx="5281866" cy="38090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4126" y="1407052"/>
            <a:ext cx="5281866" cy="493346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-6348" y="6184182"/>
            <a:ext cx="12207870" cy="69197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56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756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7300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68382" y="953153"/>
            <a:ext cx="950736" cy="5387504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751" y="953145"/>
            <a:ext cx="9825542" cy="5387504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756" y="953153"/>
            <a:ext cx="10849411" cy="538750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>
            <p:custDataLst>
              <p:tags r:id="rId6"/>
            </p:custDataLst>
          </p:nvPr>
        </p:nvCxnSpPr>
        <p:spPr>
          <a:xfrm>
            <a:off x="428513" y="419884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7"/>
            </p:custDataLst>
          </p:nvPr>
        </p:nvCxnSpPr>
        <p:spPr>
          <a:xfrm>
            <a:off x="428513" y="502412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8"/>
            </p:custDataLst>
          </p:nvPr>
        </p:nvCxnSpPr>
        <p:spPr>
          <a:xfrm>
            <a:off x="428513" y="584941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9"/>
            </p:custDataLst>
          </p:nvPr>
        </p:nvCxnSpPr>
        <p:spPr>
          <a:xfrm>
            <a:off x="7244861" y="6374633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 userDrawn="1">
            <p:custDataLst>
              <p:tags r:id="rId10"/>
            </p:custDataLst>
          </p:nvPr>
        </p:nvGrpSpPr>
        <p:grpSpPr>
          <a:xfrm>
            <a:off x="910988" y="4672284"/>
            <a:ext cx="1807689" cy="319799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2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13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4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5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6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7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9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0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23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5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26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27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8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30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1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2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 userDrawn="1">
            <p:custDataLst>
              <p:tags r:id="rId33"/>
            </p:custDataLst>
          </p:nvPr>
        </p:nvGrpSpPr>
        <p:grpSpPr>
          <a:xfrm>
            <a:off x="9958006" y="483366"/>
            <a:ext cx="1286332" cy="891150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3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3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4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4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4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4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4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4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5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5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5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5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5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5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5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5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6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6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6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6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6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6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6"/>
            </p:custDataLst>
          </p:nvPr>
        </p:nvSpPr>
        <p:spPr>
          <a:xfrm>
            <a:off x="761802" y="2051267"/>
            <a:ext cx="7001319" cy="1949906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500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Y4-8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67"/>
            </p:custDataLst>
          </p:nvPr>
        </p:nvSpPr>
        <p:spPr>
          <a:xfrm>
            <a:off x="761802" y="5172218"/>
            <a:ext cx="6454364" cy="543418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1281266" y="1249768"/>
            <a:ext cx="9623893" cy="723412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4"/>
            </p:custDataLst>
          </p:nvPr>
        </p:nvSpPr>
        <p:spPr>
          <a:xfrm>
            <a:off x="1280779" y="2163930"/>
            <a:ext cx="9624093" cy="3444303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4822204" cy="686446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3"/>
            </p:custDataLst>
          </p:nvPr>
        </p:nvSpPr>
        <p:spPr>
          <a:xfrm rot="16200000">
            <a:off x="8567093" y="3243628"/>
            <a:ext cx="6882242" cy="36185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 userDrawn="1">
            <p:custDataLst>
              <p:tags r:id="rId4"/>
            </p:custDataLst>
          </p:nvPr>
        </p:nvSpPr>
        <p:spPr>
          <a:xfrm rot="2955020">
            <a:off x="-241237" y="-111473"/>
            <a:ext cx="1013831" cy="74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048" y="771092"/>
            <a:ext cx="3958969" cy="88177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647" y="1764434"/>
            <a:ext cx="3955370" cy="4092134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099872" y="770630"/>
            <a:ext cx="6478313" cy="508661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266330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 userDrawn="1">
            <p:custDataLst>
              <p:tags r:id="rId3"/>
            </p:custDataLst>
          </p:nvPr>
        </p:nvSpPr>
        <p:spPr>
          <a:xfrm rot="2955020">
            <a:off x="-241470" y="-111162"/>
            <a:ext cx="1014111" cy="74697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4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11841" y="781890"/>
            <a:ext cx="10973542" cy="626237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9"/>
            </p:custDataLst>
          </p:nvPr>
        </p:nvSpPr>
        <p:spPr>
          <a:xfrm>
            <a:off x="611841" y="1660061"/>
            <a:ext cx="10973117" cy="827784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0"/>
            </p:custDataLst>
          </p:nvPr>
        </p:nvSpPr>
        <p:spPr>
          <a:xfrm>
            <a:off x="612615" y="2808162"/>
            <a:ext cx="10962744" cy="342990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8784"/>
            <a:ext cx="12188825" cy="182832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643" y="670319"/>
            <a:ext cx="10973542" cy="565053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679" y="1681655"/>
            <a:ext cx="10987938" cy="3210364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3845" y="5179944"/>
            <a:ext cx="10998735" cy="10113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任意多边形: 形状 21"/>
          <p:cNvSpPr/>
          <p:nvPr userDrawn="1">
            <p:custDataLst>
              <p:tags r:id="rId9"/>
            </p:custDataLst>
          </p:nvPr>
        </p:nvSpPr>
        <p:spPr>
          <a:xfrm flipH="1" flipV="1">
            <a:off x="-6348" y="-14343"/>
            <a:ext cx="12207870" cy="493344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893"/>
            <a:ext cx="12188825" cy="91416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449" y="238431"/>
            <a:ext cx="11034726" cy="441849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449" y="1663660"/>
            <a:ext cx="5341009" cy="2893646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0774" y="1663660"/>
            <a:ext cx="5366202" cy="2893646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251" y="4816439"/>
            <a:ext cx="5341009" cy="78099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1572" y="4812840"/>
            <a:ext cx="5366202" cy="78099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-1270" y="959867"/>
            <a:ext cx="12188825" cy="49382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3"/>
            </p:custDataLst>
          </p:nvPr>
        </p:nvSpPr>
        <p:spPr>
          <a:xfrm>
            <a:off x="-6348" y="6184182"/>
            <a:ext cx="12207870" cy="69197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4"/>
            </p:custDataLst>
          </p:nvPr>
        </p:nvSpPr>
        <p:spPr>
          <a:xfrm flipH="1" flipV="1">
            <a:off x="-6348" y="-14343"/>
            <a:ext cx="12207870" cy="573891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403" y="1339744"/>
            <a:ext cx="9141619" cy="2386178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017" y="3862687"/>
            <a:ext cx="9141619" cy="1655569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tags" Target="../tags/tag251.xml"/><Relationship Id="rId25" Type="http://schemas.openxmlformats.org/officeDocument/2006/relationships/tags" Target="../tags/tag250.xml"/><Relationship Id="rId24" Type="http://schemas.openxmlformats.org/officeDocument/2006/relationships/tags" Target="../tags/tag249.xml"/><Relationship Id="rId23" Type="http://schemas.openxmlformats.org/officeDocument/2006/relationships/tags" Target="../tags/tag248.xml"/><Relationship Id="rId22" Type="http://schemas.openxmlformats.org/officeDocument/2006/relationships/tags" Target="../tags/tag247.xml"/><Relationship Id="rId21" Type="http://schemas.openxmlformats.org/officeDocument/2006/relationships/tags" Target="../tags/tag246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5" Type="http://schemas.openxmlformats.org/officeDocument/2006/relationships/theme" Target="../theme/theme2.xml"/><Relationship Id="rId24" Type="http://schemas.openxmlformats.org/officeDocument/2006/relationships/tags" Target="../tags/tag502.xml"/><Relationship Id="rId23" Type="http://schemas.openxmlformats.org/officeDocument/2006/relationships/tags" Target="../tags/tag501.xml"/><Relationship Id="rId22" Type="http://schemas.openxmlformats.org/officeDocument/2006/relationships/tags" Target="../tags/tag500.xml"/><Relationship Id="rId21" Type="http://schemas.openxmlformats.org/officeDocument/2006/relationships/tags" Target="../tags/tag499.xml"/><Relationship Id="rId20" Type="http://schemas.openxmlformats.org/officeDocument/2006/relationships/tags" Target="../tags/tag498.xml"/><Relationship Id="rId2" Type="http://schemas.openxmlformats.org/officeDocument/2006/relationships/slideLayout" Target="../slideLayouts/slideLayout22.xml"/><Relationship Id="rId19" Type="http://schemas.openxmlformats.org/officeDocument/2006/relationships/tags" Target="../tags/tag497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708" y="443230"/>
            <a:ext cx="10849411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708" y="952508"/>
            <a:ext cx="10849411" cy="5388907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513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4928" y="6349833"/>
            <a:ext cx="395896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08358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090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708" y="444008"/>
            <a:ext cx="10849411" cy="441849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708" y="953153"/>
            <a:ext cx="10849411" cy="538750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513" y="6349072"/>
            <a:ext cx="2699297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4928" y="6349072"/>
            <a:ext cx="3958969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08358" y="6349072"/>
            <a:ext cx="2699297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93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17.xml"/><Relationship Id="rId2" Type="http://schemas.openxmlformats.org/officeDocument/2006/relationships/image" Target="../media/image3.png"/><Relationship Id="rId1" Type="http://schemas.openxmlformats.org/officeDocument/2006/relationships/tags" Target="../tags/tag5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20.xml"/><Relationship Id="rId2" Type="http://schemas.openxmlformats.org/officeDocument/2006/relationships/image" Target="../media/image4.png"/><Relationship Id="rId1" Type="http://schemas.openxmlformats.org/officeDocument/2006/relationships/tags" Target="../tags/tag5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5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6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7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0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1.xml"/><Relationship Id="rId3" Type="http://schemas.openxmlformats.org/officeDocument/2006/relationships/themeOverride" Target="../theme/themeOverride1.xml"/><Relationship Id="rId2" Type="http://schemas.openxmlformats.org/officeDocument/2006/relationships/tags" Target="../tags/tag532.xml"/><Relationship Id="rId1" Type="http://schemas.openxmlformats.org/officeDocument/2006/relationships/tags" Target="../tags/tag5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9925" y="3182620"/>
            <a:ext cx="10711180" cy="1451610"/>
          </a:xfrm>
        </p:spPr>
        <p:txBody>
          <a:bodyPr rtlCol="0">
            <a:normAutofit fontScale="90000"/>
          </a:bodyPr>
          <a:lstStyle/>
          <a:p>
            <a:pPr rtl="0"/>
            <a:r>
              <a:rPr sz="6600" cap="none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OpenCV计算机视觉基础教程</a:t>
            </a:r>
            <a:endParaRPr sz="6600" cap="none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342130" y="4653280"/>
            <a:ext cx="3504565" cy="503555"/>
          </a:xfrm>
        </p:spPr>
        <p:txBody>
          <a:bodyPr rtlCol="0">
            <a:normAutofit fontScale="70000"/>
          </a:bodyPr>
          <a:lstStyle/>
          <a:p>
            <a:pPr algn="ctr" rtl="0"/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Python</a:t>
            </a:r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版 慕课版</a:t>
            </a:r>
            <a:endParaRPr lang="zh-CN" altLang="en-US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7318375" y="5876925"/>
            <a:ext cx="3504565" cy="50355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70000"/>
          </a:bodyPr>
          <a:lstStyle>
            <a:lvl1pPr marL="0" indent="0" algn="di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u="none" strike="noStrike" kern="1200" cap="none" spc="1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5995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67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39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主讲教师：</a:t>
            </a:r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***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3780" y="4265930"/>
            <a:ext cx="51441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indent="0">
              <a:buNone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OpenCV</a:t>
            </a:r>
            <a:r>
              <a:rPr>
                <a:solidFill>
                  <a:schemeClr val="bg1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Open Source Computer Vision Library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>
        <p14:prism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章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本章主要内容：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简介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配置开发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环境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使用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文档和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>
        <p14:prism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1.1 OpenCV</a:t>
            </a:r>
            <a:r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本节主要</a:t>
            </a:r>
            <a:r>
              <a:rPr lang="zh-CN" altLang="en-US"/>
              <a:t>内容：</a:t>
            </a:r>
            <a:endParaRPr lang="zh-CN" altLang="en-US"/>
          </a:p>
          <a:p>
            <a:pPr lvl="1"/>
            <a:r>
              <a:rPr lang="en-US" altLang="zh-CN"/>
              <a:t>OpenCV</a:t>
            </a:r>
            <a:r>
              <a:t>主要功能及模块</a:t>
            </a:r>
            <a:r>
              <a:t>介绍</a:t>
            </a:r>
          </a:p>
          <a:p>
            <a:pPr lvl="1"/>
            <a:r>
              <a:rPr lang="en-US" altLang="zh-CN"/>
              <a:t>OpenCV</a:t>
            </a:r>
            <a:r>
              <a:t>的</a:t>
            </a:r>
            <a:r>
              <a:t>版本</a:t>
            </a:r>
          </a:p>
          <a:p>
            <a:pPr lvl="1"/>
            <a:r>
              <a:rPr lang="en-US" altLang="zh-CN"/>
              <a:t>OpenCV-</a:t>
            </a:r>
            <a:r>
              <a:rPr lang="en-US" altLang="zh-CN"/>
              <a:t>Python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1.1.1 OpenCV</a:t>
            </a:r>
            <a:r>
              <a:rPr>
                <a:sym typeface="+mn-ea"/>
              </a:rPr>
              <a:t>主要功能及模块介绍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2000"/>
              <a:t>1</a:t>
            </a:r>
            <a:r>
              <a:rPr sz="2000"/>
              <a:t>、</a:t>
            </a:r>
            <a:r>
              <a:rPr lang="zh-CN" altLang="en-US" sz="2000"/>
              <a:t>内置数据结构和输入/输出</a:t>
            </a:r>
            <a:endParaRPr lang="zh-CN" altLang="en-US" sz="2000"/>
          </a:p>
          <a:p>
            <a:r>
              <a:rPr lang="zh-CN" altLang="en-US" sz="2000"/>
              <a:t>OpenCV内置了丰富的与图像处理有关的数据结构，如Image、Point、Rectangle等。</a:t>
            </a:r>
            <a:endParaRPr lang="zh-CN" altLang="en-US" sz="2000"/>
          </a:p>
          <a:p>
            <a:r>
              <a:rPr lang="zh-CN" altLang="en-US" sz="2000"/>
              <a:t>core模块实现了各种基本的数据结构。</a:t>
            </a:r>
            <a:endParaRPr lang="zh-CN" altLang="en-US" sz="2000"/>
          </a:p>
          <a:p>
            <a:r>
              <a:rPr lang="zh-CN" altLang="en-US" sz="2000"/>
              <a:t>imgcodecs模块提供了图像文件的读写功能，用户使用简单的命令即可读写图像文件。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2</a:t>
            </a:r>
            <a:r>
              <a:rPr sz="2000"/>
              <a:t>、</a:t>
            </a:r>
            <a:r>
              <a:rPr lang="zh-CN" altLang="en-US" sz="2000"/>
              <a:t>图像处理操作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imgproc模块提供了图像处理操作，如图像过滤、几何图像变换、绘图、色彩空间转换、直方图等。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3</a:t>
            </a:r>
            <a:r>
              <a:rPr sz="2000"/>
              <a:t>、</a:t>
            </a:r>
            <a:r>
              <a:rPr lang="zh-CN" altLang="en-US" sz="2000"/>
              <a:t>图形用户界面操作。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highgui模块提供了图像的图形窗口操作功能，如创建窗口显示图像或者视频、令窗口响应键盘和鼠标事件、操作窗口中图像的某个区域等。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1.1.1 OpenCV</a:t>
            </a:r>
            <a:r>
              <a:rPr>
                <a:sym typeface="+mn-ea"/>
              </a:rPr>
              <a:t>主要功能及模块介绍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000"/>
              <a:t>4</a:t>
            </a:r>
            <a:r>
              <a:rPr sz="2000"/>
              <a:t>、视频分析。</a:t>
            </a:r>
            <a:endParaRPr sz="2000"/>
          </a:p>
          <a:p>
            <a:pPr marL="0" indent="0">
              <a:buNone/>
            </a:pPr>
            <a:r>
              <a:rPr sz="2000"/>
              <a:t>video模块提供了视频分析功能，如分析视频中连续帧之间的运动、跟踪视频中的目标。videostab模块提供了视频稳定处理功能，可解决拍摄视频时的抖动问题。optflow模块提供了与光流操作相关的算法。</a:t>
            </a:r>
            <a:endParaRPr sz="2000"/>
          </a:p>
          <a:p>
            <a:pPr marL="0" indent="0">
              <a:buNone/>
            </a:pPr>
            <a:r>
              <a:rPr lang="en-US" altLang="zh-CN" sz="2000"/>
              <a:t>5</a:t>
            </a:r>
            <a:r>
              <a:rPr sz="2000"/>
              <a:t>、3D重建。</a:t>
            </a:r>
            <a:endParaRPr sz="2000"/>
          </a:p>
          <a:p>
            <a:pPr marL="0" indent="0">
              <a:buNone/>
            </a:pPr>
            <a:r>
              <a:rPr sz="2000"/>
              <a:t>calib3d模块提供了3D重建功能，可根据2D图像创建3D场景。</a:t>
            </a:r>
            <a:endParaRPr sz="2000"/>
          </a:p>
          <a:p>
            <a:pPr marL="0" indent="0">
              <a:buNone/>
            </a:pPr>
            <a:r>
              <a:rPr lang="en-US" altLang="zh-CN" sz="2000"/>
              <a:t>6</a:t>
            </a:r>
            <a:r>
              <a:rPr sz="2000"/>
              <a:t>、特征提取。</a:t>
            </a:r>
            <a:endParaRPr sz="2000"/>
          </a:p>
          <a:p>
            <a:pPr marL="0" indent="0">
              <a:buNone/>
            </a:pPr>
            <a:r>
              <a:rPr sz="2000"/>
              <a:t>features2d模块提供了特征提取功能，可以从2D图像中检测和提取对象的特征。</a:t>
            </a:r>
            <a:endParaRPr sz="2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1.1.1 OpenCV</a:t>
            </a:r>
            <a:r>
              <a:rPr>
                <a:sym typeface="+mn-ea"/>
              </a:rPr>
              <a:t>主要功能及模块介绍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000"/>
              <a:t>7</a:t>
            </a:r>
            <a:r>
              <a:rPr sz="2000"/>
              <a:t>、对象检测。</a:t>
            </a:r>
            <a:endParaRPr sz="2000"/>
          </a:p>
          <a:p>
            <a:pPr marL="0" indent="0">
              <a:buNone/>
            </a:pPr>
            <a:r>
              <a:rPr sz="2000"/>
              <a:t>objdetect和xobjdetect模块提供了对象检测功能，可在图像中检测给定图像的位置。</a:t>
            </a:r>
            <a:endParaRPr sz="2000"/>
          </a:p>
          <a:p>
            <a:pPr marL="0" indent="0">
              <a:buNone/>
            </a:pPr>
            <a:r>
              <a:rPr lang="en-US" altLang="zh-CN" sz="2000"/>
              <a:t>8</a:t>
            </a:r>
            <a:r>
              <a:rPr sz="2000"/>
              <a:t>、机器学习。</a:t>
            </a:r>
            <a:endParaRPr sz="2000"/>
          </a:p>
          <a:p>
            <a:pPr marL="0" indent="0">
              <a:buNone/>
            </a:pPr>
            <a:r>
              <a:rPr sz="2000"/>
              <a:t>ml模块提供了机器学习功能，包含了多种机器学习算法，如k近邻（k-Nearest Neighbors，kNN）、k均值聚类（k-Means Clustering）、支持向量机（Support Vector Machines，SVM）、神经网络（Neural Network）等。机器学习算法广泛应用于目标识别、图像分类、人脸检测、视觉搜索等。</a:t>
            </a:r>
            <a:endParaRPr sz="2000"/>
          </a:p>
          <a:p>
            <a:pPr marL="0" indent="0">
              <a:buNone/>
            </a:pPr>
            <a:r>
              <a:rPr lang="en-US" altLang="zh-CN" sz="2000"/>
              <a:t>9</a:t>
            </a:r>
            <a:r>
              <a:rPr sz="2000"/>
              <a:t>、深度学习。</a:t>
            </a:r>
            <a:endParaRPr sz="2000"/>
          </a:p>
          <a:p>
            <a:pPr marL="0" indent="0">
              <a:buNone/>
            </a:pPr>
            <a:r>
              <a:rPr sz="2000"/>
              <a:t>深度神经网络（Deep Neural Network，DNN）模块提供了深度学习功能。深度学习是机器学习中近几年来快速发展的一个子领域，广泛应用于语音识别、图像识别、自然语言处理、图像修复、人脸识别等。OpenCV的深度学习支持Caffe、TensorFlow、Torch、Darknet等著名的深度学习框架。</a:t>
            </a:r>
            <a:endParaRPr sz="2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1.1.1 OpenCV</a:t>
            </a:r>
            <a:r>
              <a:rPr>
                <a:sym typeface="+mn-ea"/>
              </a:rPr>
              <a:t>主要功能及模块介绍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zh-CN" sz="2000"/>
              <a:t>10</a:t>
            </a:r>
            <a:r>
              <a:rPr sz="2000"/>
              <a:t>、计算摄影。</a:t>
            </a:r>
            <a:endParaRPr sz="2000"/>
          </a:p>
          <a:p>
            <a:pPr marL="0" indent="0">
              <a:buNone/>
            </a:pPr>
            <a:r>
              <a:rPr sz="2000"/>
              <a:t>计算摄影通过图像处理技术来改善相机拍摄的图像，如高动态范围成像、全景图像、图像补光等。photo和xphoto模块提供了与计算摄影有关的算法，stitching模块提供了全景图像算法。</a:t>
            </a:r>
            <a:endParaRPr sz="2000"/>
          </a:p>
          <a:p>
            <a:pPr marL="0" indent="0">
              <a:buNone/>
            </a:pPr>
            <a:r>
              <a:rPr lang="en-US" altLang="zh-CN" sz="2000"/>
              <a:t>11</a:t>
            </a:r>
            <a:r>
              <a:rPr sz="2000"/>
              <a:t>、形态分析。</a:t>
            </a:r>
            <a:endParaRPr sz="2000"/>
          </a:p>
          <a:p>
            <a:pPr marL="0" indent="0">
              <a:buNone/>
            </a:pPr>
            <a:r>
              <a:rPr sz="2000"/>
              <a:t>shape模块提供了形态分析功能，可以识别图像中对象的形状、分析形状之间的相似性、转换对象形状等。</a:t>
            </a:r>
            <a:endParaRPr sz="2000"/>
          </a:p>
          <a:p>
            <a:pPr marL="0" indent="0">
              <a:buNone/>
            </a:pPr>
            <a:r>
              <a:rPr lang="en-US" altLang="zh-CN" sz="2000"/>
              <a:t>12</a:t>
            </a:r>
            <a:r>
              <a:rPr sz="2000"/>
              <a:t>、人脸检测和识别。</a:t>
            </a:r>
            <a:endParaRPr sz="2000"/>
          </a:p>
          <a:p>
            <a:pPr marL="0" indent="0">
              <a:buNone/>
            </a:pPr>
            <a:r>
              <a:rPr sz="2000"/>
              <a:t>OpenCV已在face模块中实现了人脸检测、人脸特征检测和人脸识别功能。人脸检测属于对象检测，用于找出图像中人脸的位置和尺寸。人脸特征检测属于特征检测，用于找出图像中人脸的主要特征。人脸识别属于对象识别，包括从已知人脸集合中找出与未知人脸最匹配的人脸，以及验证给定人脸是否为某个已知人脸。OpenCV实现了基于Haar级联分类器和基于深度学习的人脸检测算法，以及EigenFaces、FisherFaces和局部二进制编码直方图（Local Binary Patterns Histograms，LBPH）等人脸识别算法。</a:t>
            </a:r>
            <a:endParaRPr sz="2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1.1.1 OpenCV</a:t>
            </a:r>
            <a:r>
              <a:rPr>
                <a:sym typeface="+mn-ea"/>
              </a:rPr>
              <a:t>主要功能及模块介绍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 sz="2000"/>
              <a:t>13</a:t>
            </a:r>
            <a:r>
              <a:rPr sz="2000"/>
              <a:t>、表面匹配。</a:t>
            </a:r>
            <a:endParaRPr sz="2000"/>
          </a:p>
          <a:p>
            <a:pPr marL="0" indent="0">
              <a:buNone/>
            </a:pPr>
            <a:r>
              <a:rPr sz="2000"/>
              <a:t>surface_matching模块提供了3D对象识别算法和3D特征的姿态估计算法，用于根据图像的深度和强度信息识别3D对象。</a:t>
            </a:r>
            <a:endParaRPr sz="2000"/>
          </a:p>
          <a:p>
            <a:pPr marL="0" indent="0">
              <a:buNone/>
            </a:pPr>
            <a:r>
              <a:rPr lang="en-US" altLang="zh-CN" sz="2000"/>
              <a:t>14</a:t>
            </a:r>
            <a:r>
              <a:rPr sz="2000"/>
              <a:t>、文本检测和识别。</a:t>
            </a:r>
            <a:endParaRPr sz="2000"/>
          </a:p>
          <a:p>
            <a:pPr marL="0" indent="0">
              <a:buNone/>
            </a:pPr>
            <a:r>
              <a:rPr sz="2000"/>
              <a:t>text模块提供了文本检测和识别功能，用于识别和检测图像中的文本，实现车牌识别、道路标志识别、内容数字化等相关应用。</a:t>
            </a:r>
            <a:endParaRPr sz="2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1.1.2 OpenCV</a:t>
            </a:r>
            <a:r>
              <a:rPr>
                <a:sym typeface="+mn-ea"/>
              </a:rPr>
              <a:t>的版本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 rot="20760000">
            <a:off x="1054100" y="2772410"/>
            <a:ext cx="10080625" cy="28829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723708" y="3789045"/>
            <a:ext cx="346710" cy="3467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92873" y="4282440"/>
            <a:ext cx="1008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1999</a:t>
            </a:r>
            <a:r>
              <a:rPr lang="zh-CN" altLang="en-US"/>
              <a:t>年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09955" y="3068955"/>
            <a:ext cx="1974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Intel</a:t>
            </a:r>
            <a:r>
              <a:rPr lang="zh-CN" altLang="en-US"/>
              <a:t>创建</a:t>
            </a:r>
            <a:endParaRPr lang="zh-CN" altLang="en-US"/>
          </a:p>
          <a:p>
            <a:pPr algn="ctr"/>
            <a:r>
              <a:rPr lang="en-US" altLang="zh-CN"/>
              <a:t>OpenCV</a:t>
            </a:r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112453" y="3439795"/>
            <a:ext cx="346710" cy="3467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511425" y="3933190"/>
            <a:ext cx="1549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07615" y="2996565"/>
            <a:ext cx="1557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OpenCV 1.0</a:t>
            </a:r>
            <a:endParaRPr lang="en-US"/>
          </a:p>
        </p:txBody>
      </p:sp>
      <p:sp>
        <p:nvSpPr>
          <p:cNvPr id="13" name="椭圆 12"/>
          <p:cNvSpPr/>
          <p:nvPr/>
        </p:nvSpPr>
        <p:spPr>
          <a:xfrm>
            <a:off x="4408488" y="3079750"/>
            <a:ext cx="346710" cy="3467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815080" y="3573145"/>
            <a:ext cx="1534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2009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803650" y="2636520"/>
            <a:ext cx="1557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OpenCV 2.0</a:t>
            </a:r>
            <a:endParaRPr lang="en-US"/>
          </a:p>
        </p:txBody>
      </p:sp>
      <p:sp>
        <p:nvSpPr>
          <p:cNvPr id="16" name="椭圆 15"/>
          <p:cNvSpPr/>
          <p:nvPr/>
        </p:nvSpPr>
        <p:spPr>
          <a:xfrm>
            <a:off x="5764213" y="2758440"/>
            <a:ext cx="346710" cy="3467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163185" y="3251835"/>
            <a:ext cx="1549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6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159375" y="2323465"/>
            <a:ext cx="1557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OpenCV 3.0</a:t>
            </a:r>
            <a:endParaRPr lang="en-US"/>
          </a:p>
        </p:txBody>
      </p:sp>
      <p:sp>
        <p:nvSpPr>
          <p:cNvPr id="19" name="椭圆 18"/>
          <p:cNvSpPr/>
          <p:nvPr/>
        </p:nvSpPr>
        <p:spPr>
          <a:xfrm>
            <a:off x="7060248" y="2429510"/>
            <a:ext cx="346710" cy="3467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466840" y="2891790"/>
            <a:ext cx="1534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11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455410" y="1955165"/>
            <a:ext cx="1557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OpenCV 4.0</a:t>
            </a:r>
            <a:endParaRPr lang="en-US"/>
          </a:p>
        </p:txBody>
      </p:sp>
      <p:sp>
        <p:nvSpPr>
          <p:cNvPr id="22" name="椭圆 21"/>
          <p:cNvSpPr/>
          <p:nvPr/>
        </p:nvSpPr>
        <p:spPr>
          <a:xfrm>
            <a:off x="8715693" y="2047240"/>
            <a:ext cx="346710" cy="3467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114665" y="2540635"/>
            <a:ext cx="1549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2020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958455" y="1604010"/>
            <a:ext cx="1861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OpenCV 4.5.0</a:t>
            </a:r>
            <a:endParaRPr lang="en-US"/>
          </a:p>
        </p:txBody>
      </p:sp>
      <p:sp>
        <p:nvSpPr>
          <p:cNvPr id="25" name="椭圆 24"/>
          <p:cNvSpPr/>
          <p:nvPr/>
        </p:nvSpPr>
        <p:spPr>
          <a:xfrm>
            <a:off x="10011728" y="1687195"/>
            <a:ext cx="346710" cy="3467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418320" y="2180590"/>
            <a:ext cx="1534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2021</a:t>
            </a:r>
            <a:r>
              <a:rPr lang="zh-CN" altLang="en-US"/>
              <a:t>年</a:t>
            </a:r>
            <a:r>
              <a:rPr lang="en-US" altLang="zh-CN"/>
              <a:t>4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182735" y="1243965"/>
            <a:ext cx="2005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OpenCV 4.5.2</a:t>
            </a:r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1" grpId="0"/>
      <p:bldP spid="10" grpId="1" animBg="1"/>
      <p:bldP spid="12" grpId="1"/>
      <p:bldP spid="11" grpId="1"/>
      <p:bldP spid="15" grpId="0"/>
      <p:bldP spid="13" grpId="0" animBg="1"/>
      <p:bldP spid="14" grpId="0"/>
      <p:bldP spid="15" grpId="1"/>
      <p:bldP spid="13" grpId="1" animBg="1"/>
      <p:bldP spid="14" grpId="1"/>
      <p:bldP spid="18" grpId="0"/>
      <p:bldP spid="16" grpId="0" animBg="1"/>
      <p:bldP spid="17" grpId="0"/>
      <p:bldP spid="18" grpId="1"/>
      <p:bldP spid="16" grpId="1" animBg="1"/>
      <p:bldP spid="17" grpId="1"/>
      <p:bldP spid="21" grpId="0"/>
      <p:bldP spid="19" grpId="0" animBg="1"/>
      <p:bldP spid="20" grpId="0"/>
      <p:bldP spid="21" grpId="1"/>
      <p:bldP spid="19" grpId="1" animBg="1"/>
      <p:bldP spid="20" grpId="1"/>
      <p:bldP spid="24" grpId="0"/>
      <p:bldP spid="22" grpId="0" animBg="1"/>
      <p:bldP spid="23" grpId="0"/>
      <p:bldP spid="24" grpId="1"/>
      <p:bldP spid="22" grpId="1" animBg="1"/>
      <p:bldP spid="23" grpId="1"/>
      <p:bldP spid="27" grpId="0"/>
      <p:bldP spid="25" grpId="0" animBg="1"/>
      <p:bldP spid="26" grpId="0"/>
      <p:bldP spid="27" grpId="1"/>
      <p:bldP spid="25" grpId="1" animBg="1"/>
      <p:bldP spid="2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1.1.2 OpenCV</a:t>
            </a:r>
            <a:r>
              <a:t>的</a:t>
            </a:r>
            <a:r>
              <a:t>版本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1999年</a:t>
            </a:r>
            <a:r>
              <a:rPr lang="en-US" altLang="zh-CN"/>
              <a:t>,加里·布拉德斯基</a:t>
            </a:r>
            <a:r>
              <a:t>在</a:t>
            </a:r>
            <a:r>
              <a:rPr lang="en-US" altLang="zh-CN"/>
              <a:t>Intel</a:t>
            </a:r>
            <a:r>
              <a:t>公司</a:t>
            </a:r>
            <a:r>
              <a:rPr lang="zh-CN" altLang="en-US"/>
              <a:t>创建了计算机视觉库（Computer Vision Library，</a:t>
            </a:r>
            <a:r>
              <a:rPr lang="en-US" altLang="zh-CN"/>
              <a:t>CVL</a:t>
            </a:r>
            <a:r>
              <a:rPr lang="zh-CN" altLang="en-US"/>
              <a:t>）项目，项目旨在提供通用的计算机视觉接口，接口用</a:t>
            </a:r>
            <a:r>
              <a:rPr lang="en-US" altLang="zh-CN"/>
              <a:t>C++</a:t>
            </a:r>
            <a:r>
              <a:t>语言实现，</a:t>
            </a:r>
            <a:r>
              <a:t>以开源方式发布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2006年10月，OpenCV 1.0版本正式发布。</a:t>
            </a:r>
            <a:endParaRPr lang="zh-CN" altLang="en-US"/>
          </a:p>
          <a:p>
            <a:r>
              <a:rPr lang="zh-CN" altLang="en-US"/>
              <a:t>OpenCV 1.0的主要更新包括：</a:t>
            </a:r>
            <a:endParaRPr lang="zh-CN" altLang="en-US"/>
          </a:p>
          <a:p>
            <a:pPr lvl="1"/>
            <a:r>
              <a:rPr lang="zh-CN" altLang="en-US"/>
              <a:t>在Windows安装软件包中添加了预编译的Python模块；</a:t>
            </a:r>
            <a:endParaRPr lang="zh-CN" altLang="en-US"/>
          </a:p>
          <a:p>
            <a:pPr lvl="1"/>
            <a:r>
              <a:rPr lang="zh-CN" altLang="en-US"/>
              <a:t>增加了Borland C++（v5.6+）生成文件；</a:t>
            </a:r>
            <a:endParaRPr lang="zh-CN" altLang="en-US"/>
          </a:p>
          <a:p>
            <a:pPr lvl="1"/>
            <a:r>
              <a:rPr lang="zh-CN" altLang="en-US"/>
              <a:t>增加了图像修复功能；</a:t>
            </a:r>
            <a:endParaRPr lang="zh-CN" altLang="en-US"/>
          </a:p>
          <a:p>
            <a:pPr lvl="1"/>
            <a:r>
              <a:rPr lang="zh-CN" altLang="en-US"/>
              <a:t>添加了增强的树分类器；</a:t>
            </a:r>
            <a:endParaRPr lang="zh-CN" altLang="en-US"/>
          </a:p>
          <a:p>
            <a:pPr lvl="1"/>
            <a:r>
              <a:rPr lang="zh-CN" altLang="en-US"/>
              <a:t>在highgui模块中增加了对JPEG2000和EXR的支持；</a:t>
            </a:r>
            <a:endParaRPr lang="zh-CN" altLang="en-US"/>
          </a:p>
          <a:p>
            <a:pPr lvl="1"/>
            <a:r>
              <a:rPr lang="zh-CN" altLang="en-US"/>
              <a:t>增加了PNG、JPEG2000和OpenEXR的8位图像输入/输出；</a:t>
            </a:r>
            <a:endParaRPr lang="zh-CN" altLang="en-US"/>
          </a:p>
          <a:p>
            <a:pPr lvl="1"/>
            <a:r>
              <a:rPr lang="zh-CN" altLang="en-US"/>
              <a:t>更新了CMUcamera包装器。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1.1.2 OpenCV</a:t>
            </a:r>
            <a:r>
              <a:rPr>
                <a:sym typeface="+mn-ea"/>
              </a:rPr>
              <a:t>的版本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2009年9月，OpenCV 2.0版本发布。</a:t>
            </a:r>
            <a:endParaRPr lang="zh-CN" altLang="en-US"/>
          </a:p>
          <a:p>
            <a:r>
              <a:rPr lang="zh-CN" altLang="en-US"/>
              <a:t>OpenCV 2.0的主要更新包括：</a:t>
            </a:r>
            <a:endParaRPr lang="zh-CN" altLang="en-US"/>
          </a:p>
          <a:p>
            <a:pPr lvl="1"/>
            <a:r>
              <a:rPr lang="zh-CN" altLang="en-US"/>
              <a:t>修复了Windows安装包；</a:t>
            </a:r>
            <a:endParaRPr lang="zh-CN" altLang="en-US"/>
          </a:p>
          <a:p>
            <a:pPr lvl="1"/>
            <a:r>
              <a:rPr lang="zh-CN" altLang="en-US"/>
              <a:t>将MinGW用于预编译的二进制文件；</a:t>
            </a:r>
            <a:endParaRPr lang="zh-CN" altLang="en-US"/>
          </a:p>
          <a:p>
            <a:pPr lvl="1"/>
            <a:r>
              <a:rPr lang="zh-CN" altLang="en-US"/>
              <a:t>增加了新的Python接口。</a:t>
            </a:r>
            <a:endParaRPr lang="zh-CN" altLang="en-US"/>
          </a:p>
          <a:p>
            <a:r>
              <a:rPr lang="zh-CN" altLang="en-US"/>
              <a:t>2015年6月，OpenCV 3.0版本发布。</a:t>
            </a:r>
            <a:endParaRPr lang="zh-CN" altLang="en-US"/>
          </a:p>
          <a:p>
            <a:r>
              <a:rPr lang="zh-CN" altLang="en-US"/>
              <a:t>OpenCV 3.x版本不再向后兼容OpenCV 2.x版本。</a:t>
            </a:r>
            <a:endParaRPr lang="zh-CN" altLang="en-US"/>
          </a:p>
          <a:p>
            <a:r>
              <a:rPr lang="zh-CN" altLang="en-US"/>
              <a:t>OpenCV 3.0的主要更新包括：</a:t>
            </a:r>
            <a:endParaRPr lang="zh-CN" altLang="en-US"/>
          </a:p>
          <a:p>
            <a:pPr lvl="1"/>
            <a:r>
              <a:rPr lang="zh-CN" altLang="en-US"/>
              <a:t>修复了包括文档、生成脚本、Python包装器、core、imgproc、photo、features2d、objdetect、contrib等模块的200多处错误；</a:t>
            </a:r>
            <a:endParaRPr lang="zh-CN" altLang="en-US"/>
          </a:p>
          <a:p>
            <a:pPr lvl="1"/>
            <a:r>
              <a:rPr>
                <a:sym typeface="+mn-ea"/>
              </a:rPr>
              <a:t>为cv::parallel_for_</a:t>
            </a:r>
            <a:r>
              <a:rPr lang="en-US" altLang="zh-CN">
                <a:sym typeface="+mn-ea"/>
              </a:rPr>
              <a:t>()</a:t>
            </a:r>
            <a:r>
              <a:rPr>
                <a:sym typeface="+mn-ea"/>
              </a:rPr>
              <a:t>函数添加了并行后端处理</a:t>
            </a:r>
            <a:r>
              <a:rPr>
                <a:sym typeface="+mn-ea"/>
              </a:rPr>
              <a:t>功能，使所有并行处理都能得到兼容操作系统的支持</a:t>
            </a:r>
            <a:r>
              <a:rPr lang="zh-CN" altLang="en-US"/>
              <a:t>；</a:t>
            </a:r>
            <a:endParaRPr lang="zh-CN" altLang="en-US"/>
          </a:p>
          <a:p>
            <a:pPr lvl="1"/>
            <a:r>
              <a:rPr lang="zh-CN" altLang="en-US"/>
              <a:t>用Java重写了Android上的OpenCV管理器，使其可同时支持OpenCV 2.4和3.0版本。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1.1.2 OpenCV</a:t>
            </a:r>
            <a:r>
              <a:rPr>
                <a:sym typeface="+mn-ea"/>
              </a:rPr>
              <a:t>的版本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2018年，OpenCV 4.0版本发布。</a:t>
            </a:r>
            <a:endParaRPr lang="zh-CN" altLang="en-US"/>
          </a:p>
          <a:p>
            <a:r>
              <a:rPr lang="zh-CN" altLang="en-US"/>
              <a:t>OpenCV 4.0的主要更新包括：</a:t>
            </a:r>
            <a:endParaRPr lang="zh-CN" altLang="en-US"/>
          </a:p>
          <a:p>
            <a:pPr lvl="1"/>
            <a:r>
              <a:rPr lang="zh-CN" altLang="en-US"/>
              <a:t>其已成为C++ 11库，兼容C++ 11的编译器；</a:t>
            </a:r>
            <a:endParaRPr lang="zh-CN" altLang="en-US"/>
          </a:p>
          <a:p>
            <a:pPr lvl="1"/>
            <a:r>
              <a:rPr lang="zh-CN" altLang="en-US"/>
              <a:t>删除了1.x版本中的许多C函数；</a:t>
            </a:r>
            <a:endParaRPr lang="zh-CN" altLang="en-US"/>
          </a:p>
          <a:p>
            <a:pPr lvl="1"/>
            <a:r>
              <a:rPr lang="zh-CN" altLang="en-US"/>
              <a:t>核心模块中与XML、YAML、JSON相关的数据结构已在C++中全部实现；</a:t>
            </a:r>
            <a:endParaRPr lang="zh-CN" altLang="en-US"/>
          </a:p>
          <a:p>
            <a:pPr lvl="1"/>
            <a:r>
              <a:rPr lang="zh-CN" altLang="en-US"/>
              <a:t>在DNN中增加了对Mask-RCNN模型的支持、集成了ONNX解析器、部分支持YOLO对象检测、提升了对Intel的DLDT的支持性能；</a:t>
            </a:r>
            <a:endParaRPr lang="zh-CN" altLang="en-US"/>
          </a:p>
          <a:p>
            <a:pPr lvl="1"/>
            <a:r>
              <a:rPr lang="zh-CN" altLang="en-US"/>
              <a:t>增加了全新的opencv_gapi（G-API）模块。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1.1.2 OpenCV</a:t>
            </a:r>
            <a:r>
              <a:rPr>
                <a:sym typeface="+mn-ea"/>
              </a:rPr>
              <a:t>的版本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2020年10月，OpenCV 4.5.0版本发布</a:t>
            </a:r>
            <a:endParaRPr lang="zh-CN" altLang="en-US"/>
          </a:p>
          <a:p>
            <a:r>
              <a:rPr lang="zh-CN" altLang="en-US"/>
              <a:t>该版本的主要更新内容如下。</a:t>
            </a:r>
            <a:endParaRPr lang="zh-CN" altLang="en-US"/>
          </a:p>
          <a:p>
            <a:pPr lvl="1"/>
            <a:r>
              <a:rPr lang="zh-CN" altLang="en-US"/>
              <a:t>OpenCV许可证已更改为Apache 2：从OpenCV 4.5.0开始，所有未来的OpenCV 4.x和OpenCV 5.x版本都将根据Apache 2许可进行分发，OpenCV 3.x将继续使用BSD许可。</a:t>
            </a:r>
            <a:endParaRPr lang="zh-CN" altLang="en-US"/>
          </a:p>
          <a:p>
            <a:pPr lvl="1"/>
            <a:r>
              <a:rPr lang="zh-CN" altLang="en-US"/>
              <a:t>GSoC 2020已经结束，大多数成果已合并到OpenCV，并且在OpenCV 4.5.0中可用。</a:t>
            </a:r>
            <a:endParaRPr lang="zh-CN" altLang="en-US"/>
          </a:p>
          <a:p>
            <a:pPr lvl="1"/>
            <a:r>
              <a:rPr lang="zh-CN" altLang="en-US"/>
              <a:t>用OpenJPEG替换分布式Windows软件包中的Jasper。</a:t>
            </a:r>
            <a:endParaRPr lang="zh-CN" altLang="en-US"/>
          </a:p>
          <a:p>
            <a:pPr lvl="1"/>
            <a:r>
              <a:rPr lang="zh-CN" altLang="en-US"/>
              <a:t>添加了对OpenCL多个上下文的支持。</a:t>
            </a:r>
            <a:endParaRPr lang="zh-CN" altLang="en-US"/>
          </a:p>
          <a:p>
            <a:pPr lvl="1"/>
            <a:r>
              <a:rPr lang="zh-CN" altLang="en-US"/>
              <a:t>更新了DNN和G-API模块的部分内容。</a:t>
            </a:r>
            <a:endParaRPr lang="zh-CN" altLang="en-US"/>
          </a:p>
          <a:p>
            <a:pPr lvl="0"/>
            <a:r>
              <a:rPr lang="en-US" altLang="zh-CN"/>
              <a:t>2021</a:t>
            </a:r>
            <a:r>
              <a:t>年</a:t>
            </a:r>
            <a:r>
              <a:rPr lang="en-US" altLang="zh-CN"/>
              <a:t>4</a:t>
            </a:r>
            <a:r>
              <a:t>月，</a:t>
            </a:r>
            <a:r>
              <a:rPr>
                <a:sym typeface="+mn-ea"/>
              </a:rPr>
              <a:t>OpenCV 4.5.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版本发布</a:t>
            </a:r>
            <a:endParaRPr>
              <a:sym typeface="+mn-ea"/>
            </a:endParaRPr>
          </a:p>
          <a:p>
            <a:pPr lvl="0"/>
            <a:r>
              <a:rPr lang="en-US" altLang="zh-CN"/>
              <a:t>OpenCV 3.X</a:t>
            </a:r>
            <a:r>
              <a:t>版本也在持续</a:t>
            </a:r>
            <a:r>
              <a:t>支持更新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1.1.3 OpenCV-</a:t>
            </a:r>
            <a:r>
              <a:rPr lang="en-US" altLang="zh-CN"/>
              <a:t>Python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2470" y="952500"/>
            <a:ext cx="7025005" cy="5388610"/>
          </a:xfrm>
        </p:spPr>
        <p:txBody>
          <a:bodyPr>
            <a:normAutofit/>
          </a:bodyPr>
          <a:p>
            <a:r>
              <a:rPr>
                <a:sym typeface="+mn-ea"/>
              </a:rPr>
              <a:t>OpenCV-Python是由原始OpenCV C++实现的Python包装器，是OpenCV库的Python接口。</a:t>
            </a:r>
            <a:endParaRPr lang="zh-CN" altLang="en-US"/>
          </a:p>
          <a:p>
            <a:r>
              <a:rPr lang="zh-CN" altLang="en-US"/>
              <a:t>Python是吉多·范罗苏姆（Guido van Rossum）创建的一种面向对象的、解释型的计算机高级程序设计语言。</a:t>
            </a:r>
            <a:endParaRPr lang="zh-CN" altLang="en-US"/>
          </a:p>
          <a:p>
            <a:r>
              <a:rPr lang="zh-CN" altLang="en-US"/>
              <a:t>Python因具有语法简洁、易于学习、功能强大、可扩展性强、跨平台等诸多特点，成为继Java和C语言之后的又一热门程序设计语言。</a:t>
            </a:r>
            <a:endParaRPr lang="zh-CN" altLang="en-US"/>
          </a:p>
          <a:p>
            <a:r>
              <a:rPr lang="zh-CN" altLang="en-US"/>
              <a:t>与C/C++相比，Python速度较慢。</a:t>
            </a:r>
            <a:endParaRPr lang="zh-CN" altLang="en-US"/>
          </a:p>
          <a:p>
            <a:r>
              <a:rPr lang="zh-CN" altLang="en-US"/>
              <a:t>用户通过OpenCV-Python可获得两大好处：首先，代码运行速度与原始C/C ++代码一样快（因为它在后台运行的是实际C++代码）；其次，用Python编写代码更容易。</a:t>
            </a:r>
            <a:endParaRPr lang="zh-CN" altLang="en-US"/>
          </a:p>
          <a:p>
            <a:r>
              <a:rPr lang="zh-CN" altLang="en-US"/>
              <a:t>OpenCV-Python需要使用NumPy库，OpenCV在程序中使用NumPy数组存储图像数据。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37475" y="1484630"/>
            <a:ext cx="3768725" cy="42437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1.2 </a:t>
            </a:r>
            <a:r>
              <a:t>配置开发</a:t>
            </a:r>
            <a:r>
              <a:t>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本节主要</a:t>
            </a:r>
            <a:r>
              <a:rPr lang="zh-CN" altLang="en-US"/>
              <a:t>内容：</a:t>
            </a:r>
            <a:endParaRPr lang="zh-CN" altLang="en-US"/>
          </a:p>
          <a:p>
            <a:pPr lvl="1"/>
            <a:r>
              <a:t>安装</a:t>
            </a:r>
            <a:r>
              <a:rPr lang="en-US" altLang="zh-CN"/>
              <a:t>Python</a:t>
            </a:r>
            <a:endParaRPr lang="en-US" altLang="zh-CN"/>
          </a:p>
          <a:p>
            <a:pPr lvl="1"/>
            <a:r>
              <a:t>安装</a:t>
            </a:r>
            <a:r>
              <a:rPr lang="en-US" altLang="zh-CN"/>
              <a:t>NumPy</a:t>
            </a:r>
            <a:endParaRPr lang="en-US" altLang="zh-CN"/>
          </a:p>
          <a:p>
            <a:pPr lvl="1"/>
            <a:r>
              <a:t>安装</a:t>
            </a:r>
            <a:r>
              <a:rPr lang="en-US" altLang="zh-CN"/>
              <a:t>OpenCV-</a:t>
            </a:r>
            <a:r>
              <a:rPr lang="en-US" altLang="zh-CN"/>
              <a:t>Python</a:t>
            </a:r>
            <a:endParaRPr lang="en-US" altLang="zh-CN"/>
          </a:p>
          <a:p>
            <a:pPr lvl="1"/>
            <a:r>
              <a:t>安装</a:t>
            </a:r>
            <a:r>
              <a:rPr lang="en-US" altLang="zh-CN"/>
              <a:t>Visual </a:t>
            </a:r>
            <a:r>
              <a:rPr lang="en-US" altLang="zh-CN"/>
              <a:t>Studio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1.2.1 </a:t>
            </a:r>
            <a:r>
              <a:t>安装</a:t>
            </a:r>
            <a:r>
              <a:rPr lang="en-US" altLang="zh-CN"/>
              <a:t>Python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从</a:t>
            </a:r>
            <a:r>
              <a:rPr lang="en-US" altLang="zh-CN"/>
              <a:t>Python</a:t>
            </a:r>
            <a:r>
              <a:t>官网下载安装</a:t>
            </a:r>
            <a:r>
              <a:rPr lang="en-US" altLang="zh-CN"/>
              <a:t>Python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88565" y="1412875"/>
            <a:ext cx="7211695" cy="50171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1.2.2 </a:t>
            </a:r>
            <a:r>
              <a:t>安装</a:t>
            </a:r>
            <a:r>
              <a:rPr lang="en-US" altLang="zh-CN"/>
              <a:t>NumPy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执行pip install numpy命令，安装NumPy包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1.2.3 </a:t>
            </a:r>
            <a:r>
              <a:t>安装</a:t>
            </a:r>
            <a:r>
              <a:rPr lang="en-US" altLang="zh-CN"/>
              <a:t>Open</a:t>
            </a:r>
            <a:r>
              <a:rPr lang="en-US" altLang="zh-CN"/>
              <a:t>CV-Python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安装OpenCV-Python有3种方式：pip安装方式、安装官方预编译包方式和源代码安装方式。</a:t>
            </a:r>
            <a:endParaRPr lang="zh-CN" altLang="en-US"/>
          </a:p>
          <a:p>
            <a:pPr marL="0" indent="0">
              <a:buFont typeface="+mj-lt"/>
              <a:buNone/>
            </a:pP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、pip安装方式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PYPI</a:t>
            </a:r>
            <a:r>
              <a:rPr>
                <a:sym typeface="+mn-ea"/>
              </a:rPr>
              <a:t>中查看</a:t>
            </a:r>
            <a:r>
              <a:rPr lang="en-US" altLang="zh-CN">
                <a:sym typeface="+mn-ea"/>
              </a:rPr>
              <a:t>OpenCV-Python</a:t>
            </a:r>
            <a:r>
              <a:rPr>
                <a:sym typeface="+mn-ea"/>
              </a:rPr>
              <a:t>包</a:t>
            </a:r>
            <a:r>
              <a:rPr>
                <a:sym typeface="+mn-ea"/>
              </a:rPr>
              <a:t>信息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安装</a:t>
            </a:r>
            <a:r>
              <a:rPr lang="en-US" altLang="zh-CN">
                <a:sym typeface="+mn-ea"/>
              </a:rPr>
              <a:t>OpenCV-Python</a:t>
            </a:r>
            <a:r>
              <a:rPr>
                <a:sym typeface="+mn-ea"/>
              </a:rPr>
              <a:t>包</a:t>
            </a:r>
            <a:endParaRPr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、安装官方预编译包方式</a:t>
            </a:r>
            <a:endParaRPr>
              <a:sym typeface="+mn-ea"/>
            </a:endParaRPr>
          </a:p>
          <a:p>
            <a:pPr marL="0" indent="0">
              <a:buFont typeface="+mj-lt"/>
              <a:buNone/>
            </a:pPr>
            <a:endParaRPr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>
                <a:sym typeface="+mn-ea"/>
              </a:rPr>
              <a:t>3</a:t>
            </a:r>
            <a:r>
              <a:rPr>
                <a:sym typeface="+mn-ea"/>
              </a:rPr>
              <a:t>、源代码安装方式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1.2.4  安装Visual Studio Code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Visual Studio Code（简称“VS Code”）是微软公司提供的一个免费的集成开发工具，它具有支持智能感知、运行、调试、内置Git、可扩展等诸多特点。VS Code可作为Java、JavaScript、C#、Python、Ruby等众多语言的开发工具。</a:t>
            </a:r>
            <a:endParaRPr lang="zh-CN" altLang="en-US"/>
          </a:p>
          <a:p>
            <a:r>
              <a:rPr lang="zh-CN" altLang="en-US"/>
              <a:t>在Windows中安装VS Code。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1.3 </a:t>
            </a:r>
            <a:r>
              <a:t>使用</a:t>
            </a:r>
            <a:r>
              <a:rPr lang="en-US" altLang="zh-CN"/>
              <a:t>OpenCV</a:t>
            </a:r>
            <a:r>
              <a:t>文档和</a:t>
            </a:r>
            <a:r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本节主要</a:t>
            </a:r>
            <a:r>
              <a:rPr lang="zh-CN" altLang="en-US"/>
              <a:t>内容：</a:t>
            </a:r>
            <a:endParaRPr lang="zh-CN" altLang="en-US"/>
          </a:p>
          <a:p>
            <a:pPr lvl="1"/>
            <a:r>
              <a:t>查看</a:t>
            </a:r>
            <a:r>
              <a:rPr lang="en-US" altLang="zh-CN"/>
              <a:t>OpenCV</a:t>
            </a:r>
            <a:r>
              <a:t>文档</a:t>
            </a:r>
          </a:p>
          <a:p>
            <a:pPr lvl="1"/>
            <a:r>
              <a:t>查看</a:t>
            </a:r>
            <a:r>
              <a:rPr lang="en-US" altLang="zh-CN"/>
              <a:t>OpenCV-Python</a:t>
            </a:r>
            <a:r>
              <a:t>示例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1.3.1 </a:t>
            </a:r>
            <a:r>
              <a:t>查看</a:t>
            </a:r>
            <a:r>
              <a:rPr lang="en-US" altLang="zh-CN"/>
              <a:t>OpenCV</a:t>
            </a:r>
            <a:r>
              <a:t>文档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OpenCV</a:t>
            </a:r>
            <a:r>
              <a:rPr>
                <a:sym typeface="+mn-ea"/>
              </a:rPr>
              <a:t>官网查看文档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145" y="1464310"/>
            <a:ext cx="9467850" cy="48768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1.3.2 </a:t>
            </a:r>
            <a:r>
              <a:t>查看</a:t>
            </a:r>
            <a:r>
              <a:rPr lang="en-US" altLang="zh-CN"/>
              <a:t>OpenCV-Python</a:t>
            </a:r>
            <a:r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OpenCV官方在线文档的“Examples”页面中列出了示例的C++代码目录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805" y="1628775"/>
            <a:ext cx="9467850" cy="48768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1.3.2 </a:t>
            </a:r>
            <a:r>
              <a:rPr>
                <a:sym typeface="+mn-ea"/>
              </a:rPr>
              <a:t>查看</a:t>
            </a:r>
            <a:r>
              <a:rPr lang="en-US" altLang="zh-CN">
                <a:sym typeface="+mn-ea"/>
              </a:rPr>
              <a:t>OpenCV-Python</a:t>
            </a:r>
            <a:r>
              <a:rPr>
                <a:sym typeface="+mn-ea"/>
              </a:rPr>
              <a:t>示例</a:t>
            </a:r>
            <a:br>
              <a:rPr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要获得OpenCV-Python示例代码，可访问OpenCV发布页面，下载OpenCV的源代码。</a:t>
            </a:r>
            <a:endParaRPr lang="zh-CN" altLang="en-US"/>
          </a:p>
          <a:p>
            <a:r>
              <a:rPr lang="zh-CN" altLang="en-US"/>
              <a:t>源代码的“samples\python”文件夹中包含了OpenCV-Python的示例代码。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0" y="1902460"/>
            <a:ext cx="9486900" cy="4438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1.4 </a:t>
            </a:r>
            <a:r>
              <a:t>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本节主要</a:t>
            </a:r>
            <a:r>
              <a:rPr lang="zh-CN" altLang="en-US"/>
              <a:t>内容：</a:t>
            </a:r>
            <a:endParaRPr lang="zh-CN" altLang="en-US"/>
          </a:p>
          <a:p>
            <a:pPr lvl="1"/>
            <a:r>
              <a:t>实验</a:t>
            </a:r>
            <a:r>
              <a:rPr lang="en-US" altLang="zh-CN"/>
              <a:t>1</a:t>
            </a:r>
            <a:r>
              <a:t>：配置虚拟开发</a:t>
            </a:r>
            <a:r>
              <a:t>环境</a:t>
            </a:r>
          </a:p>
          <a:p>
            <a:pPr lvl="1"/>
            <a:r>
              <a:t>实验</a:t>
            </a:r>
            <a:r>
              <a:rPr lang="en-US" altLang="zh-CN"/>
              <a:t>2</a:t>
            </a:r>
            <a:r>
              <a:t>：在</a:t>
            </a:r>
            <a:r>
              <a:rPr lang="en-US" altLang="zh-CN"/>
              <a:t>VS Code</a:t>
            </a:r>
            <a:r>
              <a:t>中</a:t>
            </a:r>
            <a:r>
              <a:t>运行示例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1.4.1 </a:t>
            </a:r>
            <a:r>
              <a:rPr>
                <a:sym typeface="+mn-ea"/>
              </a:rPr>
              <a:t>实验</a:t>
            </a: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：配置虚拟开发环境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1．实验目的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掌握Python+OpenCV应用开发虚拟环境的配置方法。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2．实验内容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（1）创建Python虚拟环境。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（2）在虚拟环境中安装NumPy和OpenCV-Python包。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（3）移动虚拟环境文件夹的位置，测试虚拟环境能否正常使用。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3．实验过程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1.4.2 </a:t>
            </a:r>
            <a:r>
              <a:rPr>
                <a:sym typeface="+mn-ea"/>
              </a:rPr>
              <a:t>实验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：在</a:t>
            </a:r>
            <a:r>
              <a:rPr lang="en-US" altLang="zh-CN">
                <a:sym typeface="+mn-ea"/>
              </a:rPr>
              <a:t>VS Code</a:t>
            </a:r>
            <a:r>
              <a:rPr>
                <a:sym typeface="+mn-ea"/>
              </a:rPr>
              <a:t>中运行示例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1．实验目的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掌握使用VS Code运行OpenCV示例的方法。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2．实验内容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在VS Code中运行OpenCV示例中的边缘检测示例edge.py。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3．实验过程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566035" y="2141220"/>
            <a:ext cx="7001510" cy="2575560"/>
          </a:xfrm>
        </p:spPr>
        <p:txBody>
          <a:bodyPr>
            <a:noAutofit/>
          </a:bodyPr>
          <a:lstStyle/>
          <a:p>
            <a:pPr algn="ctr"/>
            <a:r>
              <a:rPr sz="8600" dirty="0"/>
              <a:t>课程结束</a:t>
            </a:r>
            <a:br>
              <a:rPr sz="8600" dirty="0"/>
            </a:br>
            <a:r>
              <a:rPr sz="8600" dirty="0"/>
              <a:t>谢谢观看</a:t>
            </a:r>
            <a:endParaRPr sz="860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4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503.xml><?xml version="1.0" encoding="utf-8"?>
<p:tagLst xmlns:p="http://schemas.openxmlformats.org/presentationml/2006/main">
  <p:tag name="KSO_WM_TEMPLATE_CATEGORY" val=""/>
  <p:tag name="KSO_WM_TEMPLATE_INDEX" val="20202633"/>
</p:tagLst>
</file>

<file path=ppt/tags/tag504.xml><?xml version="1.0" encoding="utf-8"?>
<p:tagLst xmlns:p="http://schemas.openxmlformats.org/presentationml/2006/main">
  <p:tag name="KSO_WM_TEMPLATE_CATEGORY" val=""/>
  <p:tag name="KSO_WM_TEMPLATE_INDEX" val="20202633"/>
</p:tagLst>
</file>

<file path=ppt/tags/tag50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0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0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0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0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6.xml><?xml version="1.0" encoding="utf-8"?>
<p:tagLst xmlns:p="http://schemas.openxmlformats.org/presentationml/2006/main">
  <p:tag name="KSO_WM_UNIT_PLACING_PICTURE_USER_VIEWPORT" val="{&quot;height&quot;:5378,&quot;width&quot;:4852}"/>
</p:tagLst>
</file>

<file path=ppt/tags/tag51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9.xml><?xml version="1.0" encoding="utf-8"?>
<p:tagLst xmlns:p="http://schemas.openxmlformats.org/presentationml/2006/main">
  <p:tag name="KSO_WM_UNIT_PLACING_PICTURE_USER_VIEWPORT" val="{&quot;height&quot;:10770,&quot;width&quot;:15480}"/>
</p:tagLst>
</file>

<file path=ppt/tags/tag52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a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6"/>
  <p:tag name="KSO_WM_UNIT_TYPE" val="a"/>
  <p:tag name="KSO_WM_UNIT_INDEX" val="1"/>
  <p:tag name="KSO_WM_UNIT_PRESET_TEXT" val="谢谢观看"/>
  <p:tag name="KSO_WM_UNIT_ISNUMDGMTITLE" val="0"/>
</p:tagLst>
</file>

<file path=ppt/tags/tag532.xml><?xml version="1.0" encoding="utf-8"?>
<p:tagLst xmlns:p="http://schemas.openxmlformats.org/presentationml/2006/main">
  <p:tag name="KSO_WM_SLIDE_ID" val="custom20202633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33"/>
  <p:tag name="KSO_WM_SLIDE_TYPE" val="endPage"/>
  <p:tag name="KSO_WM_SLIDE_SUBTYPE" val="pureTxt"/>
  <p:tag name="KSO_WM_SLIDE_LAYOUT" val="a_b"/>
  <p:tag name="KSO_WM_SLIDE_LAYOUT_CNT" val="1_1"/>
</p:tagLst>
</file>

<file path=ppt/theme/theme1.xml><?xml version="1.0" encoding="utf-8"?>
<a:theme xmlns:a="http://schemas.openxmlformats.org/drawingml/2006/main" name="2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渐变15">
    <a:dk1>
      <a:srgbClr val="000000"/>
    </a:dk1>
    <a:lt1>
      <a:srgbClr val="FFFFFF"/>
    </a:lt1>
    <a:dk2>
      <a:srgbClr val="F2F2F2"/>
    </a:dk2>
    <a:lt2>
      <a:srgbClr val="FFFFFF"/>
    </a:lt2>
    <a:accent1>
      <a:srgbClr val="4F4EFC"/>
    </a:accent1>
    <a:accent2>
      <a:srgbClr val="5B97FA"/>
    </a:accent2>
    <a:accent3>
      <a:srgbClr val="67DCFD"/>
    </a:accent3>
    <a:accent4>
      <a:srgbClr val="6CFDDC"/>
    </a:accent4>
    <a:accent5>
      <a:srgbClr val="6AFE9A"/>
    </a:accent5>
    <a:accent6>
      <a:srgbClr val="6AFF60"/>
    </a:accent6>
    <a:hlink>
      <a:srgbClr val="658BD5"/>
    </a:hlink>
    <a:folHlink>
      <a:srgbClr val="9F69A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TM03090430[[fn=带状]]</Template>
  <TotalTime>0</TotalTime>
  <Words>4443</Words>
  <Application>WPS 演示</Application>
  <PresentationFormat>自定义</PresentationFormat>
  <Paragraphs>236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汉仪旗黑Y4-85简</vt:lpstr>
      <vt:lpstr>方正姚体</vt:lpstr>
      <vt:lpstr>Arial Unicode MS</vt:lpstr>
      <vt:lpstr>Palatino Linotype</vt:lpstr>
      <vt:lpstr>2_Office 主题​​</vt:lpstr>
      <vt:lpstr>1_Office 主题​​</vt:lpstr>
      <vt:lpstr>OpenCV计算机视觉基础教程</vt:lpstr>
      <vt:lpstr>第1章  </vt:lpstr>
      <vt:lpstr>1.1 OpenCV简介</vt:lpstr>
      <vt:lpstr>1.1.1 OpenCV主要功能及模块介绍 </vt:lpstr>
      <vt:lpstr>1.1.1 OpenCV主要功能及模块介绍 </vt:lpstr>
      <vt:lpstr>1.1.1 OpenCV主要功能及模块介绍 </vt:lpstr>
      <vt:lpstr>1.1.1 OpenCV主要功能及模块介绍 </vt:lpstr>
      <vt:lpstr>1.1.1 OpenCV主要功能及模块介绍 </vt:lpstr>
      <vt:lpstr>1.1.2 OpenCV的版本 </vt:lpstr>
      <vt:lpstr>1.1.2 OpenCV的版本</vt:lpstr>
      <vt:lpstr>1.1.2 OpenCV的版本 </vt:lpstr>
      <vt:lpstr>1.1.2 OpenCV的版本 </vt:lpstr>
      <vt:lpstr>1.1.2 OpenCV的版本 </vt:lpstr>
      <vt:lpstr>1.1.3 OpenCV-Python</vt:lpstr>
      <vt:lpstr>1.2 配置开发环境</vt:lpstr>
      <vt:lpstr>1.2.1 安装Python </vt:lpstr>
      <vt:lpstr>1.2.2 安装NumPy</vt:lpstr>
      <vt:lpstr>1.2.3 安装OpenCV-Python</vt:lpstr>
      <vt:lpstr>1.2.4  安装Visual Studio Code</vt:lpstr>
      <vt:lpstr>1.3 使用OpenCV文档和示例</vt:lpstr>
      <vt:lpstr>1.3.1 查看OpenCV文档</vt:lpstr>
      <vt:lpstr>1.3.2 查看OpenCV-Python示例</vt:lpstr>
      <vt:lpstr>1.3.2 查看OpenCV-Python示例 </vt:lpstr>
      <vt:lpstr>1.4 实验</vt:lpstr>
      <vt:lpstr>1.4.1 实验1：配置虚拟开发环境</vt:lpstr>
      <vt:lpstr>1.4.2 实验2：在VS Code中运行示例</vt:lpstr>
      <vt:lpstr>课程结束 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Python3基础教程</dc:title>
  <dc:creator>china xbg</dc:creator>
  <cp:lastModifiedBy>小新</cp:lastModifiedBy>
  <cp:revision>37</cp:revision>
  <dcterms:created xsi:type="dcterms:W3CDTF">2019-11-26T13:46:00Z</dcterms:created>
  <dcterms:modified xsi:type="dcterms:W3CDTF">2021-06-06T09:08:45Z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9CBD9D2472074812AD158735AE45062F</vt:lpwstr>
  </property>
  <property fmtid="{D5CDD505-2E9C-101B-9397-08002B2CF9AE}" pid="3" name="KSOProductBuildVer">
    <vt:lpwstr>2052-11.1.0.10359</vt:lpwstr>
  </property>
  <property fmtid="{D5CDD505-2E9C-101B-9397-08002B2CF9AE}" pid="4" name="KSOSaveFontToCloudKey">
    <vt:lpwstr>446885205_embed</vt:lpwstr>
  </property>
</Properties>
</file>